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fonts/font1.fntdata" ContentType="application/x-fontdata"/>
  <Override PartName="/ppt/fonts/font10.fntdata" ContentType="application/x-fontdata"/>
  <Override PartName="/ppt/fonts/font11.fntdata" ContentType="application/x-fontdata"/>
  <Override PartName="/ppt/fonts/font12.fntdata" ContentType="application/x-fontdata"/>
  <Override PartName="/ppt/fonts/font13.fntdata" ContentType="application/x-fontdata"/>
  <Override PartName="/ppt/fonts/font14.fntdata" ContentType="application/x-fontdata"/>
  <Override PartName="/ppt/fonts/font15.fntdata" ContentType="application/x-fontdata"/>
  <Override PartName="/ppt/fonts/font16.fntdata" ContentType="application/x-fontdata"/>
  <Override PartName="/ppt/fonts/font2.fntdata" ContentType="application/x-fontdata"/>
  <Override PartName="/ppt/fonts/font3.fntdata" ContentType="application/x-fontdata"/>
  <Override PartName="/ppt/fonts/font4.fntdata" ContentType="application/x-fontdata"/>
  <Override PartName="/ppt/fonts/font5.fntdata" ContentType="application/x-fontdata"/>
  <Override PartName="/ppt/fonts/font6.fntdata" ContentType="application/x-fontdata"/>
  <Override PartName="/ppt/fonts/font7.fntdata" ContentType="application/x-fontdata"/>
  <Override PartName="/ppt/fonts/font8.fntdata" ContentType="application/x-fontdata"/>
  <Override PartName="/ppt/fonts/font9.fntdata" ContentType="application/x-fontdata"/>
  <Override PartName="/ppt/media/image10.svg" ContentType="image/svg+xml"/>
  <Override PartName="/ppt/media/image115.svg" ContentType="image/svg+xml"/>
  <Override PartName="/ppt/media/image117.svg" ContentType="image/svg+xml"/>
  <Override PartName="/ppt/media/image119.svg" ContentType="image/svg+xml"/>
  <Override PartName="/ppt/media/image12.svg" ContentType="image/svg+xml"/>
  <Override PartName="/ppt/media/image127.svg" ContentType="image/svg+xml"/>
  <Override PartName="/ppt/media/image129.svg" ContentType="image/svg+xml"/>
  <Override PartName="/ppt/media/image131.svg" ContentType="image/svg+xml"/>
  <Override PartName="/ppt/media/image133.svg" ContentType="image/svg+xml"/>
  <Override PartName="/ppt/media/image14.svg" ContentType="image/svg+xml"/>
  <Override PartName="/ppt/media/image16.svg" ContentType="image/svg+xml"/>
  <Override PartName="/ppt/media/image18.svg" ContentType="image/svg+xml"/>
  <Override PartName="/ppt/media/image2.svg" ContentType="image/svg+xml"/>
  <Override PartName="/ppt/media/image20.svg" ContentType="image/svg+xml"/>
  <Override PartName="/ppt/media/image22.svg" ContentType="image/svg+xml"/>
  <Override PartName="/ppt/media/image24.svg" ContentType="image/svg+xml"/>
  <Override PartName="/ppt/media/image26.svg" ContentType="image/svg+xml"/>
  <Override PartName="/ppt/media/image28.svg" ContentType="image/svg+xml"/>
  <Override PartName="/ppt/media/image30.svg" ContentType="image/svg+xml"/>
  <Override PartName="/ppt/media/image32.svg" ContentType="image/svg+xml"/>
  <Override PartName="/ppt/media/image34.svg" ContentType="image/svg+xml"/>
  <Override PartName="/ppt/media/image36.svg" ContentType="image/svg+xml"/>
  <Override PartName="/ppt/media/image38.svg" ContentType="image/svg+xml"/>
  <Override PartName="/ppt/media/image4.svg" ContentType="image/svg+xml"/>
  <Override PartName="/ppt/media/image40.svg" ContentType="image/svg+xml"/>
  <Override PartName="/ppt/media/image42.svg" ContentType="image/svg+xml"/>
  <Override PartName="/ppt/media/image44.svg" ContentType="image/svg+xml"/>
  <Override PartName="/ppt/media/image46.svg" ContentType="image/svg+xml"/>
  <Override PartName="/ppt/media/image48.svg" ContentType="image/svg+xml"/>
  <Override PartName="/ppt/media/image50.svg" ContentType="image/svg+xml"/>
  <Override PartName="/ppt/media/image52.svg" ContentType="image/svg+xml"/>
  <Override PartName="/ppt/media/image54.svg" ContentType="image/svg+xml"/>
  <Override PartName="/ppt/media/image56.svg" ContentType="image/svg+xml"/>
  <Override PartName="/ppt/media/image58.svg" ContentType="image/svg+xml"/>
  <Override PartName="/ppt/media/image6.svg" ContentType="image/svg+xml"/>
  <Override PartName="/ppt/media/image60.svg" ContentType="image/svg+xml"/>
  <Override PartName="/ppt/media/image62.svg" ContentType="image/svg+xml"/>
  <Override PartName="/ppt/media/image64.svg" ContentType="image/svg+xml"/>
  <Override PartName="/ppt/media/image66.svg" ContentType="image/svg+xml"/>
  <Override PartName="/ppt/media/image68.svg" ContentType="image/svg+xml"/>
  <Override PartName="/ppt/media/image70.svg" ContentType="image/svg+xml"/>
  <Override PartName="/ppt/media/image72.svg" ContentType="image/svg+xml"/>
  <Override PartName="/ppt/media/image74.svg" ContentType="image/svg+xml"/>
  <Override PartName="/ppt/media/image76.svg" ContentType="image/svg+xml"/>
  <Override PartName="/ppt/media/image78.svg" ContentType="image/svg+xml"/>
  <Override PartName="/ppt/media/image8.svg" ContentType="image/svg+xml"/>
  <Override PartName="/ppt/media/image80.svg" ContentType="image/svg+xml"/>
  <Override PartName="/ppt/media/image82.svg" ContentType="image/svg+xml"/>
  <Override PartName="/ppt/media/image84.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4"/>
  </p:notesMasterIdLst>
  <p:sldIdLst>
    <p:sldId id="256" r:id="rId3"/>
    <p:sldId id="257" r:id="rId5"/>
    <p:sldId id="258" r:id="rId6"/>
    <p:sldId id="259" r:id="rId7"/>
    <p:sldId id="260" r:id="rId8"/>
    <p:sldId id="261" r:id="rId9"/>
    <p:sldId id="262" r:id="rId10"/>
    <p:sldId id="263" r:id="rId11"/>
    <p:sldId id="264" r:id="rId12"/>
    <p:sldId id="265" r:id="rId13"/>
    <p:sldId id="266" r:id="rId14"/>
    <p:sldId id="267" r:id="rId15"/>
    <p:sldId id="268" r:id="rId16"/>
    <p:sldId id="270" r:id="rId17"/>
    <p:sldId id="271" r:id="rId18"/>
    <p:sldId id="272" r:id="rId19"/>
    <p:sldId id="309" r:id="rId20"/>
    <p:sldId id="275" r:id="rId21"/>
    <p:sldId id="276" r:id="rId22"/>
    <p:sldId id="312" r:id="rId23"/>
    <p:sldId id="313" r:id="rId24"/>
    <p:sldId id="314" r:id="rId25"/>
    <p:sldId id="315" r:id="rId26"/>
    <p:sldId id="277" r:id="rId27"/>
    <p:sldId id="278" r:id="rId28"/>
    <p:sldId id="317" r:id="rId29"/>
    <p:sldId id="318" r:id="rId30"/>
    <p:sldId id="319" r:id="rId31"/>
    <p:sldId id="320" r:id="rId32"/>
    <p:sldId id="279" r:id="rId33"/>
    <p:sldId id="321" r:id="rId34"/>
    <p:sldId id="322" r:id="rId35"/>
    <p:sldId id="323" r:id="rId36"/>
    <p:sldId id="324" r:id="rId37"/>
    <p:sldId id="325" r:id="rId38"/>
    <p:sldId id="281" r:id="rId39"/>
    <p:sldId id="335" r:id="rId40"/>
    <p:sldId id="336" r:id="rId41"/>
    <p:sldId id="286" r:id="rId42"/>
    <p:sldId id="337" r:id="rId43"/>
    <p:sldId id="338" r:id="rId44"/>
    <p:sldId id="339" r:id="rId45"/>
    <p:sldId id="340" r:id="rId46"/>
    <p:sldId id="341" r:id="rId47"/>
    <p:sldId id="342" r:id="rId48"/>
    <p:sldId id="343" r:id="rId49"/>
    <p:sldId id="344" r:id="rId50"/>
    <p:sldId id="345" r:id="rId51"/>
    <p:sldId id="302" r:id="rId52"/>
  </p:sldIdLst>
  <p:sldSz cx="18288000" cy="10287000"/>
  <p:notesSz cx="6858000" cy="9144000"/>
  <p:embeddedFontLst>
    <p:embeddedFont>
      <p:font typeface="Baloo Thambi" panose="03080902040302020200"/>
      <p:regular r:id="rId56"/>
    </p:embeddedFont>
    <p:embeddedFont>
      <p:font typeface="Faustina Italics" panose="00000500000000000000"/>
      <p:italic r:id="rId57"/>
    </p:embeddedFont>
    <p:embeddedFont>
      <p:font typeface="Arimo Bold" panose="020B0704020202020204"/>
      <p:bold r:id="rId58"/>
    </p:embeddedFont>
    <p:embeddedFont>
      <p:font typeface="Noto Sans Bold" panose="020B0802040504020204"/>
      <p:bold r:id="rId59"/>
    </p:embeddedFont>
    <p:embeddedFont>
      <p:font typeface="Faustina" panose="00000500000000000000"/>
      <p:regular r:id="rId60"/>
    </p:embeddedFont>
    <p:embeddedFont>
      <p:font typeface="Arimo" panose="020B0604020202020204"/>
      <p:regular r:id="rId61"/>
    </p:embeddedFont>
    <p:embeddedFont>
      <p:font typeface="Prompt" panose="00000500000000000000"/>
      <p:regular r:id="rId62"/>
      <p:bold r:id="rId63"/>
      <p:italic r:id="rId64"/>
      <p:boldItalic r:id="rId65"/>
    </p:embeddedFont>
    <p:embeddedFont>
      <p:font typeface="Prompt Bold" panose="00000800000000000000"/>
      <p:bold r:id="rId66"/>
    </p:embeddedFont>
    <p:embeddedFont>
      <p:font typeface="Calibri" panose="020F0502020204030204" charset="0"/>
      <p:regular r:id="rId67"/>
      <p:bold r:id="rId68"/>
      <p:italic r:id="rId69"/>
      <p:boldItalic r:id="rId70"/>
    </p:embeddedFont>
    <p:embeddedFont>
      <p:font typeface="Faustina Bold" panose="00000800000000000000"/>
      <p:bold r:id="rId71"/>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22"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showGuides="1">
      <p:cViewPr varScale="1">
        <p:scale>
          <a:sx n="42" d="100"/>
          <a:sy n="42" d="100"/>
        </p:scale>
        <p:origin x="780" y="40"/>
      </p:cViewPr>
      <p:guideLst>
        <p:guide orient="horz" pos="2122"/>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1" Type="http://schemas.openxmlformats.org/officeDocument/2006/relationships/font" Target="fonts/font16.fntdata"/><Relationship Id="rId70" Type="http://schemas.openxmlformats.org/officeDocument/2006/relationships/font" Target="fonts/font15.fntdata"/><Relationship Id="rId7" Type="http://schemas.openxmlformats.org/officeDocument/2006/relationships/slide" Target="slides/slide4.xml"/><Relationship Id="rId69" Type="http://schemas.openxmlformats.org/officeDocument/2006/relationships/font" Target="fonts/font14.fntdata"/><Relationship Id="rId68" Type="http://schemas.openxmlformats.org/officeDocument/2006/relationships/font" Target="fonts/font13.fntdata"/><Relationship Id="rId67" Type="http://schemas.openxmlformats.org/officeDocument/2006/relationships/font" Target="fonts/font12.fntdata"/><Relationship Id="rId66" Type="http://schemas.openxmlformats.org/officeDocument/2006/relationships/font" Target="fonts/font11.fntdata"/><Relationship Id="rId65" Type="http://schemas.openxmlformats.org/officeDocument/2006/relationships/font" Target="fonts/font10.fntdata"/><Relationship Id="rId64" Type="http://schemas.openxmlformats.org/officeDocument/2006/relationships/font" Target="fonts/font9.fntdata"/><Relationship Id="rId63" Type="http://schemas.openxmlformats.org/officeDocument/2006/relationships/font" Target="fonts/font8.fntdata"/><Relationship Id="rId62" Type="http://schemas.openxmlformats.org/officeDocument/2006/relationships/font" Target="fonts/font7.fntdata"/><Relationship Id="rId61" Type="http://schemas.openxmlformats.org/officeDocument/2006/relationships/font" Target="fonts/font6.fntdata"/><Relationship Id="rId60" Type="http://schemas.openxmlformats.org/officeDocument/2006/relationships/font" Target="fonts/font5.fntdata"/><Relationship Id="rId6" Type="http://schemas.openxmlformats.org/officeDocument/2006/relationships/slide" Target="slides/slide3.xml"/><Relationship Id="rId59" Type="http://schemas.openxmlformats.org/officeDocument/2006/relationships/font" Target="fonts/font4.fntdata"/><Relationship Id="rId58" Type="http://schemas.openxmlformats.org/officeDocument/2006/relationships/font" Target="fonts/font3.fntdata"/><Relationship Id="rId57" Type="http://schemas.openxmlformats.org/officeDocument/2006/relationships/font" Target="fonts/font2.fntdata"/><Relationship Id="rId56" Type="http://schemas.openxmlformats.org/officeDocument/2006/relationships/font" Target="fonts/font1.fntdata"/><Relationship Id="rId55" Type="http://schemas.openxmlformats.org/officeDocument/2006/relationships/tableStyles" Target="tableStyles.xml"/><Relationship Id="rId54" Type="http://schemas.openxmlformats.org/officeDocument/2006/relationships/viewProps" Target="viewProps.xml"/><Relationship Id="rId53" Type="http://schemas.openxmlformats.org/officeDocument/2006/relationships/presProps" Target="presProps.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slide" Target="slides/slide2.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notesMaster" Target="notesMasters/notesMaster1.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fld>
            <a:endParaRPr lang="cs-CZ"/>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4.xml"/></Relationships>
</file>

<file path=ppt/notesSlides/_rels/notesSlide4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Content Placeholder 2"/>
          <p:cNvSpPr>
            <a:spLocks noGrp="1"/>
          </p:cNvSpPr>
          <p:nvPr>
            <p:ph idx="1"/>
          </p:nvPr>
        </p:nvSpPr>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9" Type="http://schemas.openxmlformats.org/officeDocument/2006/relationships/image" Target="../media/image9.png"/><Relationship Id="rId8" Type="http://schemas.openxmlformats.org/officeDocument/2006/relationships/image" Target="../media/image8.svg"/><Relationship Id="rId7" Type="http://schemas.openxmlformats.org/officeDocument/2006/relationships/image" Target="../media/image7.png"/><Relationship Id="rId6" Type="http://schemas.openxmlformats.org/officeDocument/2006/relationships/image" Target="../media/image6.svg"/><Relationship Id="rId5" Type="http://schemas.openxmlformats.org/officeDocument/2006/relationships/image" Target="../media/image5.png"/><Relationship Id="rId4" Type="http://schemas.openxmlformats.org/officeDocument/2006/relationships/image" Target="../media/image4.svg"/><Relationship Id="rId3" Type="http://schemas.openxmlformats.org/officeDocument/2006/relationships/image" Target="../media/image3.png"/><Relationship Id="rId2" Type="http://schemas.openxmlformats.org/officeDocument/2006/relationships/image" Target="../media/image2.svg"/><Relationship Id="rId16" Type="http://schemas.openxmlformats.org/officeDocument/2006/relationships/notesSlide" Target="../notesSlides/notesSlide1.xml"/><Relationship Id="rId15" Type="http://schemas.openxmlformats.org/officeDocument/2006/relationships/slideLayout" Target="../slideLayouts/slideLayout7.xml"/><Relationship Id="rId14" Type="http://schemas.openxmlformats.org/officeDocument/2006/relationships/image" Target="../media/image14.svg"/><Relationship Id="rId13" Type="http://schemas.openxmlformats.org/officeDocument/2006/relationships/image" Target="../media/image13.png"/><Relationship Id="rId12" Type="http://schemas.openxmlformats.org/officeDocument/2006/relationships/image" Target="../media/image12.svg"/><Relationship Id="rId11" Type="http://schemas.openxmlformats.org/officeDocument/2006/relationships/image" Target="../media/image11.png"/><Relationship Id="rId10" Type="http://schemas.openxmlformats.org/officeDocument/2006/relationships/image" Target="../media/image10.svg"/><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9" Type="http://schemas.openxmlformats.org/officeDocument/2006/relationships/image" Target="../media/image9.png"/><Relationship Id="rId8" Type="http://schemas.openxmlformats.org/officeDocument/2006/relationships/image" Target="../media/image8.svg"/><Relationship Id="rId7" Type="http://schemas.openxmlformats.org/officeDocument/2006/relationships/image" Target="../media/image7.png"/><Relationship Id="rId6" Type="http://schemas.openxmlformats.org/officeDocument/2006/relationships/image" Target="../media/image6.svg"/><Relationship Id="rId5" Type="http://schemas.openxmlformats.org/officeDocument/2006/relationships/image" Target="../media/image5.png"/><Relationship Id="rId4" Type="http://schemas.openxmlformats.org/officeDocument/2006/relationships/image" Target="../media/image4.svg"/><Relationship Id="rId3" Type="http://schemas.openxmlformats.org/officeDocument/2006/relationships/image" Target="../media/image3.png"/><Relationship Id="rId2" Type="http://schemas.openxmlformats.org/officeDocument/2006/relationships/image" Target="../media/image2.svg"/><Relationship Id="rId14" Type="http://schemas.openxmlformats.org/officeDocument/2006/relationships/notesSlide" Target="../notesSlides/notesSlide2.xml"/><Relationship Id="rId13" Type="http://schemas.openxmlformats.org/officeDocument/2006/relationships/slideLayout" Target="../slideLayouts/slideLayout7.xml"/><Relationship Id="rId12" Type="http://schemas.openxmlformats.org/officeDocument/2006/relationships/image" Target="../media/image12.svg"/><Relationship Id="rId11" Type="http://schemas.openxmlformats.org/officeDocument/2006/relationships/image" Target="../media/image11.png"/><Relationship Id="rId10" Type="http://schemas.openxmlformats.org/officeDocument/2006/relationships/image" Target="../media/image10.svg"/><Relationship Id="rId1" Type="http://schemas.openxmlformats.org/officeDocument/2006/relationships/image" Target="../media/image1.png"/></Relationships>
</file>

<file path=ppt/slides/_rels/slide3.xml.rels><?xml version="1.0" encoding="UTF-8" standalone="yes"?>
<Relationships xmlns="http://schemas.openxmlformats.org/package/2006/relationships"><Relationship Id="rId9" Type="http://schemas.openxmlformats.org/officeDocument/2006/relationships/image" Target="../media/image9.png"/><Relationship Id="rId8" Type="http://schemas.openxmlformats.org/officeDocument/2006/relationships/image" Target="../media/image8.svg"/><Relationship Id="rId7" Type="http://schemas.openxmlformats.org/officeDocument/2006/relationships/image" Target="../media/image7.png"/><Relationship Id="rId6" Type="http://schemas.openxmlformats.org/officeDocument/2006/relationships/image" Target="../media/image6.svg"/><Relationship Id="rId5" Type="http://schemas.openxmlformats.org/officeDocument/2006/relationships/image" Target="../media/image5.png"/><Relationship Id="rId4" Type="http://schemas.openxmlformats.org/officeDocument/2006/relationships/image" Target="../media/image4.svg"/><Relationship Id="rId3" Type="http://schemas.openxmlformats.org/officeDocument/2006/relationships/image" Target="../media/image3.png"/><Relationship Id="rId2" Type="http://schemas.openxmlformats.org/officeDocument/2006/relationships/image" Target="../media/image2.svg"/><Relationship Id="rId14" Type="http://schemas.openxmlformats.org/officeDocument/2006/relationships/notesSlide" Target="../notesSlides/notesSlide3.xml"/><Relationship Id="rId13" Type="http://schemas.openxmlformats.org/officeDocument/2006/relationships/slideLayout" Target="../slideLayouts/slideLayout7.xml"/><Relationship Id="rId12" Type="http://schemas.openxmlformats.org/officeDocument/2006/relationships/image" Target="../media/image12.svg"/><Relationship Id="rId11" Type="http://schemas.openxmlformats.org/officeDocument/2006/relationships/image" Target="../media/image11.png"/><Relationship Id="rId10" Type="http://schemas.openxmlformats.org/officeDocument/2006/relationships/image" Target="../media/image10.svg"/><Relationship Id="rId1" Type="http://schemas.openxmlformats.org/officeDocument/2006/relationships/image" Target="../media/image1.png"/></Relationships>
</file>

<file path=ppt/slides/_rels/slide4.xml.rels><?xml version="1.0" encoding="UTF-8" standalone="yes"?>
<Relationships xmlns="http://schemas.openxmlformats.org/package/2006/relationships"><Relationship Id="rId8" Type="http://schemas.openxmlformats.org/officeDocument/2006/relationships/notesSlide" Target="../notesSlides/notesSlide4.xml"/><Relationship Id="rId7" Type="http://schemas.openxmlformats.org/officeDocument/2006/relationships/slideLayout" Target="../slideLayouts/slideLayout7.xml"/><Relationship Id="rId6" Type="http://schemas.openxmlformats.org/officeDocument/2006/relationships/image" Target="../media/image20.svg"/><Relationship Id="rId5" Type="http://schemas.openxmlformats.org/officeDocument/2006/relationships/image" Target="../media/image19.png"/><Relationship Id="rId4" Type="http://schemas.openxmlformats.org/officeDocument/2006/relationships/image" Target="../media/image18.svg"/><Relationship Id="rId3" Type="http://schemas.openxmlformats.org/officeDocument/2006/relationships/image" Target="../media/image17.png"/><Relationship Id="rId2" Type="http://schemas.openxmlformats.org/officeDocument/2006/relationships/image" Target="../media/image16.svg"/><Relationship Id="rId1" Type="http://schemas.openxmlformats.org/officeDocument/2006/relationships/image" Target="../media/image15.png"/></Relationships>
</file>

<file path=ppt/slides/_rels/slide5.xml.rels><?xml version="1.0" encoding="UTF-8" standalone="yes"?>
<Relationships xmlns="http://schemas.openxmlformats.org/package/2006/relationships"><Relationship Id="rId9" Type="http://schemas.openxmlformats.org/officeDocument/2006/relationships/image" Target="../media/image27.png"/><Relationship Id="rId8" Type="http://schemas.openxmlformats.org/officeDocument/2006/relationships/image" Target="../media/image26.svg"/><Relationship Id="rId7" Type="http://schemas.openxmlformats.org/officeDocument/2006/relationships/image" Target="../media/image25.png"/><Relationship Id="rId6" Type="http://schemas.openxmlformats.org/officeDocument/2006/relationships/image" Target="../media/image24.svg"/><Relationship Id="rId5" Type="http://schemas.openxmlformats.org/officeDocument/2006/relationships/image" Target="../media/image23.png"/><Relationship Id="rId4" Type="http://schemas.openxmlformats.org/officeDocument/2006/relationships/image" Target="../media/image2.svg"/><Relationship Id="rId3" Type="http://schemas.openxmlformats.org/officeDocument/2006/relationships/image" Target="../media/image1.png"/><Relationship Id="rId2" Type="http://schemas.openxmlformats.org/officeDocument/2006/relationships/image" Target="../media/image22.svg"/><Relationship Id="rId18" Type="http://schemas.openxmlformats.org/officeDocument/2006/relationships/notesSlide" Target="../notesSlides/notesSlide5.xml"/><Relationship Id="rId17" Type="http://schemas.openxmlformats.org/officeDocument/2006/relationships/slideLayout" Target="../slideLayouts/slideLayout7.xml"/><Relationship Id="rId16" Type="http://schemas.openxmlformats.org/officeDocument/2006/relationships/image" Target="../media/image34.svg"/><Relationship Id="rId15" Type="http://schemas.openxmlformats.org/officeDocument/2006/relationships/image" Target="../media/image33.png"/><Relationship Id="rId14" Type="http://schemas.openxmlformats.org/officeDocument/2006/relationships/image" Target="../media/image32.svg"/><Relationship Id="rId13" Type="http://schemas.openxmlformats.org/officeDocument/2006/relationships/image" Target="../media/image31.png"/><Relationship Id="rId12" Type="http://schemas.openxmlformats.org/officeDocument/2006/relationships/image" Target="../media/image30.svg"/><Relationship Id="rId11" Type="http://schemas.openxmlformats.org/officeDocument/2006/relationships/image" Target="../media/image29.png"/><Relationship Id="rId10" Type="http://schemas.openxmlformats.org/officeDocument/2006/relationships/image" Target="../media/image28.svg"/><Relationship Id="rId1" Type="http://schemas.openxmlformats.org/officeDocument/2006/relationships/image" Target="../media/image21.png"/></Relationships>
</file>

<file path=ppt/slides/_rels/slide6.xml.rels><?xml version="1.0" encoding="UTF-8" standalone="yes"?>
<Relationships xmlns="http://schemas.openxmlformats.org/package/2006/relationships"><Relationship Id="rId9" Type="http://schemas.openxmlformats.org/officeDocument/2006/relationships/image" Target="../media/image27.png"/><Relationship Id="rId8" Type="http://schemas.openxmlformats.org/officeDocument/2006/relationships/image" Target="../media/image26.svg"/><Relationship Id="rId7" Type="http://schemas.openxmlformats.org/officeDocument/2006/relationships/image" Target="../media/image25.png"/><Relationship Id="rId6" Type="http://schemas.openxmlformats.org/officeDocument/2006/relationships/image" Target="../media/image24.svg"/><Relationship Id="rId5" Type="http://schemas.openxmlformats.org/officeDocument/2006/relationships/image" Target="../media/image23.png"/><Relationship Id="rId4" Type="http://schemas.openxmlformats.org/officeDocument/2006/relationships/image" Target="../media/image2.svg"/><Relationship Id="rId3" Type="http://schemas.openxmlformats.org/officeDocument/2006/relationships/image" Target="../media/image1.png"/><Relationship Id="rId2" Type="http://schemas.openxmlformats.org/officeDocument/2006/relationships/image" Target="../media/image34.svg"/><Relationship Id="rId18" Type="http://schemas.openxmlformats.org/officeDocument/2006/relationships/notesSlide" Target="../notesSlides/notesSlide6.xml"/><Relationship Id="rId17" Type="http://schemas.openxmlformats.org/officeDocument/2006/relationships/slideLayout" Target="../slideLayouts/slideLayout7.xml"/><Relationship Id="rId16" Type="http://schemas.openxmlformats.org/officeDocument/2006/relationships/image" Target="../media/image36.svg"/><Relationship Id="rId15" Type="http://schemas.openxmlformats.org/officeDocument/2006/relationships/image" Target="../media/image35.png"/><Relationship Id="rId14" Type="http://schemas.openxmlformats.org/officeDocument/2006/relationships/image" Target="../media/image32.svg"/><Relationship Id="rId13" Type="http://schemas.openxmlformats.org/officeDocument/2006/relationships/image" Target="../media/image31.png"/><Relationship Id="rId12" Type="http://schemas.openxmlformats.org/officeDocument/2006/relationships/image" Target="../media/image30.svg"/><Relationship Id="rId11" Type="http://schemas.openxmlformats.org/officeDocument/2006/relationships/image" Target="../media/image29.png"/><Relationship Id="rId10" Type="http://schemas.openxmlformats.org/officeDocument/2006/relationships/image" Target="../media/image28.svg"/><Relationship Id="rId1" Type="http://schemas.openxmlformats.org/officeDocument/2006/relationships/image" Target="../media/image33.png"/></Relationships>
</file>

<file path=ppt/slides/_rels/slide7.xml.rels><?xml version="1.0" encoding="UTF-8" standalone="yes"?>
<Relationships xmlns="http://schemas.openxmlformats.org/package/2006/relationships"><Relationship Id="rId9" Type="http://schemas.openxmlformats.org/officeDocument/2006/relationships/image" Target="../media/image41.png"/><Relationship Id="rId8" Type="http://schemas.openxmlformats.org/officeDocument/2006/relationships/image" Target="../media/image12.svg"/><Relationship Id="rId7" Type="http://schemas.openxmlformats.org/officeDocument/2006/relationships/image" Target="../media/image11.png"/><Relationship Id="rId6" Type="http://schemas.openxmlformats.org/officeDocument/2006/relationships/image" Target="../media/image40.svg"/><Relationship Id="rId5" Type="http://schemas.openxmlformats.org/officeDocument/2006/relationships/image" Target="../media/image39.png"/><Relationship Id="rId4" Type="http://schemas.openxmlformats.org/officeDocument/2006/relationships/image" Target="../media/image30.svg"/><Relationship Id="rId3" Type="http://schemas.openxmlformats.org/officeDocument/2006/relationships/image" Target="../media/image29.png"/><Relationship Id="rId2" Type="http://schemas.openxmlformats.org/officeDocument/2006/relationships/image" Target="../media/image38.svg"/><Relationship Id="rId16" Type="http://schemas.openxmlformats.org/officeDocument/2006/relationships/notesSlide" Target="../notesSlides/notesSlide7.xml"/><Relationship Id="rId15" Type="http://schemas.openxmlformats.org/officeDocument/2006/relationships/slideLayout" Target="../slideLayouts/slideLayout7.xml"/><Relationship Id="rId14" Type="http://schemas.openxmlformats.org/officeDocument/2006/relationships/image" Target="../media/image46.svg"/><Relationship Id="rId13" Type="http://schemas.openxmlformats.org/officeDocument/2006/relationships/image" Target="../media/image45.png"/><Relationship Id="rId12" Type="http://schemas.openxmlformats.org/officeDocument/2006/relationships/image" Target="../media/image44.svg"/><Relationship Id="rId11" Type="http://schemas.openxmlformats.org/officeDocument/2006/relationships/image" Target="../media/image43.png"/><Relationship Id="rId10" Type="http://schemas.openxmlformats.org/officeDocument/2006/relationships/image" Target="../media/image42.svg"/><Relationship Id="rId1" Type="http://schemas.openxmlformats.org/officeDocument/2006/relationships/image" Target="../media/image37.png"/></Relationships>
</file>

<file path=ppt/slides/_rels/slide8.xml.rels><?xml version="1.0" encoding="UTF-8" standalone="yes"?>
<Relationships xmlns="http://schemas.openxmlformats.org/package/2006/relationships"><Relationship Id="rId9" Type="http://schemas.openxmlformats.org/officeDocument/2006/relationships/slideLayout" Target="../slideLayouts/slideLayout7.xml"/><Relationship Id="rId8" Type="http://schemas.openxmlformats.org/officeDocument/2006/relationships/image" Target="../media/image2.svg"/><Relationship Id="rId7" Type="http://schemas.openxmlformats.org/officeDocument/2006/relationships/image" Target="../media/image1.png"/><Relationship Id="rId6" Type="http://schemas.openxmlformats.org/officeDocument/2006/relationships/image" Target="../media/image34.svg"/><Relationship Id="rId5" Type="http://schemas.openxmlformats.org/officeDocument/2006/relationships/image" Target="../media/image33.png"/><Relationship Id="rId4" Type="http://schemas.openxmlformats.org/officeDocument/2006/relationships/image" Target="../media/image50.svg"/><Relationship Id="rId3" Type="http://schemas.openxmlformats.org/officeDocument/2006/relationships/image" Target="../media/image49.png"/><Relationship Id="rId2" Type="http://schemas.openxmlformats.org/officeDocument/2006/relationships/image" Target="../media/image48.svg"/><Relationship Id="rId10" Type="http://schemas.openxmlformats.org/officeDocument/2006/relationships/notesSlide" Target="../notesSlides/notesSlide8.xml"/><Relationship Id="rId1" Type="http://schemas.openxmlformats.org/officeDocument/2006/relationships/image" Target="../media/image47.png"/></Relationships>
</file>

<file path=ppt/slides/_rels/slide9.xml.rels><?xml version="1.0" encoding="UTF-8" standalone="yes"?>
<Relationships xmlns="http://schemas.openxmlformats.org/package/2006/relationships"><Relationship Id="rId9" Type="http://schemas.openxmlformats.org/officeDocument/2006/relationships/slideLayout" Target="../slideLayouts/slideLayout7.xml"/><Relationship Id="rId8" Type="http://schemas.openxmlformats.org/officeDocument/2006/relationships/image" Target="../media/image2.svg"/><Relationship Id="rId7" Type="http://schemas.openxmlformats.org/officeDocument/2006/relationships/image" Target="../media/image1.png"/><Relationship Id="rId6" Type="http://schemas.openxmlformats.org/officeDocument/2006/relationships/image" Target="../media/image34.svg"/><Relationship Id="rId5" Type="http://schemas.openxmlformats.org/officeDocument/2006/relationships/image" Target="../media/image33.png"/><Relationship Id="rId4" Type="http://schemas.openxmlformats.org/officeDocument/2006/relationships/image" Target="../media/image50.svg"/><Relationship Id="rId3" Type="http://schemas.openxmlformats.org/officeDocument/2006/relationships/image" Target="../media/image49.png"/><Relationship Id="rId2" Type="http://schemas.openxmlformats.org/officeDocument/2006/relationships/image" Target="../media/image48.svg"/><Relationship Id="rId10" Type="http://schemas.openxmlformats.org/officeDocument/2006/relationships/notesSlide" Target="../notesSlides/notesSlide9.xml"/><Relationship Id="rId1" Type="http://schemas.openxmlformats.org/officeDocument/2006/relationships/image" Target="../media/image47.png"/></Relationships>
</file>

<file path=ppt/slides/_rels/slide10.xml.rels><?xml version="1.0" encoding="UTF-8" standalone="yes"?>
<Relationships xmlns="http://schemas.openxmlformats.org/package/2006/relationships"><Relationship Id="rId9" Type="http://schemas.openxmlformats.org/officeDocument/2006/relationships/image" Target="../media/image29.png"/><Relationship Id="rId8" Type="http://schemas.openxmlformats.org/officeDocument/2006/relationships/image" Target="../media/image28.svg"/><Relationship Id="rId7" Type="http://schemas.openxmlformats.org/officeDocument/2006/relationships/image" Target="../media/image27.png"/><Relationship Id="rId6" Type="http://schemas.openxmlformats.org/officeDocument/2006/relationships/image" Target="../media/image26.svg"/><Relationship Id="rId5" Type="http://schemas.openxmlformats.org/officeDocument/2006/relationships/image" Target="../media/image25.png"/><Relationship Id="rId4" Type="http://schemas.openxmlformats.org/officeDocument/2006/relationships/image" Target="../media/image24.svg"/><Relationship Id="rId3" Type="http://schemas.openxmlformats.org/officeDocument/2006/relationships/image" Target="../media/image23.png"/><Relationship Id="rId2" Type="http://schemas.openxmlformats.org/officeDocument/2006/relationships/image" Target="../media/image2.svg"/><Relationship Id="rId16" Type="http://schemas.openxmlformats.org/officeDocument/2006/relationships/notesSlide" Target="../notesSlides/notesSlide10.xml"/><Relationship Id="rId15" Type="http://schemas.openxmlformats.org/officeDocument/2006/relationships/slideLayout" Target="../slideLayouts/slideLayout7.xml"/><Relationship Id="rId14" Type="http://schemas.openxmlformats.org/officeDocument/2006/relationships/image" Target="../media/image34.svg"/><Relationship Id="rId13" Type="http://schemas.openxmlformats.org/officeDocument/2006/relationships/image" Target="../media/image33.png"/><Relationship Id="rId12" Type="http://schemas.openxmlformats.org/officeDocument/2006/relationships/image" Target="../media/image32.svg"/><Relationship Id="rId11" Type="http://schemas.openxmlformats.org/officeDocument/2006/relationships/image" Target="../media/image31.png"/><Relationship Id="rId10" Type="http://schemas.openxmlformats.org/officeDocument/2006/relationships/image" Target="../media/image30.svg"/><Relationship Id="rId1" Type="http://schemas.openxmlformats.org/officeDocument/2006/relationships/image" Target="../media/image1.png"/></Relationships>
</file>

<file path=ppt/slides/_rels/slide11.xml.rels><?xml version="1.0" encoding="UTF-8" standalone="yes"?>
<Relationships xmlns="http://schemas.openxmlformats.org/package/2006/relationships"><Relationship Id="rId9" Type="http://schemas.openxmlformats.org/officeDocument/2006/relationships/notesSlide" Target="../notesSlides/notesSlide11.xml"/><Relationship Id="rId8" Type="http://schemas.openxmlformats.org/officeDocument/2006/relationships/slideLayout" Target="../slideLayouts/slideLayout7.xml"/><Relationship Id="rId7" Type="http://schemas.openxmlformats.org/officeDocument/2006/relationships/image" Target="../media/image33.png"/><Relationship Id="rId6" Type="http://schemas.openxmlformats.org/officeDocument/2006/relationships/image" Target="../media/image31.png"/><Relationship Id="rId5" Type="http://schemas.openxmlformats.org/officeDocument/2006/relationships/image" Target="../media/image29.png"/><Relationship Id="rId4" Type="http://schemas.openxmlformats.org/officeDocument/2006/relationships/image" Target="../media/image27.png"/><Relationship Id="rId3" Type="http://schemas.openxmlformats.org/officeDocument/2006/relationships/image" Target="../media/image25.png"/><Relationship Id="rId2" Type="http://schemas.openxmlformats.org/officeDocument/2006/relationships/image" Target="../media/image23.png"/><Relationship Id="rId1" Type="http://schemas.openxmlformats.org/officeDocument/2006/relationships/image" Target="../media/image1.png"/></Relationships>
</file>

<file path=ppt/slides/_rels/slide12.xml.rels><?xml version="1.0" encoding="UTF-8" standalone="yes"?>
<Relationships xmlns="http://schemas.openxmlformats.org/package/2006/relationships"><Relationship Id="rId6" Type="http://schemas.openxmlformats.org/officeDocument/2006/relationships/notesSlide" Target="../notesSlides/notesSlide12.xml"/><Relationship Id="rId5" Type="http://schemas.openxmlformats.org/officeDocument/2006/relationships/slideLayout" Target="../slideLayouts/slideLayout7.xml"/><Relationship Id="rId4" Type="http://schemas.openxmlformats.org/officeDocument/2006/relationships/image" Target="../media/image1.png"/><Relationship Id="rId3" Type="http://schemas.openxmlformats.org/officeDocument/2006/relationships/image" Target="../media/image33.png"/><Relationship Id="rId2" Type="http://schemas.openxmlformats.org/officeDocument/2006/relationships/image" Target="../media/image49.png"/><Relationship Id="rId1" Type="http://schemas.openxmlformats.org/officeDocument/2006/relationships/image" Target="../media/image47.png"/></Relationships>
</file>

<file path=ppt/slides/_rels/slide13.xml.rels><?xml version="1.0" encoding="UTF-8" standalone="yes"?>
<Relationships xmlns="http://schemas.openxmlformats.org/package/2006/relationships"><Relationship Id="rId9" Type="http://schemas.openxmlformats.org/officeDocument/2006/relationships/notesSlide" Target="../notesSlides/notesSlide13.xml"/><Relationship Id="rId8" Type="http://schemas.openxmlformats.org/officeDocument/2006/relationships/slideLayout" Target="../slideLayouts/slideLayout7.xml"/><Relationship Id="rId7" Type="http://schemas.openxmlformats.org/officeDocument/2006/relationships/image" Target="../media/image33.png"/><Relationship Id="rId6" Type="http://schemas.openxmlformats.org/officeDocument/2006/relationships/image" Target="../media/image31.png"/><Relationship Id="rId5" Type="http://schemas.openxmlformats.org/officeDocument/2006/relationships/image" Target="../media/image29.png"/><Relationship Id="rId4" Type="http://schemas.openxmlformats.org/officeDocument/2006/relationships/image" Target="../media/image27.png"/><Relationship Id="rId3" Type="http://schemas.openxmlformats.org/officeDocument/2006/relationships/image" Target="../media/image25.png"/><Relationship Id="rId2" Type="http://schemas.openxmlformats.org/officeDocument/2006/relationships/image" Target="../media/image23.png"/><Relationship Id="rId1" Type="http://schemas.openxmlformats.org/officeDocument/2006/relationships/image" Target="../media/image1.png"/></Relationships>
</file>

<file path=ppt/slides/_rels/slide14.xml.rels><?xml version="1.0" encoding="UTF-8" standalone="yes"?>
<Relationships xmlns="http://schemas.openxmlformats.org/package/2006/relationships"><Relationship Id="rId9" Type="http://schemas.openxmlformats.org/officeDocument/2006/relationships/image" Target="../media/image1.png"/><Relationship Id="rId8" Type="http://schemas.openxmlformats.org/officeDocument/2006/relationships/image" Target="../media/image56.svg"/><Relationship Id="rId7" Type="http://schemas.openxmlformats.org/officeDocument/2006/relationships/image" Target="../media/image55.png"/><Relationship Id="rId6" Type="http://schemas.openxmlformats.org/officeDocument/2006/relationships/image" Target="../media/image49.png"/><Relationship Id="rId5" Type="http://schemas.openxmlformats.org/officeDocument/2006/relationships/image" Target="../media/image54.svg"/><Relationship Id="rId4" Type="http://schemas.openxmlformats.org/officeDocument/2006/relationships/image" Target="../media/image53.png"/><Relationship Id="rId3" Type="http://schemas.openxmlformats.org/officeDocument/2006/relationships/image" Target="../media/image47.png"/><Relationship Id="rId2" Type="http://schemas.openxmlformats.org/officeDocument/2006/relationships/image" Target="../media/image52.svg"/><Relationship Id="rId17" Type="http://schemas.openxmlformats.org/officeDocument/2006/relationships/notesSlide" Target="../notesSlides/notesSlide14.xml"/><Relationship Id="rId16" Type="http://schemas.openxmlformats.org/officeDocument/2006/relationships/slideLayout" Target="../slideLayouts/slideLayout7.xml"/><Relationship Id="rId15" Type="http://schemas.openxmlformats.org/officeDocument/2006/relationships/image" Target="../media/image33.png"/><Relationship Id="rId14" Type="http://schemas.openxmlformats.org/officeDocument/2006/relationships/image" Target="../media/image9.png"/><Relationship Id="rId13" Type="http://schemas.openxmlformats.org/officeDocument/2006/relationships/image" Target="../media/image7.png"/><Relationship Id="rId12" Type="http://schemas.openxmlformats.org/officeDocument/2006/relationships/image" Target="../media/image5.png"/><Relationship Id="rId11" Type="http://schemas.openxmlformats.org/officeDocument/2006/relationships/image" Target="../media/image25.png"/><Relationship Id="rId10" Type="http://schemas.openxmlformats.org/officeDocument/2006/relationships/image" Target="../media/image23.png"/><Relationship Id="rId1" Type="http://schemas.openxmlformats.org/officeDocument/2006/relationships/image" Target="../media/image51.png"/></Relationships>
</file>

<file path=ppt/slides/_rels/slide15.xml.rels><?xml version="1.0" encoding="UTF-8" standalone="yes"?>
<Relationships xmlns="http://schemas.openxmlformats.org/package/2006/relationships"><Relationship Id="rId9" Type="http://schemas.openxmlformats.org/officeDocument/2006/relationships/image" Target="../media/image1.png"/><Relationship Id="rId8" Type="http://schemas.openxmlformats.org/officeDocument/2006/relationships/image" Target="../media/image56.svg"/><Relationship Id="rId7" Type="http://schemas.openxmlformats.org/officeDocument/2006/relationships/image" Target="../media/image55.png"/><Relationship Id="rId6" Type="http://schemas.openxmlformats.org/officeDocument/2006/relationships/image" Target="../media/image49.png"/><Relationship Id="rId5" Type="http://schemas.openxmlformats.org/officeDocument/2006/relationships/image" Target="../media/image54.svg"/><Relationship Id="rId4" Type="http://schemas.openxmlformats.org/officeDocument/2006/relationships/image" Target="../media/image53.png"/><Relationship Id="rId3" Type="http://schemas.openxmlformats.org/officeDocument/2006/relationships/image" Target="../media/image47.png"/><Relationship Id="rId2" Type="http://schemas.openxmlformats.org/officeDocument/2006/relationships/image" Target="../media/image52.svg"/><Relationship Id="rId17" Type="http://schemas.openxmlformats.org/officeDocument/2006/relationships/notesSlide" Target="../notesSlides/notesSlide15.xml"/><Relationship Id="rId16" Type="http://schemas.openxmlformats.org/officeDocument/2006/relationships/slideLayout" Target="../slideLayouts/slideLayout7.xml"/><Relationship Id="rId15" Type="http://schemas.openxmlformats.org/officeDocument/2006/relationships/image" Target="../media/image33.png"/><Relationship Id="rId14" Type="http://schemas.openxmlformats.org/officeDocument/2006/relationships/image" Target="../media/image9.png"/><Relationship Id="rId13" Type="http://schemas.openxmlformats.org/officeDocument/2006/relationships/image" Target="../media/image7.png"/><Relationship Id="rId12" Type="http://schemas.openxmlformats.org/officeDocument/2006/relationships/image" Target="../media/image5.png"/><Relationship Id="rId11" Type="http://schemas.openxmlformats.org/officeDocument/2006/relationships/image" Target="../media/image25.png"/><Relationship Id="rId10" Type="http://schemas.openxmlformats.org/officeDocument/2006/relationships/image" Target="../media/image23.png"/><Relationship Id="rId1" Type="http://schemas.openxmlformats.org/officeDocument/2006/relationships/image" Target="../media/image51.png"/></Relationships>
</file>

<file path=ppt/slides/_rels/slide16.xml.rels><?xml version="1.0" encoding="UTF-8" standalone="yes"?>
<Relationships xmlns="http://schemas.openxmlformats.org/package/2006/relationships"><Relationship Id="rId9" Type="http://schemas.openxmlformats.org/officeDocument/2006/relationships/image" Target="../media/image55.png"/><Relationship Id="rId8" Type="http://schemas.openxmlformats.org/officeDocument/2006/relationships/image" Target="../media/image49.png"/><Relationship Id="rId7" Type="http://schemas.openxmlformats.org/officeDocument/2006/relationships/image" Target="../media/image54.svg"/><Relationship Id="rId6" Type="http://schemas.openxmlformats.org/officeDocument/2006/relationships/image" Target="../media/image53.png"/><Relationship Id="rId5" Type="http://schemas.openxmlformats.org/officeDocument/2006/relationships/image" Target="../media/image47.png"/><Relationship Id="rId4" Type="http://schemas.openxmlformats.org/officeDocument/2006/relationships/image" Target="../media/image52.svg"/><Relationship Id="rId3" Type="http://schemas.openxmlformats.org/officeDocument/2006/relationships/image" Target="../media/image51.png"/><Relationship Id="rId2" Type="http://schemas.openxmlformats.org/officeDocument/2006/relationships/image" Target="../media/image58.svg"/><Relationship Id="rId19" Type="http://schemas.openxmlformats.org/officeDocument/2006/relationships/notesSlide" Target="../notesSlides/notesSlide16.xml"/><Relationship Id="rId18" Type="http://schemas.openxmlformats.org/officeDocument/2006/relationships/slideLayout" Target="../slideLayouts/slideLayout7.xml"/><Relationship Id="rId17" Type="http://schemas.openxmlformats.org/officeDocument/2006/relationships/image" Target="../media/image33.png"/><Relationship Id="rId16" Type="http://schemas.openxmlformats.org/officeDocument/2006/relationships/image" Target="../media/image9.png"/><Relationship Id="rId15" Type="http://schemas.openxmlformats.org/officeDocument/2006/relationships/image" Target="../media/image7.png"/><Relationship Id="rId14" Type="http://schemas.openxmlformats.org/officeDocument/2006/relationships/image" Target="../media/image5.png"/><Relationship Id="rId13" Type="http://schemas.openxmlformats.org/officeDocument/2006/relationships/image" Target="../media/image25.png"/><Relationship Id="rId12" Type="http://schemas.openxmlformats.org/officeDocument/2006/relationships/image" Target="../media/image23.png"/><Relationship Id="rId11" Type="http://schemas.openxmlformats.org/officeDocument/2006/relationships/image" Target="../media/image1.png"/><Relationship Id="rId10" Type="http://schemas.openxmlformats.org/officeDocument/2006/relationships/image" Target="../media/image56.svg"/><Relationship Id="rId1" Type="http://schemas.openxmlformats.org/officeDocument/2006/relationships/image" Target="../media/image57.png"/></Relationships>
</file>

<file path=ppt/slides/_rels/slide17.xml.rels><?xml version="1.0" encoding="UTF-8" standalone="yes"?>
<Relationships xmlns="http://schemas.openxmlformats.org/package/2006/relationships"><Relationship Id="rId9" Type="http://schemas.openxmlformats.org/officeDocument/2006/relationships/slideLayout" Target="../slideLayouts/slideLayout7.xml"/><Relationship Id="rId8" Type="http://schemas.openxmlformats.org/officeDocument/2006/relationships/image" Target="../media/image56.svg"/><Relationship Id="rId7" Type="http://schemas.openxmlformats.org/officeDocument/2006/relationships/image" Target="../media/image55.png"/><Relationship Id="rId6" Type="http://schemas.openxmlformats.org/officeDocument/2006/relationships/image" Target="../media/image49.png"/><Relationship Id="rId5" Type="http://schemas.openxmlformats.org/officeDocument/2006/relationships/image" Target="../media/image54.svg"/><Relationship Id="rId4" Type="http://schemas.openxmlformats.org/officeDocument/2006/relationships/image" Target="../media/image53.png"/><Relationship Id="rId3" Type="http://schemas.openxmlformats.org/officeDocument/2006/relationships/image" Target="../media/image47.png"/><Relationship Id="rId2" Type="http://schemas.openxmlformats.org/officeDocument/2006/relationships/image" Target="../media/image52.svg"/><Relationship Id="rId10" Type="http://schemas.openxmlformats.org/officeDocument/2006/relationships/notesSlide" Target="../notesSlides/notesSlide17.xml"/><Relationship Id="rId1" Type="http://schemas.openxmlformats.org/officeDocument/2006/relationships/image" Target="../media/image51.png"/></Relationships>
</file>

<file path=ppt/slides/_rels/slide18.xml.rels><?xml version="1.0" encoding="UTF-8" standalone="yes"?>
<Relationships xmlns="http://schemas.openxmlformats.org/package/2006/relationships"><Relationship Id="rId9" Type="http://schemas.openxmlformats.org/officeDocument/2006/relationships/image" Target="../media/image67.png"/><Relationship Id="rId8" Type="http://schemas.openxmlformats.org/officeDocument/2006/relationships/image" Target="../media/image66.svg"/><Relationship Id="rId7" Type="http://schemas.openxmlformats.org/officeDocument/2006/relationships/image" Target="../media/image65.png"/><Relationship Id="rId6" Type="http://schemas.openxmlformats.org/officeDocument/2006/relationships/image" Target="../media/image64.svg"/><Relationship Id="rId5" Type="http://schemas.openxmlformats.org/officeDocument/2006/relationships/image" Target="../media/image63.png"/><Relationship Id="rId4" Type="http://schemas.openxmlformats.org/officeDocument/2006/relationships/image" Target="../media/image62.svg"/><Relationship Id="rId3" Type="http://schemas.openxmlformats.org/officeDocument/2006/relationships/image" Target="../media/image61.png"/><Relationship Id="rId28" Type="http://schemas.openxmlformats.org/officeDocument/2006/relationships/notesSlide" Target="../notesSlides/notesSlide18.xml"/><Relationship Id="rId27" Type="http://schemas.openxmlformats.org/officeDocument/2006/relationships/slideLayout" Target="../slideLayouts/slideLayout7.xml"/><Relationship Id="rId26" Type="http://schemas.openxmlformats.org/officeDocument/2006/relationships/image" Target="../media/image84.svg"/><Relationship Id="rId25" Type="http://schemas.openxmlformats.org/officeDocument/2006/relationships/image" Target="../media/image83.png"/><Relationship Id="rId24" Type="http://schemas.openxmlformats.org/officeDocument/2006/relationships/image" Target="../media/image82.svg"/><Relationship Id="rId23" Type="http://schemas.openxmlformats.org/officeDocument/2006/relationships/image" Target="../media/image81.png"/><Relationship Id="rId22" Type="http://schemas.openxmlformats.org/officeDocument/2006/relationships/image" Target="../media/image80.svg"/><Relationship Id="rId21" Type="http://schemas.openxmlformats.org/officeDocument/2006/relationships/image" Target="../media/image79.png"/><Relationship Id="rId20" Type="http://schemas.openxmlformats.org/officeDocument/2006/relationships/image" Target="../media/image78.svg"/><Relationship Id="rId2" Type="http://schemas.openxmlformats.org/officeDocument/2006/relationships/image" Target="../media/image60.svg"/><Relationship Id="rId19" Type="http://schemas.openxmlformats.org/officeDocument/2006/relationships/image" Target="../media/image77.png"/><Relationship Id="rId18" Type="http://schemas.openxmlformats.org/officeDocument/2006/relationships/image" Target="../media/image76.svg"/><Relationship Id="rId17" Type="http://schemas.openxmlformats.org/officeDocument/2006/relationships/image" Target="../media/image75.png"/><Relationship Id="rId16" Type="http://schemas.openxmlformats.org/officeDocument/2006/relationships/image" Target="../media/image74.svg"/><Relationship Id="rId15" Type="http://schemas.openxmlformats.org/officeDocument/2006/relationships/image" Target="../media/image73.png"/><Relationship Id="rId14" Type="http://schemas.openxmlformats.org/officeDocument/2006/relationships/image" Target="../media/image72.svg"/><Relationship Id="rId13" Type="http://schemas.openxmlformats.org/officeDocument/2006/relationships/image" Target="../media/image71.png"/><Relationship Id="rId12" Type="http://schemas.openxmlformats.org/officeDocument/2006/relationships/image" Target="../media/image70.svg"/><Relationship Id="rId11" Type="http://schemas.openxmlformats.org/officeDocument/2006/relationships/image" Target="../media/image69.png"/><Relationship Id="rId10" Type="http://schemas.openxmlformats.org/officeDocument/2006/relationships/image" Target="../media/image68.svg"/><Relationship Id="rId1" Type="http://schemas.openxmlformats.org/officeDocument/2006/relationships/image" Target="../media/image59.png"/></Relationships>
</file>

<file path=ppt/slides/_rels/slide19.xml.rels><?xml version="1.0" encoding="UTF-8" standalone="yes"?>
<Relationships xmlns="http://schemas.openxmlformats.org/package/2006/relationships"><Relationship Id="rId9" Type="http://schemas.openxmlformats.org/officeDocument/2006/relationships/slideLayout" Target="../slideLayouts/slideLayout7.xml"/><Relationship Id="rId8" Type="http://schemas.openxmlformats.org/officeDocument/2006/relationships/image" Target="../media/image85.png"/><Relationship Id="rId7" Type="http://schemas.openxmlformats.org/officeDocument/2006/relationships/image" Target="../media/image33.png"/><Relationship Id="rId6" Type="http://schemas.openxmlformats.org/officeDocument/2006/relationships/image" Target="../media/image31.png"/><Relationship Id="rId5" Type="http://schemas.openxmlformats.org/officeDocument/2006/relationships/image" Target="../media/image29.png"/><Relationship Id="rId4" Type="http://schemas.openxmlformats.org/officeDocument/2006/relationships/image" Target="../media/image27.png"/><Relationship Id="rId3" Type="http://schemas.openxmlformats.org/officeDocument/2006/relationships/image" Target="../media/image25.png"/><Relationship Id="rId2" Type="http://schemas.openxmlformats.org/officeDocument/2006/relationships/image" Target="../media/image23.png"/><Relationship Id="rId10" Type="http://schemas.openxmlformats.org/officeDocument/2006/relationships/notesSlide" Target="../notesSlides/notesSlide19.xml"/><Relationship Id="rId1" Type="http://schemas.openxmlformats.org/officeDocument/2006/relationships/image" Target="../media/image1.png"/></Relationships>
</file>

<file path=ppt/slides/_rels/slide20.xml.rels><?xml version="1.0" encoding="UTF-8" standalone="yes"?>
<Relationships xmlns="http://schemas.openxmlformats.org/package/2006/relationships"><Relationship Id="rId9" Type="http://schemas.openxmlformats.org/officeDocument/2006/relationships/slideLayout" Target="../slideLayouts/slideLayout7.xml"/><Relationship Id="rId8" Type="http://schemas.openxmlformats.org/officeDocument/2006/relationships/image" Target="../media/image86.png"/><Relationship Id="rId7" Type="http://schemas.openxmlformats.org/officeDocument/2006/relationships/image" Target="../media/image33.png"/><Relationship Id="rId6" Type="http://schemas.openxmlformats.org/officeDocument/2006/relationships/image" Target="../media/image31.png"/><Relationship Id="rId5" Type="http://schemas.openxmlformats.org/officeDocument/2006/relationships/image" Target="../media/image29.png"/><Relationship Id="rId4" Type="http://schemas.openxmlformats.org/officeDocument/2006/relationships/image" Target="../media/image27.png"/><Relationship Id="rId3" Type="http://schemas.openxmlformats.org/officeDocument/2006/relationships/image" Target="../media/image25.png"/><Relationship Id="rId2" Type="http://schemas.openxmlformats.org/officeDocument/2006/relationships/image" Target="../media/image23.png"/><Relationship Id="rId10" Type="http://schemas.openxmlformats.org/officeDocument/2006/relationships/notesSlide" Target="../notesSlides/notesSlide20.xml"/><Relationship Id="rId1" Type="http://schemas.openxmlformats.org/officeDocument/2006/relationships/image" Target="../media/image1.png"/></Relationships>
</file>

<file path=ppt/slides/_rels/slide21.xml.rels><?xml version="1.0" encoding="UTF-8" standalone="yes"?>
<Relationships xmlns="http://schemas.openxmlformats.org/package/2006/relationships"><Relationship Id="rId9" Type="http://schemas.openxmlformats.org/officeDocument/2006/relationships/slideLayout" Target="../slideLayouts/slideLayout7.xml"/><Relationship Id="rId8" Type="http://schemas.openxmlformats.org/officeDocument/2006/relationships/image" Target="../media/image87.png"/><Relationship Id="rId7" Type="http://schemas.openxmlformats.org/officeDocument/2006/relationships/image" Target="../media/image33.png"/><Relationship Id="rId6" Type="http://schemas.openxmlformats.org/officeDocument/2006/relationships/image" Target="../media/image31.png"/><Relationship Id="rId5" Type="http://schemas.openxmlformats.org/officeDocument/2006/relationships/image" Target="../media/image29.png"/><Relationship Id="rId4" Type="http://schemas.openxmlformats.org/officeDocument/2006/relationships/image" Target="../media/image27.png"/><Relationship Id="rId3" Type="http://schemas.openxmlformats.org/officeDocument/2006/relationships/image" Target="../media/image25.png"/><Relationship Id="rId2" Type="http://schemas.openxmlformats.org/officeDocument/2006/relationships/image" Target="../media/image23.png"/><Relationship Id="rId10" Type="http://schemas.openxmlformats.org/officeDocument/2006/relationships/notesSlide" Target="../notesSlides/notesSlide21.xml"/><Relationship Id="rId1" Type="http://schemas.openxmlformats.org/officeDocument/2006/relationships/image" Target="../media/image1.png"/></Relationships>
</file>

<file path=ppt/slides/_rels/slide22.xml.rels><?xml version="1.0" encoding="UTF-8" standalone="yes"?>
<Relationships xmlns="http://schemas.openxmlformats.org/package/2006/relationships"><Relationship Id="rId9" Type="http://schemas.openxmlformats.org/officeDocument/2006/relationships/slideLayout" Target="../slideLayouts/slideLayout7.xml"/><Relationship Id="rId8" Type="http://schemas.openxmlformats.org/officeDocument/2006/relationships/image" Target="../media/image88.png"/><Relationship Id="rId7" Type="http://schemas.openxmlformats.org/officeDocument/2006/relationships/image" Target="../media/image33.png"/><Relationship Id="rId6" Type="http://schemas.openxmlformats.org/officeDocument/2006/relationships/image" Target="../media/image31.png"/><Relationship Id="rId5" Type="http://schemas.openxmlformats.org/officeDocument/2006/relationships/image" Target="../media/image29.png"/><Relationship Id="rId4" Type="http://schemas.openxmlformats.org/officeDocument/2006/relationships/image" Target="../media/image27.png"/><Relationship Id="rId3" Type="http://schemas.openxmlformats.org/officeDocument/2006/relationships/image" Target="../media/image25.png"/><Relationship Id="rId2" Type="http://schemas.openxmlformats.org/officeDocument/2006/relationships/image" Target="../media/image23.png"/><Relationship Id="rId10" Type="http://schemas.openxmlformats.org/officeDocument/2006/relationships/notesSlide" Target="../notesSlides/notesSlide22.xml"/><Relationship Id="rId1" Type="http://schemas.openxmlformats.org/officeDocument/2006/relationships/image" Target="../media/image1.png"/></Relationships>
</file>

<file path=ppt/slides/_rels/slide23.xml.rels><?xml version="1.0" encoding="UTF-8" standalone="yes"?>
<Relationships xmlns="http://schemas.openxmlformats.org/package/2006/relationships"><Relationship Id="rId9" Type="http://schemas.openxmlformats.org/officeDocument/2006/relationships/slideLayout" Target="../slideLayouts/slideLayout7.xml"/><Relationship Id="rId8" Type="http://schemas.openxmlformats.org/officeDocument/2006/relationships/image" Target="../media/image89.png"/><Relationship Id="rId7" Type="http://schemas.openxmlformats.org/officeDocument/2006/relationships/image" Target="../media/image33.png"/><Relationship Id="rId6" Type="http://schemas.openxmlformats.org/officeDocument/2006/relationships/image" Target="../media/image31.png"/><Relationship Id="rId5" Type="http://schemas.openxmlformats.org/officeDocument/2006/relationships/image" Target="../media/image29.png"/><Relationship Id="rId4" Type="http://schemas.openxmlformats.org/officeDocument/2006/relationships/image" Target="../media/image27.png"/><Relationship Id="rId3" Type="http://schemas.openxmlformats.org/officeDocument/2006/relationships/image" Target="../media/image25.png"/><Relationship Id="rId2" Type="http://schemas.openxmlformats.org/officeDocument/2006/relationships/image" Target="../media/image23.png"/><Relationship Id="rId10" Type="http://schemas.openxmlformats.org/officeDocument/2006/relationships/notesSlide" Target="../notesSlides/notesSlide23.xml"/><Relationship Id="rId1" Type="http://schemas.openxmlformats.org/officeDocument/2006/relationships/image" Target="../media/image1.png"/></Relationships>
</file>

<file path=ppt/slides/_rels/slide24.xml.rels><?xml version="1.0" encoding="UTF-8" standalone="yes"?>
<Relationships xmlns="http://schemas.openxmlformats.org/package/2006/relationships"><Relationship Id="rId7" Type="http://schemas.openxmlformats.org/officeDocument/2006/relationships/notesSlide" Target="../notesSlides/notesSlide24.xml"/><Relationship Id="rId6" Type="http://schemas.openxmlformats.org/officeDocument/2006/relationships/slideLayout" Target="../slideLayouts/slideLayout7.xml"/><Relationship Id="rId5" Type="http://schemas.openxmlformats.org/officeDocument/2006/relationships/image" Target="../media/image90.jpeg"/><Relationship Id="rId4" Type="http://schemas.openxmlformats.org/officeDocument/2006/relationships/image" Target="../media/image1.png"/><Relationship Id="rId3" Type="http://schemas.openxmlformats.org/officeDocument/2006/relationships/image" Target="../media/image11.png"/><Relationship Id="rId2" Type="http://schemas.openxmlformats.org/officeDocument/2006/relationships/image" Target="../media/image49.png"/><Relationship Id="rId1" Type="http://schemas.openxmlformats.org/officeDocument/2006/relationships/image" Target="../media/image47.png"/></Relationships>
</file>

<file path=ppt/slides/_rels/slide25.xml.rels><?xml version="1.0" encoding="UTF-8" standalone="yes"?>
<Relationships xmlns="http://schemas.openxmlformats.org/package/2006/relationships"><Relationship Id="rId3" Type="http://schemas.openxmlformats.org/officeDocument/2006/relationships/notesSlide" Target="../notesSlides/notesSlide25.xml"/><Relationship Id="rId2" Type="http://schemas.openxmlformats.org/officeDocument/2006/relationships/slideLayout" Target="../slideLayouts/slideLayout7.xml"/><Relationship Id="rId1" Type="http://schemas.openxmlformats.org/officeDocument/2006/relationships/image" Target="../media/image91.jpeg"/></Relationships>
</file>

<file path=ppt/slides/_rels/slide26.xml.rels><?xml version="1.0" encoding="UTF-8" standalone="yes"?>
<Relationships xmlns="http://schemas.openxmlformats.org/package/2006/relationships"><Relationship Id="rId3" Type="http://schemas.openxmlformats.org/officeDocument/2006/relationships/notesSlide" Target="../notesSlides/notesSlide26.xml"/><Relationship Id="rId2" Type="http://schemas.openxmlformats.org/officeDocument/2006/relationships/slideLayout" Target="../slideLayouts/slideLayout7.xml"/><Relationship Id="rId1" Type="http://schemas.openxmlformats.org/officeDocument/2006/relationships/image" Target="../media/image92.png"/></Relationships>
</file>

<file path=ppt/slides/_rels/slide27.xml.rels><?xml version="1.0" encoding="UTF-8" standalone="yes"?>
<Relationships xmlns="http://schemas.openxmlformats.org/package/2006/relationships"><Relationship Id="rId6" Type="http://schemas.openxmlformats.org/officeDocument/2006/relationships/notesSlide" Target="../notesSlides/notesSlide27.xml"/><Relationship Id="rId5" Type="http://schemas.openxmlformats.org/officeDocument/2006/relationships/slideLayout" Target="../slideLayouts/slideLayout7.xml"/><Relationship Id="rId4" Type="http://schemas.openxmlformats.org/officeDocument/2006/relationships/image" Target="../media/image96.png"/><Relationship Id="rId3" Type="http://schemas.openxmlformats.org/officeDocument/2006/relationships/image" Target="../media/image95.png"/><Relationship Id="rId2" Type="http://schemas.openxmlformats.org/officeDocument/2006/relationships/image" Target="../media/image94.png"/><Relationship Id="rId1" Type="http://schemas.openxmlformats.org/officeDocument/2006/relationships/image" Target="../media/image93.png"/></Relationships>
</file>

<file path=ppt/slides/_rels/slide28.xml.rels><?xml version="1.0" encoding="UTF-8" standalone="yes"?>
<Relationships xmlns="http://schemas.openxmlformats.org/package/2006/relationships"><Relationship Id="rId4" Type="http://schemas.openxmlformats.org/officeDocument/2006/relationships/notesSlide" Target="../notesSlides/notesSlide28.xml"/><Relationship Id="rId3" Type="http://schemas.openxmlformats.org/officeDocument/2006/relationships/slideLayout" Target="../slideLayouts/slideLayout7.xml"/><Relationship Id="rId2" Type="http://schemas.openxmlformats.org/officeDocument/2006/relationships/image" Target="../media/image98.png"/><Relationship Id="rId1" Type="http://schemas.openxmlformats.org/officeDocument/2006/relationships/image" Target="../media/image97.jpeg"/></Relationships>
</file>

<file path=ppt/slides/_rels/slide29.xml.rels><?xml version="1.0" encoding="UTF-8" standalone="yes"?>
<Relationships xmlns="http://schemas.openxmlformats.org/package/2006/relationships"><Relationship Id="rId9" Type="http://schemas.openxmlformats.org/officeDocument/2006/relationships/slideLayout" Target="../slideLayouts/slideLayout7.xml"/><Relationship Id="rId8" Type="http://schemas.openxmlformats.org/officeDocument/2006/relationships/image" Target="../media/image33.png"/><Relationship Id="rId7" Type="http://schemas.openxmlformats.org/officeDocument/2006/relationships/image" Target="../media/image31.png"/><Relationship Id="rId6" Type="http://schemas.openxmlformats.org/officeDocument/2006/relationships/image" Target="../media/image29.png"/><Relationship Id="rId5" Type="http://schemas.openxmlformats.org/officeDocument/2006/relationships/image" Target="../media/image27.png"/><Relationship Id="rId4" Type="http://schemas.openxmlformats.org/officeDocument/2006/relationships/image" Target="../media/image25.png"/><Relationship Id="rId3" Type="http://schemas.openxmlformats.org/officeDocument/2006/relationships/image" Target="../media/image23.png"/><Relationship Id="rId2" Type="http://schemas.openxmlformats.org/officeDocument/2006/relationships/image" Target="../media/image1.png"/><Relationship Id="rId10" Type="http://schemas.openxmlformats.org/officeDocument/2006/relationships/notesSlide" Target="../notesSlides/notesSlide29.xml"/><Relationship Id="rId1" Type="http://schemas.openxmlformats.org/officeDocument/2006/relationships/image" Target="../media/image21.png"/></Relationships>
</file>

<file path=ppt/slides/_rels/slide30.xml.rels><?xml version="1.0" encoding="UTF-8" standalone="yes"?>
<Relationships xmlns="http://schemas.openxmlformats.org/package/2006/relationships"><Relationship Id="rId5" Type="http://schemas.openxmlformats.org/officeDocument/2006/relationships/notesSlide" Target="../notesSlides/notesSlide30.xml"/><Relationship Id="rId4" Type="http://schemas.openxmlformats.org/officeDocument/2006/relationships/slideLayout" Target="../slideLayouts/slideLayout7.xml"/><Relationship Id="rId3" Type="http://schemas.openxmlformats.org/officeDocument/2006/relationships/image" Target="../media/image101.png"/><Relationship Id="rId2" Type="http://schemas.openxmlformats.org/officeDocument/2006/relationships/image" Target="../media/image100.png"/><Relationship Id="rId1" Type="http://schemas.openxmlformats.org/officeDocument/2006/relationships/image" Target="../media/image99.png"/></Relationships>
</file>

<file path=ppt/slides/_rels/slide31.xml.rels><?xml version="1.0" encoding="UTF-8" standalone="yes"?>
<Relationships xmlns="http://schemas.openxmlformats.org/package/2006/relationships"><Relationship Id="rId4" Type="http://schemas.openxmlformats.org/officeDocument/2006/relationships/notesSlide" Target="../notesSlides/notesSlide31.xml"/><Relationship Id="rId3" Type="http://schemas.openxmlformats.org/officeDocument/2006/relationships/slideLayout" Target="../slideLayouts/slideLayout7.xml"/><Relationship Id="rId2" Type="http://schemas.openxmlformats.org/officeDocument/2006/relationships/image" Target="../media/image103.png"/><Relationship Id="rId1" Type="http://schemas.openxmlformats.org/officeDocument/2006/relationships/image" Target="../media/image102.png"/></Relationships>
</file>

<file path=ppt/slides/_rels/slide32.xml.rels><?xml version="1.0" encoding="UTF-8" standalone="yes"?>
<Relationships xmlns="http://schemas.openxmlformats.org/package/2006/relationships"><Relationship Id="rId4" Type="http://schemas.openxmlformats.org/officeDocument/2006/relationships/notesSlide" Target="../notesSlides/notesSlide32.xml"/><Relationship Id="rId3" Type="http://schemas.openxmlformats.org/officeDocument/2006/relationships/slideLayout" Target="../slideLayouts/slideLayout7.xml"/><Relationship Id="rId2" Type="http://schemas.openxmlformats.org/officeDocument/2006/relationships/image" Target="../media/image105.png"/><Relationship Id="rId1" Type="http://schemas.openxmlformats.org/officeDocument/2006/relationships/image" Target="../media/image104.png"/></Relationships>
</file>

<file path=ppt/slides/_rels/slide33.xml.rels><?xml version="1.0" encoding="UTF-8" standalone="yes"?>
<Relationships xmlns="http://schemas.openxmlformats.org/package/2006/relationships"><Relationship Id="rId4" Type="http://schemas.openxmlformats.org/officeDocument/2006/relationships/notesSlide" Target="../notesSlides/notesSlide33.xml"/><Relationship Id="rId3" Type="http://schemas.openxmlformats.org/officeDocument/2006/relationships/slideLayout" Target="../slideLayouts/slideLayout7.xml"/><Relationship Id="rId2" Type="http://schemas.openxmlformats.org/officeDocument/2006/relationships/image" Target="../media/image107.png"/><Relationship Id="rId1" Type="http://schemas.openxmlformats.org/officeDocument/2006/relationships/image" Target="../media/image106.png"/></Relationships>
</file>

<file path=ppt/slides/_rels/slide34.xml.rels><?xml version="1.0" encoding="UTF-8" standalone="yes"?>
<Relationships xmlns="http://schemas.openxmlformats.org/package/2006/relationships"><Relationship Id="rId5" Type="http://schemas.openxmlformats.org/officeDocument/2006/relationships/notesSlide" Target="../notesSlides/notesSlide34.xml"/><Relationship Id="rId4" Type="http://schemas.openxmlformats.org/officeDocument/2006/relationships/slideLayout" Target="../slideLayouts/slideLayout7.xml"/><Relationship Id="rId3" Type="http://schemas.openxmlformats.org/officeDocument/2006/relationships/image" Target="../media/image110.png"/><Relationship Id="rId2" Type="http://schemas.openxmlformats.org/officeDocument/2006/relationships/image" Target="../media/image109.png"/><Relationship Id="rId1" Type="http://schemas.openxmlformats.org/officeDocument/2006/relationships/image" Target="../media/image108.png"/></Relationships>
</file>

<file path=ppt/slides/_rels/slide35.xml.rels><?xml version="1.0" encoding="UTF-8" standalone="yes"?>
<Relationships xmlns="http://schemas.openxmlformats.org/package/2006/relationships"><Relationship Id="rId5" Type="http://schemas.openxmlformats.org/officeDocument/2006/relationships/notesSlide" Target="../notesSlides/notesSlide35.xml"/><Relationship Id="rId4" Type="http://schemas.openxmlformats.org/officeDocument/2006/relationships/slideLayout" Target="../slideLayouts/slideLayout7.xml"/><Relationship Id="rId3" Type="http://schemas.openxmlformats.org/officeDocument/2006/relationships/image" Target="../media/image113.png"/><Relationship Id="rId2" Type="http://schemas.openxmlformats.org/officeDocument/2006/relationships/image" Target="../media/image112.png"/><Relationship Id="rId1" Type="http://schemas.openxmlformats.org/officeDocument/2006/relationships/image" Target="../media/image111.png"/></Relationships>
</file>

<file path=ppt/slides/_rels/slide36.xml.rels><?xml version="1.0" encoding="UTF-8" standalone="yes"?>
<Relationships xmlns="http://schemas.openxmlformats.org/package/2006/relationships"><Relationship Id="rId6" Type="http://schemas.openxmlformats.org/officeDocument/2006/relationships/notesSlide" Target="../notesSlides/notesSlide36.xml"/><Relationship Id="rId5" Type="http://schemas.openxmlformats.org/officeDocument/2006/relationships/slideLayout" Target="../slideLayouts/slideLayout7.xml"/><Relationship Id="rId4" Type="http://schemas.openxmlformats.org/officeDocument/2006/relationships/image" Target="../media/image101.png"/><Relationship Id="rId3" Type="http://schemas.openxmlformats.org/officeDocument/2006/relationships/image" Target="../media/image39.png"/><Relationship Id="rId2" Type="http://schemas.openxmlformats.org/officeDocument/2006/relationships/image" Target="../media/image29.png"/><Relationship Id="rId1" Type="http://schemas.openxmlformats.org/officeDocument/2006/relationships/image" Target="../media/image37.png"/></Relationships>
</file>

<file path=ppt/slides/_rels/slide37.xml.rels><?xml version="1.0" encoding="UTF-8" standalone="yes"?>
<Relationships xmlns="http://schemas.openxmlformats.org/package/2006/relationships"><Relationship Id="rId7" Type="http://schemas.openxmlformats.org/officeDocument/2006/relationships/notesSlide" Target="../notesSlides/notesSlide37.xml"/><Relationship Id="rId6" Type="http://schemas.openxmlformats.org/officeDocument/2006/relationships/slideLayout" Target="../slideLayouts/slideLayout7.xml"/><Relationship Id="rId5" Type="http://schemas.openxmlformats.org/officeDocument/2006/relationships/image" Target="../media/image108.png"/><Relationship Id="rId4" Type="http://schemas.openxmlformats.org/officeDocument/2006/relationships/image" Target="../media/image107.png"/><Relationship Id="rId3" Type="http://schemas.openxmlformats.org/officeDocument/2006/relationships/image" Target="../media/image39.png"/><Relationship Id="rId2" Type="http://schemas.openxmlformats.org/officeDocument/2006/relationships/image" Target="../media/image29.png"/><Relationship Id="rId1" Type="http://schemas.openxmlformats.org/officeDocument/2006/relationships/image" Target="../media/image37.png"/></Relationships>
</file>

<file path=ppt/slides/_rels/slide38.xml.rels><?xml version="1.0" encoding="UTF-8" standalone="yes"?>
<Relationships xmlns="http://schemas.openxmlformats.org/package/2006/relationships"><Relationship Id="rId7" Type="http://schemas.openxmlformats.org/officeDocument/2006/relationships/notesSlide" Target="../notesSlides/notesSlide38.xml"/><Relationship Id="rId6" Type="http://schemas.openxmlformats.org/officeDocument/2006/relationships/slideLayout" Target="../slideLayouts/slideLayout7.xml"/><Relationship Id="rId5" Type="http://schemas.openxmlformats.org/officeDocument/2006/relationships/image" Target="../media/image111.png"/><Relationship Id="rId4" Type="http://schemas.openxmlformats.org/officeDocument/2006/relationships/image" Target="../media/image109.png"/><Relationship Id="rId3" Type="http://schemas.openxmlformats.org/officeDocument/2006/relationships/image" Target="../media/image39.png"/><Relationship Id="rId2" Type="http://schemas.openxmlformats.org/officeDocument/2006/relationships/image" Target="../media/image29.png"/><Relationship Id="rId1" Type="http://schemas.openxmlformats.org/officeDocument/2006/relationships/image" Target="../media/image37.png"/></Relationships>
</file>

<file path=ppt/slides/_rels/slide39.xml.rels><?xml version="1.0" encoding="UTF-8" standalone="yes"?>
<Relationships xmlns="http://schemas.openxmlformats.org/package/2006/relationships"><Relationship Id="rId9" Type="http://schemas.openxmlformats.org/officeDocument/2006/relationships/image" Target="../media/image116.png"/><Relationship Id="rId8" Type="http://schemas.openxmlformats.org/officeDocument/2006/relationships/image" Target="../media/image49.png"/><Relationship Id="rId7" Type="http://schemas.openxmlformats.org/officeDocument/2006/relationships/image" Target="../media/image54.svg"/><Relationship Id="rId6" Type="http://schemas.openxmlformats.org/officeDocument/2006/relationships/image" Target="../media/image53.png"/><Relationship Id="rId5" Type="http://schemas.openxmlformats.org/officeDocument/2006/relationships/image" Target="../media/image47.png"/><Relationship Id="rId4" Type="http://schemas.openxmlformats.org/officeDocument/2006/relationships/image" Target="../media/image52.svg"/><Relationship Id="rId3" Type="http://schemas.openxmlformats.org/officeDocument/2006/relationships/image" Target="../media/image51.png"/><Relationship Id="rId20" Type="http://schemas.openxmlformats.org/officeDocument/2006/relationships/notesSlide" Target="../notesSlides/notesSlide39.xml"/><Relationship Id="rId2" Type="http://schemas.openxmlformats.org/officeDocument/2006/relationships/image" Target="../media/image115.svg"/><Relationship Id="rId19" Type="http://schemas.openxmlformats.org/officeDocument/2006/relationships/slideLayout" Target="../slideLayouts/slideLayout7.xml"/><Relationship Id="rId18" Type="http://schemas.openxmlformats.org/officeDocument/2006/relationships/image" Target="../media/image119.svg"/><Relationship Id="rId17" Type="http://schemas.openxmlformats.org/officeDocument/2006/relationships/image" Target="../media/image118.png"/><Relationship Id="rId16" Type="http://schemas.openxmlformats.org/officeDocument/2006/relationships/image" Target="../media/image9.png"/><Relationship Id="rId15" Type="http://schemas.openxmlformats.org/officeDocument/2006/relationships/image" Target="../media/image7.png"/><Relationship Id="rId14" Type="http://schemas.openxmlformats.org/officeDocument/2006/relationships/image" Target="../media/image5.png"/><Relationship Id="rId13" Type="http://schemas.openxmlformats.org/officeDocument/2006/relationships/image" Target="../media/image25.png"/><Relationship Id="rId12" Type="http://schemas.openxmlformats.org/officeDocument/2006/relationships/image" Target="../media/image23.png"/><Relationship Id="rId11" Type="http://schemas.openxmlformats.org/officeDocument/2006/relationships/image" Target="../media/image1.png"/><Relationship Id="rId10" Type="http://schemas.openxmlformats.org/officeDocument/2006/relationships/image" Target="../media/image117.svg"/><Relationship Id="rId1" Type="http://schemas.openxmlformats.org/officeDocument/2006/relationships/image" Target="../media/image114.png"/></Relationships>
</file>

<file path=ppt/slides/_rels/slide40.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121.png"/><Relationship Id="rId1" Type="http://schemas.openxmlformats.org/officeDocument/2006/relationships/image" Target="../media/image120.png"/></Relationships>
</file>

<file path=ppt/slides/_rels/slide41.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22.png"/></Relationships>
</file>

<file path=ppt/slides/_rels/slide42.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124.png"/><Relationship Id="rId1" Type="http://schemas.openxmlformats.org/officeDocument/2006/relationships/image" Target="../media/image123.png"/></Relationships>
</file>

<file path=ppt/slides/_rels/slide43.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25.png"/></Relationships>
</file>

<file path=ppt/slides/_rels/slide44.xml.rels><?xml version="1.0" encoding="UTF-8" standalone="yes"?>
<Relationships xmlns="http://schemas.openxmlformats.org/package/2006/relationships"><Relationship Id="rId9" Type="http://schemas.openxmlformats.org/officeDocument/2006/relationships/image" Target="../media/image116.png"/><Relationship Id="rId8" Type="http://schemas.openxmlformats.org/officeDocument/2006/relationships/image" Target="../media/image49.png"/><Relationship Id="rId7" Type="http://schemas.openxmlformats.org/officeDocument/2006/relationships/image" Target="../media/image54.svg"/><Relationship Id="rId6" Type="http://schemas.openxmlformats.org/officeDocument/2006/relationships/image" Target="../media/image53.png"/><Relationship Id="rId5" Type="http://schemas.openxmlformats.org/officeDocument/2006/relationships/image" Target="../media/image47.png"/><Relationship Id="rId4" Type="http://schemas.openxmlformats.org/officeDocument/2006/relationships/image" Target="../media/image52.svg"/><Relationship Id="rId3" Type="http://schemas.openxmlformats.org/officeDocument/2006/relationships/image" Target="../media/image51.png"/><Relationship Id="rId20" Type="http://schemas.openxmlformats.org/officeDocument/2006/relationships/notesSlide" Target="../notesSlides/notesSlide40.xml"/><Relationship Id="rId2" Type="http://schemas.openxmlformats.org/officeDocument/2006/relationships/image" Target="../media/image115.svg"/><Relationship Id="rId19" Type="http://schemas.openxmlformats.org/officeDocument/2006/relationships/slideLayout" Target="../slideLayouts/slideLayout7.xml"/><Relationship Id="rId18" Type="http://schemas.openxmlformats.org/officeDocument/2006/relationships/image" Target="../media/image119.svg"/><Relationship Id="rId17" Type="http://schemas.openxmlformats.org/officeDocument/2006/relationships/image" Target="../media/image118.png"/><Relationship Id="rId16" Type="http://schemas.openxmlformats.org/officeDocument/2006/relationships/image" Target="../media/image9.png"/><Relationship Id="rId15" Type="http://schemas.openxmlformats.org/officeDocument/2006/relationships/image" Target="../media/image7.png"/><Relationship Id="rId14" Type="http://schemas.openxmlformats.org/officeDocument/2006/relationships/image" Target="../media/image5.png"/><Relationship Id="rId13" Type="http://schemas.openxmlformats.org/officeDocument/2006/relationships/image" Target="../media/image25.png"/><Relationship Id="rId12" Type="http://schemas.openxmlformats.org/officeDocument/2006/relationships/image" Target="../media/image23.png"/><Relationship Id="rId11" Type="http://schemas.openxmlformats.org/officeDocument/2006/relationships/image" Target="../media/image1.png"/><Relationship Id="rId10" Type="http://schemas.openxmlformats.org/officeDocument/2006/relationships/image" Target="../media/image117.svg"/><Relationship Id="rId1" Type="http://schemas.openxmlformats.org/officeDocument/2006/relationships/image" Target="../media/image114.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9" Type="http://schemas.openxmlformats.org/officeDocument/2006/relationships/image" Target="../media/image51.png"/><Relationship Id="rId8" Type="http://schemas.openxmlformats.org/officeDocument/2006/relationships/image" Target="../media/image119.svg"/><Relationship Id="rId7" Type="http://schemas.openxmlformats.org/officeDocument/2006/relationships/image" Target="../media/image118.png"/><Relationship Id="rId6" Type="http://schemas.openxmlformats.org/officeDocument/2006/relationships/image" Target="../media/image9.png"/><Relationship Id="rId5" Type="http://schemas.openxmlformats.org/officeDocument/2006/relationships/image" Target="../media/image7.png"/><Relationship Id="rId4" Type="http://schemas.openxmlformats.org/officeDocument/2006/relationships/image" Target="../media/image5.png"/><Relationship Id="rId3" Type="http://schemas.openxmlformats.org/officeDocument/2006/relationships/image" Target="../media/image25.png"/><Relationship Id="rId2" Type="http://schemas.openxmlformats.org/officeDocument/2006/relationships/image" Target="../media/image23.png"/><Relationship Id="rId17" Type="http://schemas.openxmlformats.org/officeDocument/2006/relationships/slideLayout" Target="../slideLayouts/slideLayout7.xml"/><Relationship Id="rId16" Type="http://schemas.openxmlformats.org/officeDocument/2006/relationships/image" Target="../media/image117.svg"/><Relationship Id="rId15" Type="http://schemas.openxmlformats.org/officeDocument/2006/relationships/image" Target="../media/image116.png"/><Relationship Id="rId14" Type="http://schemas.openxmlformats.org/officeDocument/2006/relationships/image" Target="../media/image49.png"/><Relationship Id="rId13" Type="http://schemas.openxmlformats.org/officeDocument/2006/relationships/image" Target="../media/image54.svg"/><Relationship Id="rId12" Type="http://schemas.openxmlformats.org/officeDocument/2006/relationships/image" Target="../media/image53.png"/><Relationship Id="rId11" Type="http://schemas.openxmlformats.org/officeDocument/2006/relationships/image" Target="../media/image47.png"/><Relationship Id="rId10" Type="http://schemas.openxmlformats.org/officeDocument/2006/relationships/image" Target="../media/image52.svg"/><Relationship Id="rId1" Type="http://schemas.openxmlformats.org/officeDocument/2006/relationships/image" Target="../media/image1.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9" Type="http://schemas.openxmlformats.org/officeDocument/2006/relationships/image" Target="../media/image128.png"/><Relationship Id="rId8" Type="http://schemas.openxmlformats.org/officeDocument/2006/relationships/image" Target="../media/image68.svg"/><Relationship Id="rId7" Type="http://schemas.openxmlformats.org/officeDocument/2006/relationships/image" Target="../media/image67.png"/><Relationship Id="rId6" Type="http://schemas.openxmlformats.org/officeDocument/2006/relationships/image" Target="../media/image127.svg"/><Relationship Id="rId5" Type="http://schemas.openxmlformats.org/officeDocument/2006/relationships/image" Target="../media/image126.png"/><Relationship Id="rId4" Type="http://schemas.openxmlformats.org/officeDocument/2006/relationships/image" Target="../media/image64.svg"/><Relationship Id="rId3" Type="http://schemas.openxmlformats.org/officeDocument/2006/relationships/image" Target="../media/image63.png"/><Relationship Id="rId28" Type="http://schemas.openxmlformats.org/officeDocument/2006/relationships/notesSlide" Target="../notesSlides/notesSlide41.xml"/><Relationship Id="rId27" Type="http://schemas.openxmlformats.org/officeDocument/2006/relationships/slideLayout" Target="../slideLayouts/slideLayout7.xml"/><Relationship Id="rId26" Type="http://schemas.openxmlformats.org/officeDocument/2006/relationships/image" Target="../media/image133.svg"/><Relationship Id="rId25" Type="http://schemas.openxmlformats.org/officeDocument/2006/relationships/image" Target="../media/image132.png"/><Relationship Id="rId24" Type="http://schemas.openxmlformats.org/officeDocument/2006/relationships/image" Target="../media/image131.svg"/><Relationship Id="rId23" Type="http://schemas.openxmlformats.org/officeDocument/2006/relationships/image" Target="../media/image130.png"/><Relationship Id="rId22" Type="http://schemas.openxmlformats.org/officeDocument/2006/relationships/image" Target="../media/image82.svg"/><Relationship Id="rId21" Type="http://schemas.openxmlformats.org/officeDocument/2006/relationships/image" Target="../media/image81.png"/><Relationship Id="rId20" Type="http://schemas.openxmlformats.org/officeDocument/2006/relationships/image" Target="../media/image80.svg"/><Relationship Id="rId2" Type="http://schemas.openxmlformats.org/officeDocument/2006/relationships/image" Target="../media/image62.svg"/><Relationship Id="rId19" Type="http://schemas.openxmlformats.org/officeDocument/2006/relationships/image" Target="../media/image79.png"/><Relationship Id="rId18" Type="http://schemas.openxmlformats.org/officeDocument/2006/relationships/image" Target="../media/image78.svg"/><Relationship Id="rId17" Type="http://schemas.openxmlformats.org/officeDocument/2006/relationships/image" Target="../media/image77.png"/><Relationship Id="rId16" Type="http://schemas.openxmlformats.org/officeDocument/2006/relationships/image" Target="../media/image76.svg"/><Relationship Id="rId15" Type="http://schemas.openxmlformats.org/officeDocument/2006/relationships/image" Target="../media/image75.png"/><Relationship Id="rId14" Type="http://schemas.openxmlformats.org/officeDocument/2006/relationships/image" Target="../media/image74.svg"/><Relationship Id="rId13" Type="http://schemas.openxmlformats.org/officeDocument/2006/relationships/image" Target="../media/image73.png"/><Relationship Id="rId12" Type="http://schemas.openxmlformats.org/officeDocument/2006/relationships/image" Target="../media/image72.svg"/><Relationship Id="rId11" Type="http://schemas.openxmlformats.org/officeDocument/2006/relationships/image" Target="../media/image71.png"/><Relationship Id="rId10" Type="http://schemas.openxmlformats.org/officeDocument/2006/relationships/image" Target="../media/image129.svg"/><Relationship Id="rId1" Type="http://schemas.openxmlformats.org/officeDocument/2006/relationships/image" Target="../media/image6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3365676" y="-20672"/>
            <a:ext cx="4938750" cy="2156054"/>
            <a:chOff x="0" y="0"/>
            <a:chExt cx="6585000" cy="2874738"/>
          </a:xfrm>
        </p:grpSpPr>
        <p:sp>
          <p:nvSpPr>
            <p:cNvPr id="3" name="AutoShape 3"/>
            <p:cNvSpPr/>
            <p:nvPr/>
          </p:nvSpPr>
          <p:spPr>
            <a:xfrm rot="10523609">
              <a:off x="667956" y="931479"/>
              <a:ext cx="2996075" cy="0"/>
            </a:xfrm>
            <a:prstGeom prst="line">
              <a:avLst/>
            </a:prstGeom>
            <a:ln w="8456" cap="rnd">
              <a:solidFill>
                <a:srgbClr val="3D3D3D"/>
              </a:solidFill>
              <a:prstDash val="solid"/>
              <a:headEnd type="none" w="sm" len="sm"/>
              <a:tailEnd type="none" w="sm" len="sm"/>
            </a:ln>
          </p:spPr>
        </p:sp>
        <p:sp>
          <p:nvSpPr>
            <p:cNvPr id="4" name="AutoShape 4"/>
            <p:cNvSpPr/>
            <p:nvPr/>
          </p:nvSpPr>
          <p:spPr>
            <a:xfrm rot="2514251">
              <a:off x="3410093" y="1491198"/>
              <a:ext cx="2001537" cy="0"/>
            </a:xfrm>
            <a:prstGeom prst="line">
              <a:avLst/>
            </a:prstGeom>
            <a:ln w="8456" cap="rnd">
              <a:solidFill>
                <a:srgbClr val="3D3D3D"/>
              </a:solidFill>
              <a:prstDash val="solid"/>
              <a:headEnd type="none" w="sm" len="sm"/>
              <a:tailEnd type="none" w="sm" len="sm"/>
            </a:ln>
          </p:spPr>
        </p:sp>
        <p:sp>
          <p:nvSpPr>
            <p:cNvPr id="5" name="AutoShape 5"/>
            <p:cNvSpPr/>
            <p:nvPr/>
          </p:nvSpPr>
          <p:spPr>
            <a:xfrm rot="7436612">
              <a:off x="4584488" y="1061222"/>
              <a:ext cx="2562932" cy="0"/>
            </a:xfrm>
            <a:prstGeom prst="line">
              <a:avLst/>
            </a:prstGeom>
            <a:ln w="8456" cap="rnd">
              <a:solidFill>
                <a:srgbClr val="3D3D3D"/>
              </a:solidFill>
              <a:prstDash val="solid"/>
              <a:headEnd type="none" w="sm" len="sm"/>
              <a:tailEnd type="none" w="sm" len="sm"/>
            </a:ln>
          </p:spPr>
        </p:sp>
        <p:sp>
          <p:nvSpPr>
            <p:cNvPr id="6" name="Freeform 6"/>
            <p:cNvSpPr/>
            <p:nvPr/>
          </p:nvSpPr>
          <p:spPr>
            <a:xfrm>
              <a:off x="4653392" y="1594708"/>
              <a:ext cx="1032972" cy="1033949"/>
            </a:xfrm>
            <a:custGeom>
              <a:avLst/>
              <a:gdLst/>
              <a:ahLst/>
              <a:cxnLst/>
              <a:rect l="l" t="t" r="r" b="b"/>
              <a:pathLst>
                <a:path w="1032972" h="1033949">
                  <a:moveTo>
                    <a:pt x="0" y="0"/>
                  </a:moveTo>
                  <a:lnTo>
                    <a:pt x="1032972" y="0"/>
                  </a:lnTo>
                  <a:lnTo>
                    <a:pt x="1032972" y="1033949"/>
                  </a:lnTo>
                  <a:lnTo>
                    <a:pt x="0" y="1033949"/>
                  </a:lnTo>
                  <a:lnTo>
                    <a:pt x="0" y="0"/>
                  </a:lnTo>
                  <a:close/>
                </a:path>
              </a:pathLst>
            </a:custGeom>
            <a:blipFill>
              <a:blip r:embed="rId1">
                <a:extLst>
                  <a:ext uri="{96DAC541-7B7A-43D3-8B79-37D633B846F1}">
                    <asvg:svgBlip xmlns:asvg="http://schemas.microsoft.com/office/drawing/2016/SVG/main" r:embed="rId2"/>
                  </a:ext>
                </a:extLst>
              </a:blip>
              <a:stretch>
                <a:fillRect/>
              </a:stretch>
            </a:blipFill>
          </p:spPr>
        </p:sp>
        <p:sp>
          <p:nvSpPr>
            <p:cNvPr id="7" name="Freeform 7"/>
            <p:cNvSpPr/>
            <p:nvPr/>
          </p:nvSpPr>
          <p:spPr>
            <a:xfrm>
              <a:off x="3390628" y="579890"/>
              <a:ext cx="518484" cy="519460"/>
            </a:xfrm>
            <a:custGeom>
              <a:avLst/>
              <a:gdLst/>
              <a:ahLst/>
              <a:cxnLst/>
              <a:rect l="l" t="t" r="r" b="b"/>
              <a:pathLst>
                <a:path w="518484" h="519460">
                  <a:moveTo>
                    <a:pt x="0" y="0"/>
                  </a:moveTo>
                  <a:lnTo>
                    <a:pt x="518484" y="0"/>
                  </a:lnTo>
                  <a:lnTo>
                    <a:pt x="518484" y="519460"/>
                  </a:lnTo>
                  <a:lnTo>
                    <a:pt x="0" y="519460"/>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grpSp>
          <p:nvGrpSpPr>
            <p:cNvPr id="8" name="Group 8"/>
            <p:cNvGrpSpPr/>
            <p:nvPr/>
          </p:nvGrpSpPr>
          <p:grpSpPr>
            <a:xfrm>
              <a:off x="438951" y="774362"/>
              <a:ext cx="512427" cy="511936"/>
              <a:chOff x="0" y="0"/>
              <a:chExt cx="769637" cy="768899"/>
            </a:xfrm>
          </p:grpSpPr>
          <p:sp>
            <p:nvSpPr>
              <p:cNvPr id="9" name="Freeform 9"/>
              <p:cNvSpPr/>
              <p:nvPr/>
            </p:nvSpPr>
            <p:spPr>
              <a:xfrm>
                <a:off x="0" y="0"/>
                <a:ext cx="769620" cy="768858"/>
              </a:xfrm>
              <a:custGeom>
                <a:avLst/>
                <a:gdLst/>
                <a:ahLst/>
                <a:cxnLst/>
                <a:rect l="l" t="t" r="r" b="b"/>
                <a:pathLst>
                  <a:path w="769620" h="768858">
                    <a:moveTo>
                      <a:pt x="384810" y="0"/>
                    </a:moveTo>
                    <a:cubicBezTo>
                      <a:pt x="172212" y="0"/>
                      <a:pt x="0" y="172212"/>
                      <a:pt x="0" y="384048"/>
                    </a:cubicBezTo>
                    <a:cubicBezTo>
                      <a:pt x="0" y="596646"/>
                      <a:pt x="172212" y="768858"/>
                      <a:pt x="384810" y="768858"/>
                    </a:cubicBezTo>
                    <a:cubicBezTo>
                      <a:pt x="597408" y="768858"/>
                      <a:pt x="769620" y="596646"/>
                      <a:pt x="769620" y="384048"/>
                    </a:cubicBezTo>
                    <a:cubicBezTo>
                      <a:pt x="769620" y="172212"/>
                      <a:pt x="597408" y="0"/>
                      <a:pt x="384810" y="0"/>
                    </a:cubicBezTo>
                    <a:close/>
                  </a:path>
                </a:pathLst>
              </a:custGeom>
              <a:solidFill>
                <a:srgbClr val="77C6FC"/>
              </a:solidFill>
            </p:spPr>
          </p:sp>
        </p:grpSp>
        <p:sp>
          <p:nvSpPr>
            <p:cNvPr id="10" name="Freeform 10"/>
            <p:cNvSpPr/>
            <p:nvPr/>
          </p:nvSpPr>
          <p:spPr>
            <a:xfrm>
              <a:off x="434947" y="769866"/>
              <a:ext cx="520412" cy="520904"/>
            </a:xfrm>
            <a:custGeom>
              <a:avLst/>
              <a:gdLst/>
              <a:ahLst/>
              <a:cxnLst/>
              <a:rect l="l" t="t" r="r" b="b"/>
              <a:pathLst>
                <a:path w="520412" h="520904">
                  <a:moveTo>
                    <a:pt x="0" y="0"/>
                  </a:moveTo>
                  <a:lnTo>
                    <a:pt x="520412" y="0"/>
                  </a:lnTo>
                  <a:lnTo>
                    <a:pt x="520412" y="520904"/>
                  </a:lnTo>
                  <a:lnTo>
                    <a:pt x="0" y="520904"/>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grpSp>
          <p:nvGrpSpPr>
            <p:cNvPr id="11" name="Group 11"/>
            <p:cNvGrpSpPr/>
            <p:nvPr/>
          </p:nvGrpSpPr>
          <p:grpSpPr>
            <a:xfrm>
              <a:off x="503737" y="839170"/>
              <a:ext cx="382839" cy="382326"/>
              <a:chOff x="0" y="0"/>
              <a:chExt cx="575003" cy="574232"/>
            </a:xfrm>
          </p:grpSpPr>
          <p:sp>
            <p:nvSpPr>
              <p:cNvPr id="12" name="Freeform 12"/>
              <p:cNvSpPr/>
              <p:nvPr/>
            </p:nvSpPr>
            <p:spPr>
              <a:xfrm>
                <a:off x="0" y="0"/>
                <a:ext cx="575056" cy="574294"/>
              </a:xfrm>
              <a:custGeom>
                <a:avLst/>
                <a:gdLst/>
                <a:ahLst/>
                <a:cxnLst/>
                <a:rect l="l" t="t" r="r" b="b"/>
                <a:pathLst>
                  <a:path w="575056" h="574294">
                    <a:moveTo>
                      <a:pt x="287528" y="0"/>
                    </a:moveTo>
                    <a:cubicBezTo>
                      <a:pt x="128778" y="0"/>
                      <a:pt x="0" y="128016"/>
                      <a:pt x="0" y="286766"/>
                    </a:cubicBezTo>
                    <a:cubicBezTo>
                      <a:pt x="0" y="445516"/>
                      <a:pt x="128778" y="574294"/>
                      <a:pt x="287528" y="574294"/>
                    </a:cubicBezTo>
                    <a:cubicBezTo>
                      <a:pt x="446278" y="574294"/>
                      <a:pt x="575056" y="445516"/>
                      <a:pt x="575056" y="286766"/>
                    </a:cubicBezTo>
                    <a:cubicBezTo>
                      <a:pt x="575056" y="128016"/>
                      <a:pt x="446278" y="0"/>
                      <a:pt x="287528" y="0"/>
                    </a:cubicBezTo>
                    <a:close/>
                  </a:path>
                </a:pathLst>
              </a:custGeom>
              <a:solidFill>
                <a:srgbClr val="FFFFFF"/>
              </a:solidFill>
            </p:spPr>
          </p:sp>
        </p:grpSp>
        <p:sp>
          <p:nvSpPr>
            <p:cNvPr id="13" name="Freeform 13"/>
            <p:cNvSpPr/>
            <p:nvPr/>
          </p:nvSpPr>
          <p:spPr>
            <a:xfrm>
              <a:off x="499756" y="834675"/>
              <a:ext cx="390823" cy="391315"/>
            </a:xfrm>
            <a:custGeom>
              <a:avLst/>
              <a:gdLst/>
              <a:ahLst/>
              <a:cxnLst/>
              <a:rect l="l" t="t" r="r" b="b"/>
              <a:pathLst>
                <a:path w="390823" h="391315">
                  <a:moveTo>
                    <a:pt x="0" y="0"/>
                  </a:moveTo>
                  <a:lnTo>
                    <a:pt x="390823" y="0"/>
                  </a:lnTo>
                  <a:lnTo>
                    <a:pt x="390823" y="391315"/>
                  </a:lnTo>
                  <a:lnTo>
                    <a:pt x="0" y="391315"/>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sp>
        <p:grpSp>
          <p:nvGrpSpPr>
            <p:cNvPr id="14" name="Group 14"/>
            <p:cNvGrpSpPr/>
            <p:nvPr/>
          </p:nvGrpSpPr>
          <p:grpSpPr>
            <a:xfrm>
              <a:off x="574024" y="909435"/>
              <a:ext cx="241779" cy="241779"/>
              <a:chOff x="0" y="0"/>
              <a:chExt cx="363139" cy="363139"/>
            </a:xfrm>
          </p:grpSpPr>
          <p:sp>
            <p:nvSpPr>
              <p:cNvPr id="15" name="Freeform 15"/>
              <p:cNvSpPr/>
              <p:nvPr/>
            </p:nvSpPr>
            <p:spPr>
              <a:xfrm>
                <a:off x="0" y="0"/>
                <a:ext cx="363093" cy="363220"/>
              </a:xfrm>
              <a:custGeom>
                <a:avLst/>
                <a:gdLst/>
                <a:ahLst/>
                <a:cxnLst/>
                <a:rect l="l" t="t" r="r" b="b"/>
                <a:pathLst>
                  <a:path w="363093" h="363220">
                    <a:moveTo>
                      <a:pt x="181991" y="0"/>
                    </a:moveTo>
                    <a:cubicBezTo>
                      <a:pt x="81661" y="0"/>
                      <a:pt x="0" y="81661"/>
                      <a:pt x="0" y="181229"/>
                    </a:cubicBezTo>
                    <a:cubicBezTo>
                      <a:pt x="0" y="281559"/>
                      <a:pt x="81534" y="363220"/>
                      <a:pt x="181864" y="363220"/>
                    </a:cubicBezTo>
                    <a:cubicBezTo>
                      <a:pt x="282194" y="363220"/>
                      <a:pt x="363093" y="281559"/>
                      <a:pt x="363093" y="181229"/>
                    </a:cubicBezTo>
                    <a:cubicBezTo>
                      <a:pt x="363093" y="81661"/>
                      <a:pt x="282321" y="0"/>
                      <a:pt x="181991" y="0"/>
                    </a:cubicBezTo>
                    <a:close/>
                  </a:path>
                </a:pathLst>
              </a:custGeom>
              <a:solidFill>
                <a:srgbClr val="77C6FC"/>
              </a:solidFill>
            </p:spPr>
          </p:sp>
        </p:grpSp>
        <p:sp>
          <p:nvSpPr>
            <p:cNvPr id="16" name="Freeform 16"/>
            <p:cNvSpPr/>
            <p:nvPr/>
          </p:nvSpPr>
          <p:spPr>
            <a:xfrm>
              <a:off x="570043" y="905454"/>
              <a:ext cx="250255" cy="249763"/>
            </a:xfrm>
            <a:custGeom>
              <a:avLst/>
              <a:gdLst/>
              <a:ahLst/>
              <a:cxnLst/>
              <a:rect l="l" t="t" r="r" b="b"/>
              <a:pathLst>
                <a:path w="250255" h="249763">
                  <a:moveTo>
                    <a:pt x="0" y="0"/>
                  </a:moveTo>
                  <a:lnTo>
                    <a:pt x="250256" y="0"/>
                  </a:lnTo>
                  <a:lnTo>
                    <a:pt x="250256" y="249763"/>
                  </a:lnTo>
                  <a:lnTo>
                    <a:pt x="0" y="249763"/>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sp>
        <p:sp>
          <p:nvSpPr>
            <p:cNvPr id="17" name="Freeform 17"/>
            <p:cNvSpPr/>
            <p:nvPr/>
          </p:nvSpPr>
          <p:spPr>
            <a:xfrm>
              <a:off x="0" y="531952"/>
              <a:ext cx="310732" cy="47938"/>
            </a:xfrm>
            <a:custGeom>
              <a:avLst/>
              <a:gdLst/>
              <a:ahLst/>
              <a:cxnLst/>
              <a:rect l="l" t="t" r="r" b="b"/>
              <a:pathLst>
                <a:path w="310732" h="47938">
                  <a:moveTo>
                    <a:pt x="0" y="0"/>
                  </a:moveTo>
                  <a:lnTo>
                    <a:pt x="310732" y="0"/>
                  </a:lnTo>
                  <a:lnTo>
                    <a:pt x="310732" y="47938"/>
                  </a:lnTo>
                  <a:lnTo>
                    <a:pt x="0" y="47938"/>
                  </a:lnTo>
                  <a:lnTo>
                    <a:pt x="0" y="0"/>
                  </a:lnTo>
                  <a:close/>
                </a:path>
              </a:pathLst>
            </a:custGeom>
            <a:blipFill>
              <a:blip r:embed="rId11">
                <a:extLst>
                  <a:ext uri="{96DAC541-7B7A-43D3-8B79-37D633B846F1}">
                    <asvg:svgBlip xmlns:asvg="http://schemas.microsoft.com/office/drawing/2016/SVG/main" r:embed="rId12"/>
                  </a:ext>
                </a:extLst>
              </a:blip>
              <a:stretch>
                <a:fillRect/>
              </a:stretch>
            </a:blipFill>
          </p:spPr>
        </p:sp>
        <p:sp>
          <p:nvSpPr>
            <p:cNvPr id="18" name="Freeform 18"/>
            <p:cNvSpPr/>
            <p:nvPr/>
          </p:nvSpPr>
          <p:spPr>
            <a:xfrm>
              <a:off x="5409345" y="321736"/>
              <a:ext cx="310732" cy="47938"/>
            </a:xfrm>
            <a:custGeom>
              <a:avLst/>
              <a:gdLst/>
              <a:ahLst/>
              <a:cxnLst/>
              <a:rect l="l" t="t" r="r" b="b"/>
              <a:pathLst>
                <a:path w="310732" h="47938">
                  <a:moveTo>
                    <a:pt x="0" y="0"/>
                  </a:moveTo>
                  <a:lnTo>
                    <a:pt x="310732" y="0"/>
                  </a:lnTo>
                  <a:lnTo>
                    <a:pt x="310732" y="47938"/>
                  </a:lnTo>
                  <a:lnTo>
                    <a:pt x="0" y="47938"/>
                  </a:lnTo>
                  <a:lnTo>
                    <a:pt x="0" y="0"/>
                  </a:lnTo>
                  <a:close/>
                </a:path>
              </a:pathLst>
            </a:custGeom>
            <a:blipFill>
              <a:blip r:embed="rId11">
                <a:extLst>
                  <a:ext uri="{96DAC541-7B7A-43D3-8B79-37D633B846F1}">
                    <asvg:svgBlip xmlns:asvg="http://schemas.microsoft.com/office/drawing/2016/SVG/main" r:embed="rId12"/>
                  </a:ext>
                </a:extLst>
              </a:blip>
              <a:stretch>
                <a:fillRect/>
              </a:stretch>
            </a:blipFill>
          </p:spPr>
        </p:sp>
        <p:sp>
          <p:nvSpPr>
            <p:cNvPr id="19" name="Freeform 19"/>
            <p:cNvSpPr/>
            <p:nvPr/>
          </p:nvSpPr>
          <p:spPr>
            <a:xfrm>
              <a:off x="4661337" y="2826800"/>
              <a:ext cx="310732" cy="47938"/>
            </a:xfrm>
            <a:custGeom>
              <a:avLst/>
              <a:gdLst/>
              <a:ahLst/>
              <a:cxnLst/>
              <a:rect l="l" t="t" r="r" b="b"/>
              <a:pathLst>
                <a:path w="310732" h="47938">
                  <a:moveTo>
                    <a:pt x="0" y="0"/>
                  </a:moveTo>
                  <a:lnTo>
                    <a:pt x="310732" y="0"/>
                  </a:lnTo>
                  <a:lnTo>
                    <a:pt x="310732" y="47938"/>
                  </a:lnTo>
                  <a:lnTo>
                    <a:pt x="0" y="47938"/>
                  </a:lnTo>
                  <a:lnTo>
                    <a:pt x="0" y="0"/>
                  </a:lnTo>
                  <a:close/>
                </a:path>
              </a:pathLst>
            </a:custGeom>
            <a:blipFill>
              <a:blip r:embed="rId11">
                <a:extLst>
                  <a:ext uri="{96DAC541-7B7A-43D3-8B79-37D633B846F1}">
                    <asvg:svgBlip xmlns:asvg="http://schemas.microsoft.com/office/drawing/2016/SVG/main" r:embed="rId12"/>
                  </a:ext>
                </a:extLst>
              </a:blip>
              <a:stretch>
                <a:fillRect/>
              </a:stretch>
            </a:blipFill>
          </p:spPr>
        </p:sp>
      </p:grpSp>
      <p:sp>
        <p:nvSpPr>
          <p:cNvPr id="20" name="Freeform 20"/>
          <p:cNvSpPr/>
          <p:nvPr/>
        </p:nvSpPr>
        <p:spPr>
          <a:xfrm>
            <a:off x="606420" y="5143500"/>
            <a:ext cx="6569197" cy="5143298"/>
          </a:xfrm>
          <a:custGeom>
            <a:avLst/>
            <a:gdLst/>
            <a:ahLst/>
            <a:cxnLst/>
            <a:rect l="l" t="t" r="r" b="b"/>
            <a:pathLst>
              <a:path w="6569197" h="5143298">
                <a:moveTo>
                  <a:pt x="0" y="0"/>
                </a:moveTo>
                <a:lnTo>
                  <a:pt x="6569197" y="0"/>
                </a:lnTo>
                <a:lnTo>
                  <a:pt x="6569197" y="5143298"/>
                </a:lnTo>
                <a:lnTo>
                  <a:pt x="0" y="5143298"/>
                </a:lnTo>
                <a:lnTo>
                  <a:pt x="0" y="0"/>
                </a:lnTo>
                <a:close/>
              </a:path>
            </a:pathLst>
          </a:custGeom>
          <a:blipFill>
            <a:blip r:embed="rId13">
              <a:extLst>
                <a:ext uri="{96DAC541-7B7A-43D3-8B79-37D633B846F1}">
                  <asvg:svgBlip xmlns:asvg="http://schemas.microsoft.com/office/drawing/2016/SVG/main" r:embed="rId14"/>
                </a:ext>
              </a:extLst>
            </a:blip>
            <a:stretch>
              <a:fillRect/>
            </a:stretch>
          </a:blipFill>
        </p:spPr>
      </p:sp>
      <p:sp>
        <p:nvSpPr>
          <p:cNvPr id="21" name="TextBox 21"/>
          <p:cNvSpPr txBox="1"/>
          <p:nvPr/>
        </p:nvSpPr>
        <p:spPr>
          <a:xfrm>
            <a:off x="7391517" y="4990981"/>
            <a:ext cx="9758870" cy="2103120"/>
          </a:xfrm>
          <a:prstGeom prst="rect">
            <a:avLst/>
          </a:prstGeom>
        </p:spPr>
        <p:txBody>
          <a:bodyPr lIns="0" tIns="0" rIns="0" bIns="0" rtlCol="0" anchor="t">
            <a:spAutoFit/>
          </a:bodyPr>
          <a:lstStyle/>
          <a:p>
            <a:pPr algn="ctr">
              <a:lnSpc>
                <a:spcPts val="8200"/>
              </a:lnSpc>
            </a:pPr>
            <a:r>
              <a:rPr lang="en-US" sz="5900">
                <a:solidFill>
                  <a:srgbClr val="494949"/>
                </a:solidFill>
                <a:latin typeface="Baloo Thambi" panose="03080902040302020200"/>
              </a:rPr>
              <a:t>ĐỀ TÀI: ỨNG DỤNG QUẢN LÝ NHÀ HÀNG</a:t>
            </a:r>
            <a:endParaRPr lang="en-US" sz="5900">
              <a:solidFill>
                <a:srgbClr val="494949"/>
              </a:solidFill>
              <a:latin typeface="Baloo Thambi" panose="03080902040302020200"/>
            </a:endParaRPr>
          </a:p>
        </p:txBody>
      </p:sp>
      <p:grpSp>
        <p:nvGrpSpPr>
          <p:cNvPr id="22" name="Group 22"/>
          <p:cNvGrpSpPr/>
          <p:nvPr/>
        </p:nvGrpSpPr>
        <p:grpSpPr>
          <a:xfrm>
            <a:off x="2362317" y="1256986"/>
            <a:ext cx="14173200" cy="2546350"/>
            <a:chOff x="-6417734" y="-857462"/>
            <a:chExt cx="18897600" cy="3395133"/>
          </a:xfrm>
        </p:grpSpPr>
        <p:sp>
          <p:nvSpPr>
            <p:cNvPr id="23" name="TextBox 23"/>
            <p:cNvSpPr txBox="1"/>
            <p:nvPr/>
          </p:nvSpPr>
          <p:spPr>
            <a:xfrm>
              <a:off x="-6417734" y="-857462"/>
              <a:ext cx="18897600" cy="3395133"/>
            </a:xfrm>
            <a:prstGeom prst="rect">
              <a:avLst/>
            </a:prstGeom>
          </p:spPr>
          <p:txBody>
            <a:bodyPr wrap="square" lIns="0" tIns="0" rIns="0" bIns="0" rtlCol="0" anchor="t">
              <a:spAutoFit/>
            </a:bodyPr>
            <a:lstStyle/>
            <a:p>
              <a:pPr algn="ctr">
                <a:lnSpc>
                  <a:spcPct val="115000"/>
                </a:lnSpc>
                <a:spcBef>
                  <a:spcPts val="0"/>
                </a:spcBef>
                <a:spcAft>
                  <a:spcPts val="0"/>
                </a:spcAft>
              </a:pPr>
              <a:r>
                <a:rPr lang="en-US" sz="4800">
                  <a:solidFill>
                    <a:srgbClr val="494949"/>
                  </a:solidFill>
                  <a:latin typeface="Baloo Thambi" panose="03080902040302020200"/>
                </a:rPr>
                <a:t>BÀI TẬP LỚN</a:t>
              </a:r>
              <a:endParaRPr lang="en-US" sz="4800">
                <a:solidFill>
                  <a:srgbClr val="494949"/>
                </a:solidFill>
                <a:latin typeface="Baloo Thambi" panose="03080902040302020200"/>
              </a:endParaRPr>
            </a:p>
            <a:p>
              <a:pPr algn="ctr">
                <a:lnSpc>
                  <a:spcPct val="115000"/>
                </a:lnSpc>
                <a:spcBef>
                  <a:spcPts val="0"/>
                </a:spcBef>
                <a:spcAft>
                  <a:spcPts val="0"/>
                </a:spcAft>
              </a:pPr>
              <a:r>
                <a:rPr lang="en-US" sz="4800">
                  <a:solidFill>
                    <a:srgbClr val="494949"/>
                  </a:solidFill>
                  <a:latin typeface="Baloo Thambi" panose="03080902040302020200"/>
                </a:rPr>
                <a:t>THỰC HÀNH CÔNG NGHỆ LẬP TRÌNH ĐA NỀN TẢNG CHO ỨNG DỤNG DI ĐỘNG</a:t>
              </a:r>
              <a:endParaRPr lang="en-US" sz="4800">
                <a:solidFill>
                  <a:srgbClr val="494949"/>
                </a:solidFill>
                <a:latin typeface="Baloo Thambi" panose="03080902040302020200"/>
              </a:endParaRPr>
            </a:p>
          </p:txBody>
        </p:sp>
        <p:sp>
          <p:nvSpPr>
            <p:cNvPr id="24" name="AutoShape 24"/>
            <p:cNvSpPr/>
            <p:nvPr/>
          </p:nvSpPr>
          <p:spPr>
            <a:xfrm>
              <a:off x="-1032807" y="2394373"/>
              <a:ext cx="8656320" cy="0"/>
            </a:xfrm>
            <a:prstGeom prst="line">
              <a:avLst/>
            </a:prstGeom>
            <a:ln w="50800" cap="flat">
              <a:solidFill>
                <a:srgbClr val="3D3D3D"/>
              </a:solidFill>
              <a:prstDash val="solid"/>
              <a:headEnd type="none" w="sm" len="sm"/>
              <a:tailEnd type="none" w="sm" len="sm"/>
            </a:ln>
          </p:spPr>
        </p:sp>
      </p:grpSp>
      <p:sp>
        <p:nvSpPr>
          <p:cNvPr id="25" name="TextBox 25"/>
          <p:cNvSpPr txBox="1"/>
          <p:nvPr/>
        </p:nvSpPr>
        <p:spPr>
          <a:xfrm>
            <a:off x="8991600" y="8648700"/>
            <a:ext cx="7814370" cy="610235"/>
          </a:xfrm>
          <a:prstGeom prst="rect">
            <a:avLst/>
          </a:prstGeom>
        </p:spPr>
        <p:txBody>
          <a:bodyPr lIns="0" tIns="0" rIns="0" bIns="0" rtlCol="0" anchor="t">
            <a:spAutoFit/>
          </a:bodyPr>
          <a:lstStyle/>
          <a:p>
            <a:pPr algn="r">
              <a:lnSpc>
                <a:spcPts val="4760"/>
              </a:lnSpc>
            </a:pPr>
            <a:r>
              <a:rPr lang="en-US" sz="3400">
                <a:solidFill>
                  <a:srgbClr val="494949"/>
                </a:solidFill>
                <a:latin typeface="Faustina Italics" panose="00000500000000000000"/>
              </a:rPr>
              <a:t>Giảng viên hướng dẫn:  ThS. Trần Thị Huệ</a:t>
            </a:r>
            <a:endParaRPr lang="en-US" sz="3400">
              <a:solidFill>
                <a:srgbClr val="494949"/>
              </a:solidFill>
              <a:latin typeface="Faustina Italics" panose="0000050000000000000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3365676" y="-20672"/>
            <a:ext cx="4938750" cy="2156054"/>
            <a:chOff x="0" y="0"/>
            <a:chExt cx="6585000" cy="2874738"/>
          </a:xfrm>
        </p:grpSpPr>
        <p:sp>
          <p:nvSpPr>
            <p:cNvPr id="3" name="AutoShape 3"/>
            <p:cNvSpPr/>
            <p:nvPr/>
          </p:nvSpPr>
          <p:spPr>
            <a:xfrm rot="10523609">
              <a:off x="667956" y="931479"/>
              <a:ext cx="2996075" cy="0"/>
            </a:xfrm>
            <a:prstGeom prst="line">
              <a:avLst/>
            </a:prstGeom>
            <a:ln w="8456" cap="rnd">
              <a:solidFill>
                <a:srgbClr val="3D3D3D"/>
              </a:solidFill>
              <a:prstDash val="solid"/>
              <a:headEnd type="none" w="sm" len="sm"/>
              <a:tailEnd type="none" w="sm" len="sm"/>
            </a:ln>
          </p:spPr>
        </p:sp>
        <p:sp>
          <p:nvSpPr>
            <p:cNvPr id="4" name="AutoShape 4"/>
            <p:cNvSpPr/>
            <p:nvPr/>
          </p:nvSpPr>
          <p:spPr>
            <a:xfrm rot="2514251">
              <a:off x="3410093" y="1491198"/>
              <a:ext cx="2001537" cy="0"/>
            </a:xfrm>
            <a:prstGeom prst="line">
              <a:avLst/>
            </a:prstGeom>
            <a:ln w="8456" cap="rnd">
              <a:solidFill>
                <a:srgbClr val="3D3D3D"/>
              </a:solidFill>
              <a:prstDash val="solid"/>
              <a:headEnd type="none" w="sm" len="sm"/>
              <a:tailEnd type="none" w="sm" len="sm"/>
            </a:ln>
          </p:spPr>
        </p:sp>
        <p:sp>
          <p:nvSpPr>
            <p:cNvPr id="5" name="AutoShape 5"/>
            <p:cNvSpPr/>
            <p:nvPr/>
          </p:nvSpPr>
          <p:spPr>
            <a:xfrm rot="7436612">
              <a:off x="4584488" y="1061222"/>
              <a:ext cx="2562932" cy="0"/>
            </a:xfrm>
            <a:prstGeom prst="line">
              <a:avLst/>
            </a:prstGeom>
            <a:ln w="8456" cap="rnd">
              <a:solidFill>
                <a:srgbClr val="3D3D3D"/>
              </a:solidFill>
              <a:prstDash val="solid"/>
              <a:headEnd type="none" w="sm" len="sm"/>
              <a:tailEnd type="none" w="sm" len="sm"/>
            </a:ln>
          </p:spPr>
        </p:sp>
        <p:sp>
          <p:nvSpPr>
            <p:cNvPr id="6" name="Freeform 6"/>
            <p:cNvSpPr/>
            <p:nvPr/>
          </p:nvSpPr>
          <p:spPr>
            <a:xfrm>
              <a:off x="4653392" y="1594708"/>
              <a:ext cx="1032972" cy="1033949"/>
            </a:xfrm>
            <a:custGeom>
              <a:avLst/>
              <a:gdLst/>
              <a:ahLst/>
              <a:cxnLst/>
              <a:rect l="l" t="t" r="r" b="b"/>
              <a:pathLst>
                <a:path w="1032972" h="1033949">
                  <a:moveTo>
                    <a:pt x="0" y="0"/>
                  </a:moveTo>
                  <a:lnTo>
                    <a:pt x="1032972" y="0"/>
                  </a:lnTo>
                  <a:lnTo>
                    <a:pt x="1032972" y="1033949"/>
                  </a:lnTo>
                  <a:lnTo>
                    <a:pt x="0" y="1033949"/>
                  </a:lnTo>
                  <a:lnTo>
                    <a:pt x="0" y="0"/>
                  </a:lnTo>
                  <a:close/>
                </a:path>
              </a:pathLst>
            </a:custGeom>
            <a:blipFill>
              <a:blip r:embed="rId1">
                <a:extLst>
                  <a:ext uri="{96DAC541-7B7A-43D3-8B79-37D633B846F1}">
                    <asvg:svgBlip xmlns:asvg="http://schemas.microsoft.com/office/drawing/2016/SVG/main" r:embed="rId2"/>
                  </a:ext>
                </a:extLst>
              </a:blip>
              <a:stretch>
                <a:fillRect/>
              </a:stretch>
            </a:blipFill>
          </p:spPr>
        </p:sp>
        <p:sp>
          <p:nvSpPr>
            <p:cNvPr id="7" name="Freeform 7"/>
            <p:cNvSpPr/>
            <p:nvPr/>
          </p:nvSpPr>
          <p:spPr>
            <a:xfrm>
              <a:off x="3390628" y="579890"/>
              <a:ext cx="518484" cy="519460"/>
            </a:xfrm>
            <a:custGeom>
              <a:avLst/>
              <a:gdLst/>
              <a:ahLst/>
              <a:cxnLst/>
              <a:rect l="l" t="t" r="r" b="b"/>
              <a:pathLst>
                <a:path w="518484" h="519460">
                  <a:moveTo>
                    <a:pt x="0" y="0"/>
                  </a:moveTo>
                  <a:lnTo>
                    <a:pt x="518484" y="0"/>
                  </a:lnTo>
                  <a:lnTo>
                    <a:pt x="518484" y="519460"/>
                  </a:lnTo>
                  <a:lnTo>
                    <a:pt x="0" y="519460"/>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grpSp>
          <p:nvGrpSpPr>
            <p:cNvPr id="8" name="Group 8"/>
            <p:cNvGrpSpPr/>
            <p:nvPr/>
          </p:nvGrpSpPr>
          <p:grpSpPr>
            <a:xfrm>
              <a:off x="438951" y="774362"/>
              <a:ext cx="512427" cy="511936"/>
              <a:chOff x="0" y="0"/>
              <a:chExt cx="769637" cy="768899"/>
            </a:xfrm>
          </p:grpSpPr>
          <p:sp>
            <p:nvSpPr>
              <p:cNvPr id="9" name="Freeform 9"/>
              <p:cNvSpPr/>
              <p:nvPr/>
            </p:nvSpPr>
            <p:spPr>
              <a:xfrm>
                <a:off x="0" y="0"/>
                <a:ext cx="769620" cy="768858"/>
              </a:xfrm>
              <a:custGeom>
                <a:avLst/>
                <a:gdLst/>
                <a:ahLst/>
                <a:cxnLst/>
                <a:rect l="l" t="t" r="r" b="b"/>
                <a:pathLst>
                  <a:path w="769620" h="768858">
                    <a:moveTo>
                      <a:pt x="384810" y="0"/>
                    </a:moveTo>
                    <a:cubicBezTo>
                      <a:pt x="172212" y="0"/>
                      <a:pt x="0" y="172212"/>
                      <a:pt x="0" y="384048"/>
                    </a:cubicBezTo>
                    <a:cubicBezTo>
                      <a:pt x="0" y="596646"/>
                      <a:pt x="172212" y="768858"/>
                      <a:pt x="384810" y="768858"/>
                    </a:cubicBezTo>
                    <a:cubicBezTo>
                      <a:pt x="597408" y="768858"/>
                      <a:pt x="769620" y="596646"/>
                      <a:pt x="769620" y="384048"/>
                    </a:cubicBezTo>
                    <a:cubicBezTo>
                      <a:pt x="769620" y="172212"/>
                      <a:pt x="597408" y="0"/>
                      <a:pt x="384810" y="0"/>
                    </a:cubicBezTo>
                    <a:close/>
                  </a:path>
                </a:pathLst>
              </a:custGeom>
              <a:solidFill>
                <a:srgbClr val="77C6FC"/>
              </a:solidFill>
            </p:spPr>
          </p:sp>
        </p:grpSp>
        <p:sp>
          <p:nvSpPr>
            <p:cNvPr id="10" name="Freeform 10"/>
            <p:cNvSpPr/>
            <p:nvPr/>
          </p:nvSpPr>
          <p:spPr>
            <a:xfrm>
              <a:off x="434947" y="769866"/>
              <a:ext cx="520412" cy="520904"/>
            </a:xfrm>
            <a:custGeom>
              <a:avLst/>
              <a:gdLst/>
              <a:ahLst/>
              <a:cxnLst/>
              <a:rect l="l" t="t" r="r" b="b"/>
              <a:pathLst>
                <a:path w="520412" h="520904">
                  <a:moveTo>
                    <a:pt x="0" y="0"/>
                  </a:moveTo>
                  <a:lnTo>
                    <a:pt x="520412" y="0"/>
                  </a:lnTo>
                  <a:lnTo>
                    <a:pt x="520412" y="520904"/>
                  </a:lnTo>
                  <a:lnTo>
                    <a:pt x="0" y="520904"/>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grpSp>
          <p:nvGrpSpPr>
            <p:cNvPr id="11" name="Group 11"/>
            <p:cNvGrpSpPr/>
            <p:nvPr/>
          </p:nvGrpSpPr>
          <p:grpSpPr>
            <a:xfrm>
              <a:off x="503737" y="839170"/>
              <a:ext cx="382839" cy="382326"/>
              <a:chOff x="0" y="0"/>
              <a:chExt cx="575003" cy="574232"/>
            </a:xfrm>
          </p:grpSpPr>
          <p:sp>
            <p:nvSpPr>
              <p:cNvPr id="12" name="Freeform 12"/>
              <p:cNvSpPr/>
              <p:nvPr/>
            </p:nvSpPr>
            <p:spPr>
              <a:xfrm>
                <a:off x="0" y="0"/>
                <a:ext cx="575056" cy="574294"/>
              </a:xfrm>
              <a:custGeom>
                <a:avLst/>
                <a:gdLst/>
                <a:ahLst/>
                <a:cxnLst/>
                <a:rect l="l" t="t" r="r" b="b"/>
                <a:pathLst>
                  <a:path w="575056" h="574294">
                    <a:moveTo>
                      <a:pt x="287528" y="0"/>
                    </a:moveTo>
                    <a:cubicBezTo>
                      <a:pt x="128778" y="0"/>
                      <a:pt x="0" y="128016"/>
                      <a:pt x="0" y="286766"/>
                    </a:cubicBezTo>
                    <a:cubicBezTo>
                      <a:pt x="0" y="445516"/>
                      <a:pt x="128778" y="574294"/>
                      <a:pt x="287528" y="574294"/>
                    </a:cubicBezTo>
                    <a:cubicBezTo>
                      <a:pt x="446278" y="574294"/>
                      <a:pt x="575056" y="445516"/>
                      <a:pt x="575056" y="286766"/>
                    </a:cubicBezTo>
                    <a:cubicBezTo>
                      <a:pt x="575056" y="128016"/>
                      <a:pt x="446278" y="0"/>
                      <a:pt x="287528" y="0"/>
                    </a:cubicBezTo>
                    <a:close/>
                  </a:path>
                </a:pathLst>
              </a:custGeom>
              <a:solidFill>
                <a:srgbClr val="FFFFFF"/>
              </a:solidFill>
            </p:spPr>
          </p:sp>
        </p:grpSp>
        <p:sp>
          <p:nvSpPr>
            <p:cNvPr id="13" name="Freeform 13"/>
            <p:cNvSpPr/>
            <p:nvPr/>
          </p:nvSpPr>
          <p:spPr>
            <a:xfrm>
              <a:off x="499756" y="834675"/>
              <a:ext cx="390823" cy="391315"/>
            </a:xfrm>
            <a:custGeom>
              <a:avLst/>
              <a:gdLst/>
              <a:ahLst/>
              <a:cxnLst/>
              <a:rect l="l" t="t" r="r" b="b"/>
              <a:pathLst>
                <a:path w="390823" h="391315">
                  <a:moveTo>
                    <a:pt x="0" y="0"/>
                  </a:moveTo>
                  <a:lnTo>
                    <a:pt x="390823" y="0"/>
                  </a:lnTo>
                  <a:lnTo>
                    <a:pt x="390823" y="391315"/>
                  </a:lnTo>
                  <a:lnTo>
                    <a:pt x="0" y="391315"/>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sp>
        <p:grpSp>
          <p:nvGrpSpPr>
            <p:cNvPr id="14" name="Group 14"/>
            <p:cNvGrpSpPr/>
            <p:nvPr/>
          </p:nvGrpSpPr>
          <p:grpSpPr>
            <a:xfrm>
              <a:off x="574024" y="909435"/>
              <a:ext cx="241779" cy="241779"/>
              <a:chOff x="0" y="0"/>
              <a:chExt cx="363139" cy="363139"/>
            </a:xfrm>
          </p:grpSpPr>
          <p:sp>
            <p:nvSpPr>
              <p:cNvPr id="15" name="Freeform 15"/>
              <p:cNvSpPr/>
              <p:nvPr/>
            </p:nvSpPr>
            <p:spPr>
              <a:xfrm>
                <a:off x="0" y="0"/>
                <a:ext cx="363093" cy="363220"/>
              </a:xfrm>
              <a:custGeom>
                <a:avLst/>
                <a:gdLst/>
                <a:ahLst/>
                <a:cxnLst/>
                <a:rect l="l" t="t" r="r" b="b"/>
                <a:pathLst>
                  <a:path w="363093" h="363220">
                    <a:moveTo>
                      <a:pt x="181991" y="0"/>
                    </a:moveTo>
                    <a:cubicBezTo>
                      <a:pt x="81661" y="0"/>
                      <a:pt x="0" y="81661"/>
                      <a:pt x="0" y="181229"/>
                    </a:cubicBezTo>
                    <a:cubicBezTo>
                      <a:pt x="0" y="281559"/>
                      <a:pt x="81534" y="363220"/>
                      <a:pt x="181864" y="363220"/>
                    </a:cubicBezTo>
                    <a:cubicBezTo>
                      <a:pt x="282194" y="363220"/>
                      <a:pt x="363093" y="281559"/>
                      <a:pt x="363093" y="181229"/>
                    </a:cubicBezTo>
                    <a:cubicBezTo>
                      <a:pt x="363093" y="81661"/>
                      <a:pt x="282321" y="0"/>
                      <a:pt x="181991" y="0"/>
                    </a:cubicBezTo>
                    <a:close/>
                  </a:path>
                </a:pathLst>
              </a:custGeom>
              <a:solidFill>
                <a:srgbClr val="77C6FC"/>
              </a:solidFill>
            </p:spPr>
          </p:sp>
        </p:grpSp>
        <p:sp>
          <p:nvSpPr>
            <p:cNvPr id="16" name="Freeform 16"/>
            <p:cNvSpPr/>
            <p:nvPr/>
          </p:nvSpPr>
          <p:spPr>
            <a:xfrm>
              <a:off x="570043" y="905454"/>
              <a:ext cx="250255" cy="249763"/>
            </a:xfrm>
            <a:custGeom>
              <a:avLst/>
              <a:gdLst/>
              <a:ahLst/>
              <a:cxnLst/>
              <a:rect l="l" t="t" r="r" b="b"/>
              <a:pathLst>
                <a:path w="250255" h="249763">
                  <a:moveTo>
                    <a:pt x="0" y="0"/>
                  </a:moveTo>
                  <a:lnTo>
                    <a:pt x="250256" y="0"/>
                  </a:lnTo>
                  <a:lnTo>
                    <a:pt x="250256" y="249763"/>
                  </a:lnTo>
                  <a:lnTo>
                    <a:pt x="0" y="249763"/>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sp>
        <p:sp>
          <p:nvSpPr>
            <p:cNvPr id="17" name="Freeform 17"/>
            <p:cNvSpPr/>
            <p:nvPr/>
          </p:nvSpPr>
          <p:spPr>
            <a:xfrm>
              <a:off x="0" y="531952"/>
              <a:ext cx="310732" cy="47938"/>
            </a:xfrm>
            <a:custGeom>
              <a:avLst/>
              <a:gdLst/>
              <a:ahLst/>
              <a:cxnLst/>
              <a:rect l="l" t="t" r="r" b="b"/>
              <a:pathLst>
                <a:path w="310732" h="47938">
                  <a:moveTo>
                    <a:pt x="0" y="0"/>
                  </a:moveTo>
                  <a:lnTo>
                    <a:pt x="310732" y="0"/>
                  </a:lnTo>
                  <a:lnTo>
                    <a:pt x="310732" y="47938"/>
                  </a:lnTo>
                  <a:lnTo>
                    <a:pt x="0" y="47938"/>
                  </a:lnTo>
                  <a:lnTo>
                    <a:pt x="0" y="0"/>
                  </a:lnTo>
                  <a:close/>
                </a:path>
              </a:pathLst>
            </a:custGeom>
            <a:blipFill>
              <a:blip r:embed="rId11">
                <a:extLst>
                  <a:ext uri="{96DAC541-7B7A-43D3-8B79-37D633B846F1}">
                    <asvg:svgBlip xmlns:asvg="http://schemas.microsoft.com/office/drawing/2016/SVG/main" r:embed="rId12"/>
                  </a:ext>
                </a:extLst>
              </a:blip>
              <a:stretch>
                <a:fillRect/>
              </a:stretch>
            </a:blipFill>
          </p:spPr>
        </p:sp>
        <p:sp>
          <p:nvSpPr>
            <p:cNvPr id="18" name="Freeform 18"/>
            <p:cNvSpPr/>
            <p:nvPr/>
          </p:nvSpPr>
          <p:spPr>
            <a:xfrm>
              <a:off x="5409345" y="321736"/>
              <a:ext cx="310732" cy="47938"/>
            </a:xfrm>
            <a:custGeom>
              <a:avLst/>
              <a:gdLst/>
              <a:ahLst/>
              <a:cxnLst/>
              <a:rect l="l" t="t" r="r" b="b"/>
              <a:pathLst>
                <a:path w="310732" h="47938">
                  <a:moveTo>
                    <a:pt x="0" y="0"/>
                  </a:moveTo>
                  <a:lnTo>
                    <a:pt x="310732" y="0"/>
                  </a:lnTo>
                  <a:lnTo>
                    <a:pt x="310732" y="47938"/>
                  </a:lnTo>
                  <a:lnTo>
                    <a:pt x="0" y="47938"/>
                  </a:lnTo>
                  <a:lnTo>
                    <a:pt x="0" y="0"/>
                  </a:lnTo>
                  <a:close/>
                </a:path>
              </a:pathLst>
            </a:custGeom>
            <a:blipFill>
              <a:blip r:embed="rId11">
                <a:extLst>
                  <a:ext uri="{96DAC541-7B7A-43D3-8B79-37D633B846F1}">
                    <asvg:svgBlip xmlns:asvg="http://schemas.microsoft.com/office/drawing/2016/SVG/main" r:embed="rId12"/>
                  </a:ext>
                </a:extLst>
              </a:blip>
              <a:stretch>
                <a:fillRect/>
              </a:stretch>
            </a:blipFill>
          </p:spPr>
        </p:sp>
        <p:sp>
          <p:nvSpPr>
            <p:cNvPr id="19" name="Freeform 19"/>
            <p:cNvSpPr/>
            <p:nvPr/>
          </p:nvSpPr>
          <p:spPr>
            <a:xfrm>
              <a:off x="4661337" y="2826800"/>
              <a:ext cx="310732" cy="47938"/>
            </a:xfrm>
            <a:custGeom>
              <a:avLst/>
              <a:gdLst/>
              <a:ahLst/>
              <a:cxnLst/>
              <a:rect l="l" t="t" r="r" b="b"/>
              <a:pathLst>
                <a:path w="310732" h="47938">
                  <a:moveTo>
                    <a:pt x="0" y="0"/>
                  </a:moveTo>
                  <a:lnTo>
                    <a:pt x="310732" y="0"/>
                  </a:lnTo>
                  <a:lnTo>
                    <a:pt x="310732" y="47938"/>
                  </a:lnTo>
                  <a:lnTo>
                    <a:pt x="0" y="47938"/>
                  </a:lnTo>
                  <a:lnTo>
                    <a:pt x="0" y="0"/>
                  </a:lnTo>
                  <a:close/>
                </a:path>
              </a:pathLst>
            </a:custGeom>
            <a:blipFill>
              <a:blip r:embed="rId11">
                <a:extLst>
                  <a:ext uri="{96DAC541-7B7A-43D3-8B79-37D633B846F1}">
                    <asvg:svgBlip xmlns:asvg="http://schemas.microsoft.com/office/drawing/2016/SVG/main" r:embed="rId12"/>
                  </a:ext>
                </a:extLst>
              </a:blip>
              <a:stretch>
                <a:fillRect/>
              </a:stretch>
            </a:blipFill>
          </p:spPr>
        </p:sp>
      </p:grpSp>
      <p:grpSp>
        <p:nvGrpSpPr>
          <p:cNvPr id="20" name="Group 20"/>
          <p:cNvGrpSpPr/>
          <p:nvPr/>
        </p:nvGrpSpPr>
        <p:grpSpPr>
          <a:xfrm>
            <a:off x="4414928" y="3324802"/>
            <a:ext cx="871805" cy="871805"/>
            <a:chOff x="0" y="0"/>
            <a:chExt cx="812800" cy="812800"/>
          </a:xfrm>
        </p:grpSpPr>
        <p:sp>
          <p:nvSpPr>
            <p:cNvPr id="21" name="Freeform 2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7ED957"/>
            </a:solidFill>
          </p:spPr>
        </p:sp>
        <p:sp>
          <p:nvSpPr>
            <p:cNvPr id="22" name="TextBox 22"/>
            <p:cNvSpPr txBox="1"/>
            <p:nvPr/>
          </p:nvSpPr>
          <p:spPr>
            <a:xfrm>
              <a:off x="76200" y="57150"/>
              <a:ext cx="660400" cy="679450"/>
            </a:xfrm>
            <a:prstGeom prst="rect">
              <a:avLst/>
            </a:prstGeom>
          </p:spPr>
          <p:txBody>
            <a:bodyPr lIns="50800" tIns="50800" rIns="50800" bIns="50800" rtlCol="0" anchor="ctr"/>
            <a:lstStyle/>
            <a:p>
              <a:pPr algn="ctr">
                <a:lnSpc>
                  <a:spcPts val="3600"/>
                </a:lnSpc>
              </a:pPr>
              <a:r>
                <a:rPr lang="en-US" sz="3000">
                  <a:solidFill>
                    <a:srgbClr val="000000"/>
                  </a:solidFill>
                  <a:latin typeface="Arimo Bold" panose="020B0704020202020204"/>
                </a:rPr>
                <a:t>1</a:t>
              </a:r>
              <a:endParaRPr lang="en-US" sz="3000">
                <a:solidFill>
                  <a:srgbClr val="000000"/>
                </a:solidFill>
                <a:latin typeface="Arimo Bold" panose="020B0704020202020204"/>
              </a:endParaRPr>
            </a:p>
          </p:txBody>
        </p:sp>
      </p:grpSp>
      <p:sp>
        <p:nvSpPr>
          <p:cNvPr id="23" name="TextBox 23"/>
          <p:cNvSpPr txBox="1"/>
          <p:nvPr/>
        </p:nvSpPr>
        <p:spPr>
          <a:xfrm>
            <a:off x="2018030" y="959485"/>
            <a:ext cx="14462125" cy="1256665"/>
          </a:xfrm>
          <a:prstGeom prst="rect">
            <a:avLst/>
          </a:prstGeom>
        </p:spPr>
        <p:txBody>
          <a:bodyPr wrap="square" lIns="0" tIns="0" rIns="0" bIns="0" rtlCol="0" anchor="t">
            <a:spAutoFit/>
          </a:bodyPr>
          <a:lstStyle/>
          <a:p>
            <a:pPr algn="ctr">
              <a:lnSpc>
                <a:spcPts val="9800"/>
              </a:lnSpc>
            </a:pPr>
            <a:r>
              <a:rPr lang="en-US" sz="7000">
                <a:solidFill>
                  <a:srgbClr val="000000"/>
                </a:solidFill>
                <a:latin typeface="Noto Sans Bold" panose="020B0802040504020204"/>
              </a:rPr>
              <a:t>DANH SÁCH THÀNH VIÊN NHÓM</a:t>
            </a:r>
            <a:endParaRPr lang="en-US" sz="7000">
              <a:solidFill>
                <a:srgbClr val="000000"/>
              </a:solidFill>
              <a:latin typeface="Noto Sans Bold" panose="020B0802040504020204"/>
            </a:endParaRPr>
          </a:p>
        </p:txBody>
      </p:sp>
      <p:sp>
        <p:nvSpPr>
          <p:cNvPr id="24" name="TextBox 24"/>
          <p:cNvSpPr txBox="1"/>
          <p:nvPr/>
        </p:nvSpPr>
        <p:spPr>
          <a:xfrm>
            <a:off x="5989067" y="3446697"/>
            <a:ext cx="8511059" cy="610235"/>
          </a:xfrm>
          <a:prstGeom prst="rect">
            <a:avLst/>
          </a:prstGeom>
        </p:spPr>
        <p:txBody>
          <a:bodyPr lIns="0" tIns="0" rIns="0" bIns="0" rtlCol="0" anchor="t">
            <a:spAutoFit/>
          </a:bodyPr>
          <a:lstStyle/>
          <a:p>
            <a:pPr algn="l">
              <a:lnSpc>
                <a:spcPts val="4760"/>
              </a:lnSpc>
            </a:pPr>
            <a:r>
              <a:rPr lang="en-US" sz="3400">
                <a:solidFill>
                  <a:srgbClr val="000000"/>
                </a:solidFill>
                <a:latin typeface="Faustina" panose="00000500000000000000"/>
              </a:rPr>
              <a:t>Đỗ Danh Huy – Trưởng nhóm</a:t>
            </a:r>
            <a:endParaRPr lang="en-US" sz="3400">
              <a:solidFill>
                <a:srgbClr val="000000"/>
              </a:solidFill>
              <a:latin typeface="Faustina" panose="00000500000000000000"/>
            </a:endParaRPr>
          </a:p>
        </p:txBody>
      </p:sp>
      <p:sp>
        <p:nvSpPr>
          <p:cNvPr id="25" name="TextBox 25"/>
          <p:cNvSpPr txBox="1"/>
          <p:nvPr/>
        </p:nvSpPr>
        <p:spPr>
          <a:xfrm>
            <a:off x="5989067" y="4975726"/>
            <a:ext cx="6762661" cy="610235"/>
          </a:xfrm>
          <a:prstGeom prst="rect">
            <a:avLst/>
          </a:prstGeom>
        </p:spPr>
        <p:txBody>
          <a:bodyPr lIns="0" tIns="0" rIns="0" bIns="0" rtlCol="0" anchor="t">
            <a:spAutoFit/>
          </a:bodyPr>
          <a:lstStyle/>
          <a:p>
            <a:pPr algn="l">
              <a:lnSpc>
                <a:spcPts val="4760"/>
              </a:lnSpc>
            </a:pPr>
            <a:r>
              <a:rPr lang="en-US" sz="3400">
                <a:solidFill>
                  <a:srgbClr val="000000"/>
                </a:solidFill>
                <a:latin typeface="Faustina" panose="00000500000000000000"/>
              </a:rPr>
              <a:t>Nguyễn Tiến Trung</a:t>
            </a:r>
            <a:endParaRPr lang="en-US" sz="3400">
              <a:solidFill>
                <a:srgbClr val="000000"/>
              </a:solidFill>
              <a:latin typeface="Faustina" panose="00000500000000000000"/>
            </a:endParaRPr>
          </a:p>
        </p:txBody>
      </p:sp>
      <p:grpSp>
        <p:nvGrpSpPr>
          <p:cNvPr id="26" name="Group 26"/>
          <p:cNvGrpSpPr/>
          <p:nvPr/>
        </p:nvGrpSpPr>
        <p:grpSpPr>
          <a:xfrm>
            <a:off x="4414928" y="4853831"/>
            <a:ext cx="871805" cy="871805"/>
            <a:chOff x="0" y="0"/>
            <a:chExt cx="812800" cy="812800"/>
          </a:xfrm>
        </p:grpSpPr>
        <p:sp>
          <p:nvSpPr>
            <p:cNvPr id="27" name="Freeform 2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97B2"/>
            </a:solidFill>
          </p:spPr>
        </p:sp>
        <p:sp>
          <p:nvSpPr>
            <p:cNvPr id="28" name="TextBox 28"/>
            <p:cNvSpPr txBox="1"/>
            <p:nvPr/>
          </p:nvSpPr>
          <p:spPr>
            <a:xfrm>
              <a:off x="76200" y="57150"/>
              <a:ext cx="660400" cy="679450"/>
            </a:xfrm>
            <a:prstGeom prst="rect">
              <a:avLst/>
            </a:prstGeom>
          </p:spPr>
          <p:txBody>
            <a:bodyPr lIns="50800" tIns="50800" rIns="50800" bIns="50800" rtlCol="0" anchor="ctr"/>
            <a:lstStyle/>
            <a:p>
              <a:pPr algn="ctr">
                <a:lnSpc>
                  <a:spcPts val="3600"/>
                </a:lnSpc>
              </a:pPr>
              <a:r>
                <a:rPr lang="en-US" sz="3000">
                  <a:solidFill>
                    <a:srgbClr val="000000"/>
                  </a:solidFill>
                  <a:latin typeface="Arimo Bold" panose="020B0704020202020204"/>
                </a:rPr>
                <a:t>2</a:t>
              </a:r>
              <a:endParaRPr lang="en-US" sz="3000">
                <a:solidFill>
                  <a:srgbClr val="000000"/>
                </a:solidFill>
                <a:latin typeface="Arimo Bold" panose="020B0704020202020204"/>
              </a:endParaRPr>
            </a:p>
          </p:txBody>
        </p:sp>
      </p:grpSp>
      <p:grpSp>
        <p:nvGrpSpPr>
          <p:cNvPr id="29" name="Group 29"/>
          <p:cNvGrpSpPr/>
          <p:nvPr/>
        </p:nvGrpSpPr>
        <p:grpSpPr>
          <a:xfrm>
            <a:off x="4414928" y="6540734"/>
            <a:ext cx="871805" cy="871805"/>
            <a:chOff x="0" y="0"/>
            <a:chExt cx="812800" cy="812800"/>
          </a:xfrm>
        </p:grpSpPr>
        <p:sp>
          <p:nvSpPr>
            <p:cNvPr id="30" name="Freeform 3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5E17EB"/>
            </a:solidFill>
          </p:spPr>
        </p:sp>
        <p:sp>
          <p:nvSpPr>
            <p:cNvPr id="31" name="TextBox 31"/>
            <p:cNvSpPr txBox="1"/>
            <p:nvPr/>
          </p:nvSpPr>
          <p:spPr>
            <a:xfrm>
              <a:off x="76200" y="57150"/>
              <a:ext cx="660400" cy="679450"/>
            </a:xfrm>
            <a:prstGeom prst="rect">
              <a:avLst/>
            </a:prstGeom>
          </p:spPr>
          <p:txBody>
            <a:bodyPr lIns="50800" tIns="50800" rIns="50800" bIns="50800" rtlCol="0" anchor="ctr"/>
            <a:lstStyle/>
            <a:p>
              <a:pPr algn="ctr">
                <a:lnSpc>
                  <a:spcPts val="3600"/>
                </a:lnSpc>
              </a:pPr>
              <a:r>
                <a:rPr lang="en-US" sz="3000">
                  <a:solidFill>
                    <a:srgbClr val="000000"/>
                  </a:solidFill>
                  <a:latin typeface="Arimo Bold" panose="020B0704020202020204"/>
                </a:rPr>
                <a:t>3</a:t>
              </a:r>
              <a:endParaRPr lang="en-US" sz="3000">
                <a:solidFill>
                  <a:srgbClr val="000000"/>
                </a:solidFill>
                <a:latin typeface="Arimo Bold" panose="020B0704020202020204"/>
              </a:endParaRPr>
            </a:p>
          </p:txBody>
        </p:sp>
      </p:grpSp>
      <p:grpSp>
        <p:nvGrpSpPr>
          <p:cNvPr id="32" name="Group 32"/>
          <p:cNvGrpSpPr/>
          <p:nvPr/>
        </p:nvGrpSpPr>
        <p:grpSpPr>
          <a:xfrm>
            <a:off x="4414928" y="8069764"/>
            <a:ext cx="871805" cy="871805"/>
            <a:chOff x="0" y="0"/>
            <a:chExt cx="812800" cy="812800"/>
          </a:xfrm>
        </p:grpSpPr>
        <p:sp>
          <p:nvSpPr>
            <p:cNvPr id="33" name="Freeform 3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914D"/>
            </a:solidFill>
          </p:spPr>
        </p:sp>
        <p:sp>
          <p:nvSpPr>
            <p:cNvPr id="34" name="TextBox 34"/>
            <p:cNvSpPr txBox="1"/>
            <p:nvPr/>
          </p:nvSpPr>
          <p:spPr>
            <a:xfrm>
              <a:off x="76200" y="57150"/>
              <a:ext cx="660400" cy="679450"/>
            </a:xfrm>
            <a:prstGeom prst="rect">
              <a:avLst/>
            </a:prstGeom>
          </p:spPr>
          <p:txBody>
            <a:bodyPr lIns="50800" tIns="50800" rIns="50800" bIns="50800" rtlCol="0" anchor="ctr"/>
            <a:lstStyle/>
            <a:p>
              <a:pPr algn="ctr">
                <a:lnSpc>
                  <a:spcPts val="3600"/>
                </a:lnSpc>
              </a:pPr>
              <a:r>
                <a:rPr lang="en-US" sz="3000">
                  <a:solidFill>
                    <a:srgbClr val="000000"/>
                  </a:solidFill>
                  <a:latin typeface="Arimo Bold" panose="020B0704020202020204"/>
                </a:rPr>
                <a:t>4</a:t>
              </a:r>
              <a:endParaRPr lang="en-US" sz="3000">
                <a:solidFill>
                  <a:srgbClr val="000000"/>
                </a:solidFill>
                <a:latin typeface="Arimo Bold" panose="020B0704020202020204"/>
              </a:endParaRPr>
            </a:p>
          </p:txBody>
        </p:sp>
      </p:grpSp>
      <p:sp>
        <p:nvSpPr>
          <p:cNvPr id="35" name="TextBox 35"/>
          <p:cNvSpPr txBox="1"/>
          <p:nvPr/>
        </p:nvSpPr>
        <p:spPr>
          <a:xfrm>
            <a:off x="5989067" y="6662629"/>
            <a:ext cx="6309866" cy="570865"/>
          </a:xfrm>
          <a:prstGeom prst="rect">
            <a:avLst/>
          </a:prstGeom>
        </p:spPr>
        <p:txBody>
          <a:bodyPr lIns="0" tIns="0" rIns="0" bIns="0" rtlCol="0" anchor="t">
            <a:spAutoFit/>
          </a:bodyPr>
          <a:lstStyle/>
          <a:p>
            <a:pPr algn="l">
              <a:lnSpc>
                <a:spcPts val="4760"/>
              </a:lnSpc>
            </a:pPr>
            <a:r>
              <a:rPr lang="en-US" sz="3400">
                <a:solidFill>
                  <a:srgbClr val="000000"/>
                </a:solidFill>
                <a:latin typeface="Faustina" panose="00000500000000000000"/>
              </a:rPr>
              <a:t>Đỗ Văn Huy</a:t>
            </a:r>
            <a:endParaRPr lang="en-US" sz="3400">
              <a:solidFill>
                <a:srgbClr val="000000"/>
              </a:solidFill>
              <a:latin typeface="Faustina" panose="00000500000000000000"/>
            </a:endParaRPr>
          </a:p>
        </p:txBody>
      </p:sp>
      <p:sp>
        <p:nvSpPr>
          <p:cNvPr id="36" name="TextBox 36"/>
          <p:cNvSpPr txBox="1"/>
          <p:nvPr/>
        </p:nvSpPr>
        <p:spPr>
          <a:xfrm>
            <a:off x="5989067" y="8195519"/>
            <a:ext cx="6762661" cy="610235"/>
          </a:xfrm>
          <a:prstGeom prst="rect">
            <a:avLst/>
          </a:prstGeom>
        </p:spPr>
        <p:txBody>
          <a:bodyPr lIns="0" tIns="0" rIns="0" bIns="0" rtlCol="0" anchor="t">
            <a:spAutoFit/>
          </a:bodyPr>
          <a:lstStyle/>
          <a:p>
            <a:pPr algn="l">
              <a:lnSpc>
                <a:spcPts val="4760"/>
              </a:lnSpc>
            </a:pPr>
            <a:r>
              <a:rPr lang="en-US" sz="3400">
                <a:solidFill>
                  <a:srgbClr val="000000"/>
                </a:solidFill>
                <a:latin typeface="Faustina" panose="00000500000000000000"/>
              </a:rPr>
              <a:t>Bùi Thị Kim Nhung</a:t>
            </a:r>
            <a:endParaRPr lang="en-US" sz="3400">
              <a:solidFill>
                <a:srgbClr val="000000"/>
              </a:solidFill>
              <a:latin typeface="Faustina" panose="0000050000000000000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3365676" y="-20672"/>
            <a:ext cx="4938750" cy="2156054"/>
            <a:chOff x="0" y="0"/>
            <a:chExt cx="6585000" cy="2874738"/>
          </a:xfrm>
        </p:grpSpPr>
        <p:sp>
          <p:nvSpPr>
            <p:cNvPr id="3" name="AutoShape 3"/>
            <p:cNvSpPr/>
            <p:nvPr/>
          </p:nvSpPr>
          <p:spPr>
            <a:xfrm rot="10523609">
              <a:off x="667956" y="931479"/>
              <a:ext cx="2996075" cy="0"/>
            </a:xfrm>
            <a:prstGeom prst="line">
              <a:avLst/>
            </a:prstGeom>
            <a:ln w="8456" cap="rnd">
              <a:solidFill>
                <a:srgbClr val="3D3D3D"/>
              </a:solidFill>
              <a:prstDash val="solid"/>
              <a:headEnd type="none" w="sm" len="sm"/>
              <a:tailEnd type="none" w="sm" len="sm"/>
            </a:ln>
          </p:spPr>
        </p:sp>
        <p:sp>
          <p:nvSpPr>
            <p:cNvPr id="4" name="AutoShape 4"/>
            <p:cNvSpPr/>
            <p:nvPr/>
          </p:nvSpPr>
          <p:spPr>
            <a:xfrm rot="2514251">
              <a:off x="3410093" y="1491198"/>
              <a:ext cx="2001537" cy="0"/>
            </a:xfrm>
            <a:prstGeom prst="line">
              <a:avLst/>
            </a:prstGeom>
            <a:ln w="8456" cap="rnd">
              <a:solidFill>
                <a:srgbClr val="3D3D3D"/>
              </a:solidFill>
              <a:prstDash val="solid"/>
              <a:headEnd type="none" w="sm" len="sm"/>
              <a:tailEnd type="none" w="sm" len="sm"/>
            </a:ln>
          </p:spPr>
        </p:sp>
        <p:sp>
          <p:nvSpPr>
            <p:cNvPr id="5" name="AutoShape 5"/>
            <p:cNvSpPr/>
            <p:nvPr/>
          </p:nvSpPr>
          <p:spPr>
            <a:xfrm rot="7436612">
              <a:off x="4584488" y="1061222"/>
              <a:ext cx="2562932" cy="0"/>
            </a:xfrm>
            <a:prstGeom prst="line">
              <a:avLst/>
            </a:prstGeom>
            <a:ln w="8456" cap="rnd">
              <a:solidFill>
                <a:srgbClr val="3D3D3D"/>
              </a:solidFill>
              <a:prstDash val="solid"/>
              <a:headEnd type="none" w="sm" len="sm"/>
              <a:tailEnd type="none" w="sm" len="sm"/>
            </a:ln>
          </p:spPr>
        </p:sp>
        <p:sp>
          <p:nvSpPr>
            <p:cNvPr id="6" name="Freeform 6"/>
            <p:cNvSpPr/>
            <p:nvPr/>
          </p:nvSpPr>
          <p:spPr>
            <a:xfrm>
              <a:off x="4653392" y="1594708"/>
              <a:ext cx="1032972" cy="1033949"/>
            </a:xfrm>
            <a:custGeom>
              <a:avLst/>
              <a:gdLst/>
              <a:ahLst/>
              <a:cxnLst/>
              <a:rect l="l" t="t" r="r" b="b"/>
              <a:pathLst>
                <a:path w="1032972" h="1033949">
                  <a:moveTo>
                    <a:pt x="0" y="0"/>
                  </a:moveTo>
                  <a:lnTo>
                    <a:pt x="1032972" y="0"/>
                  </a:lnTo>
                  <a:lnTo>
                    <a:pt x="1032972" y="1033949"/>
                  </a:lnTo>
                  <a:lnTo>
                    <a:pt x="0" y="1033949"/>
                  </a:lnTo>
                  <a:lnTo>
                    <a:pt x="0" y="0"/>
                  </a:lnTo>
                  <a:close/>
                </a:path>
              </a:pathLst>
            </a:custGeom>
            <a:blipFill>
              <a:blip r:embed="rId1">
                <a:extLst>
                  <a:ext uri="{96DAC541-7B7A-43D3-8B79-37D633B846F1}">
                    <asvg:svgBlip xmlns:asvg="http://schemas.microsoft.com/office/drawing/2016/SVG/main" r:embed="rId2"/>
                  </a:ext>
                </a:extLst>
              </a:blip>
              <a:stretch>
                <a:fillRect/>
              </a:stretch>
            </a:blipFill>
          </p:spPr>
        </p:sp>
        <p:sp>
          <p:nvSpPr>
            <p:cNvPr id="7" name="Freeform 7"/>
            <p:cNvSpPr/>
            <p:nvPr/>
          </p:nvSpPr>
          <p:spPr>
            <a:xfrm>
              <a:off x="3390628" y="579890"/>
              <a:ext cx="518484" cy="519460"/>
            </a:xfrm>
            <a:custGeom>
              <a:avLst/>
              <a:gdLst/>
              <a:ahLst/>
              <a:cxnLst/>
              <a:rect l="l" t="t" r="r" b="b"/>
              <a:pathLst>
                <a:path w="518484" h="519460">
                  <a:moveTo>
                    <a:pt x="0" y="0"/>
                  </a:moveTo>
                  <a:lnTo>
                    <a:pt x="518484" y="0"/>
                  </a:lnTo>
                  <a:lnTo>
                    <a:pt x="518484" y="519460"/>
                  </a:lnTo>
                  <a:lnTo>
                    <a:pt x="0" y="519460"/>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grpSp>
          <p:nvGrpSpPr>
            <p:cNvPr id="8" name="Group 8"/>
            <p:cNvGrpSpPr/>
            <p:nvPr/>
          </p:nvGrpSpPr>
          <p:grpSpPr>
            <a:xfrm>
              <a:off x="438951" y="774362"/>
              <a:ext cx="512427" cy="511936"/>
              <a:chOff x="0" y="0"/>
              <a:chExt cx="769637" cy="768899"/>
            </a:xfrm>
          </p:grpSpPr>
          <p:sp>
            <p:nvSpPr>
              <p:cNvPr id="9" name="Freeform 9"/>
              <p:cNvSpPr/>
              <p:nvPr/>
            </p:nvSpPr>
            <p:spPr>
              <a:xfrm>
                <a:off x="0" y="0"/>
                <a:ext cx="769620" cy="768858"/>
              </a:xfrm>
              <a:custGeom>
                <a:avLst/>
                <a:gdLst/>
                <a:ahLst/>
                <a:cxnLst/>
                <a:rect l="l" t="t" r="r" b="b"/>
                <a:pathLst>
                  <a:path w="769620" h="768858">
                    <a:moveTo>
                      <a:pt x="384810" y="0"/>
                    </a:moveTo>
                    <a:cubicBezTo>
                      <a:pt x="172212" y="0"/>
                      <a:pt x="0" y="172212"/>
                      <a:pt x="0" y="384048"/>
                    </a:cubicBezTo>
                    <a:cubicBezTo>
                      <a:pt x="0" y="596646"/>
                      <a:pt x="172212" y="768858"/>
                      <a:pt x="384810" y="768858"/>
                    </a:cubicBezTo>
                    <a:cubicBezTo>
                      <a:pt x="597408" y="768858"/>
                      <a:pt x="769620" y="596646"/>
                      <a:pt x="769620" y="384048"/>
                    </a:cubicBezTo>
                    <a:cubicBezTo>
                      <a:pt x="769620" y="172212"/>
                      <a:pt x="597408" y="0"/>
                      <a:pt x="384810" y="0"/>
                    </a:cubicBezTo>
                    <a:close/>
                  </a:path>
                </a:pathLst>
              </a:custGeom>
              <a:solidFill>
                <a:srgbClr val="77C6FC"/>
              </a:solidFill>
            </p:spPr>
          </p:sp>
        </p:grpSp>
        <p:sp>
          <p:nvSpPr>
            <p:cNvPr id="10" name="Freeform 10"/>
            <p:cNvSpPr/>
            <p:nvPr/>
          </p:nvSpPr>
          <p:spPr>
            <a:xfrm>
              <a:off x="434947" y="769866"/>
              <a:ext cx="520412" cy="520904"/>
            </a:xfrm>
            <a:custGeom>
              <a:avLst/>
              <a:gdLst/>
              <a:ahLst/>
              <a:cxnLst/>
              <a:rect l="l" t="t" r="r" b="b"/>
              <a:pathLst>
                <a:path w="520412" h="520904">
                  <a:moveTo>
                    <a:pt x="0" y="0"/>
                  </a:moveTo>
                  <a:lnTo>
                    <a:pt x="520412" y="0"/>
                  </a:lnTo>
                  <a:lnTo>
                    <a:pt x="520412" y="520904"/>
                  </a:lnTo>
                  <a:lnTo>
                    <a:pt x="0" y="520904"/>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grpSp>
          <p:nvGrpSpPr>
            <p:cNvPr id="11" name="Group 11"/>
            <p:cNvGrpSpPr/>
            <p:nvPr/>
          </p:nvGrpSpPr>
          <p:grpSpPr>
            <a:xfrm>
              <a:off x="503737" y="839170"/>
              <a:ext cx="382839" cy="382326"/>
              <a:chOff x="0" y="0"/>
              <a:chExt cx="575003" cy="574232"/>
            </a:xfrm>
          </p:grpSpPr>
          <p:sp>
            <p:nvSpPr>
              <p:cNvPr id="12" name="Freeform 12"/>
              <p:cNvSpPr/>
              <p:nvPr/>
            </p:nvSpPr>
            <p:spPr>
              <a:xfrm>
                <a:off x="0" y="0"/>
                <a:ext cx="575056" cy="574294"/>
              </a:xfrm>
              <a:custGeom>
                <a:avLst/>
                <a:gdLst/>
                <a:ahLst/>
                <a:cxnLst/>
                <a:rect l="l" t="t" r="r" b="b"/>
                <a:pathLst>
                  <a:path w="575056" h="574294">
                    <a:moveTo>
                      <a:pt x="287528" y="0"/>
                    </a:moveTo>
                    <a:cubicBezTo>
                      <a:pt x="128778" y="0"/>
                      <a:pt x="0" y="128016"/>
                      <a:pt x="0" y="286766"/>
                    </a:cubicBezTo>
                    <a:cubicBezTo>
                      <a:pt x="0" y="445516"/>
                      <a:pt x="128778" y="574294"/>
                      <a:pt x="287528" y="574294"/>
                    </a:cubicBezTo>
                    <a:cubicBezTo>
                      <a:pt x="446278" y="574294"/>
                      <a:pt x="575056" y="445516"/>
                      <a:pt x="575056" y="286766"/>
                    </a:cubicBezTo>
                    <a:cubicBezTo>
                      <a:pt x="575056" y="128016"/>
                      <a:pt x="446278" y="0"/>
                      <a:pt x="287528" y="0"/>
                    </a:cubicBezTo>
                    <a:close/>
                  </a:path>
                </a:pathLst>
              </a:custGeom>
              <a:solidFill>
                <a:srgbClr val="FFFFFF"/>
              </a:solidFill>
            </p:spPr>
          </p:sp>
        </p:grpSp>
        <p:sp>
          <p:nvSpPr>
            <p:cNvPr id="13" name="Freeform 13"/>
            <p:cNvSpPr/>
            <p:nvPr/>
          </p:nvSpPr>
          <p:spPr>
            <a:xfrm>
              <a:off x="499756" y="834675"/>
              <a:ext cx="390823" cy="391315"/>
            </a:xfrm>
            <a:custGeom>
              <a:avLst/>
              <a:gdLst/>
              <a:ahLst/>
              <a:cxnLst/>
              <a:rect l="l" t="t" r="r" b="b"/>
              <a:pathLst>
                <a:path w="390823" h="391315">
                  <a:moveTo>
                    <a:pt x="0" y="0"/>
                  </a:moveTo>
                  <a:lnTo>
                    <a:pt x="390823" y="0"/>
                  </a:lnTo>
                  <a:lnTo>
                    <a:pt x="390823" y="391315"/>
                  </a:lnTo>
                  <a:lnTo>
                    <a:pt x="0" y="391315"/>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sp>
        <p:grpSp>
          <p:nvGrpSpPr>
            <p:cNvPr id="14" name="Group 14"/>
            <p:cNvGrpSpPr/>
            <p:nvPr/>
          </p:nvGrpSpPr>
          <p:grpSpPr>
            <a:xfrm>
              <a:off x="574024" y="909435"/>
              <a:ext cx="241779" cy="241779"/>
              <a:chOff x="0" y="0"/>
              <a:chExt cx="363139" cy="363139"/>
            </a:xfrm>
          </p:grpSpPr>
          <p:sp>
            <p:nvSpPr>
              <p:cNvPr id="15" name="Freeform 15"/>
              <p:cNvSpPr/>
              <p:nvPr/>
            </p:nvSpPr>
            <p:spPr>
              <a:xfrm>
                <a:off x="0" y="0"/>
                <a:ext cx="363093" cy="363220"/>
              </a:xfrm>
              <a:custGeom>
                <a:avLst/>
                <a:gdLst/>
                <a:ahLst/>
                <a:cxnLst/>
                <a:rect l="l" t="t" r="r" b="b"/>
                <a:pathLst>
                  <a:path w="363093" h="363220">
                    <a:moveTo>
                      <a:pt x="181991" y="0"/>
                    </a:moveTo>
                    <a:cubicBezTo>
                      <a:pt x="81661" y="0"/>
                      <a:pt x="0" y="81661"/>
                      <a:pt x="0" y="181229"/>
                    </a:cubicBezTo>
                    <a:cubicBezTo>
                      <a:pt x="0" y="281559"/>
                      <a:pt x="81534" y="363220"/>
                      <a:pt x="181864" y="363220"/>
                    </a:cubicBezTo>
                    <a:cubicBezTo>
                      <a:pt x="282194" y="363220"/>
                      <a:pt x="363093" y="281559"/>
                      <a:pt x="363093" y="181229"/>
                    </a:cubicBezTo>
                    <a:cubicBezTo>
                      <a:pt x="363093" y="81661"/>
                      <a:pt x="282321" y="0"/>
                      <a:pt x="181991" y="0"/>
                    </a:cubicBezTo>
                    <a:close/>
                  </a:path>
                </a:pathLst>
              </a:custGeom>
              <a:solidFill>
                <a:srgbClr val="77C6FC"/>
              </a:solidFill>
            </p:spPr>
          </p:sp>
        </p:grpSp>
        <p:sp>
          <p:nvSpPr>
            <p:cNvPr id="16" name="Freeform 16"/>
            <p:cNvSpPr/>
            <p:nvPr/>
          </p:nvSpPr>
          <p:spPr>
            <a:xfrm>
              <a:off x="570043" y="905454"/>
              <a:ext cx="250255" cy="249763"/>
            </a:xfrm>
            <a:custGeom>
              <a:avLst/>
              <a:gdLst/>
              <a:ahLst/>
              <a:cxnLst/>
              <a:rect l="l" t="t" r="r" b="b"/>
              <a:pathLst>
                <a:path w="250255" h="249763">
                  <a:moveTo>
                    <a:pt x="0" y="0"/>
                  </a:moveTo>
                  <a:lnTo>
                    <a:pt x="250256" y="0"/>
                  </a:lnTo>
                  <a:lnTo>
                    <a:pt x="250256" y="249763"/>
                  </a:lnTo>
                  <a:lnTo>
                    <a:pt x="0" y="249763"/>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sp>
        <p:sp>
          <p:nvSpPr>
            <p:cNvPr id="17" name="Freeform 17"/>
            <p:cNvSpPr/>
            <p:nvPr/>
          </p:nvSpPr>
          <p:spPr>
            <a:xfrm>
              <a:off x="0" y="531952"/>
              <a:ext cx="310732" cy="47938"/>
            </a:xfrm>
            <a:custGeom>
              <a:avLst/>
              <a:gdLst/>
              <a:ahLst/>
              <a:cxnLst/>
              <a:rect l="l" t="t" r="r" b="b"/>
              <a:pathLst>
                <a:path w="310732" h="47938">
                  <a:moveTo>
                    <a:pt x="0" y="0"/>
                  </a:moveTo>
                  <a:lnTo>
                    <a:pt x="310732" y="0"/>
                  </a:lnTo>
                  <a:lnTo>
                    <a:pt x="310732" y="47938"/>
                  </a:lnTo>
                  <a:lnTo>
                    <a:pt x="0" y="47938"/>
                  </a:lnTo>
                  <a:lnTo>
                    <a:pt x="0" y="0"/>
                  </a:lnTo>
                  <a:close/>
                </a:path>
              </a:pathLst>
            </a:custGeom>
            <a:blipFill>
              <a:blip r:embed="rId11">
                <a:extLst>
                  <a:ext uri="{96DAC541-7B7A-43D3-8B79-37D633B846F1}">
                    <asvg:svgBlip xmlns:asvg="http://schemas.microsoft.com/office/drawing/2016/SVG/main" r:embed="rId12"/>
                  </a:ext>
                </a:extLst>
              </a:blip>
              <a:stretch>
                <a:fillRect/>
              </a:stretch>
            </a:blipFill>
          </p:spPr>
        </p:sp>
        <p:sp>
          <p:nvSpPr>
            <p:cNvPr id="18" name="Freeform 18"/>
            <p:cNvSpPr/>
            <p:nvPr/>
          </p:nvSpPr>
          <p:spPr>
            <a:xfrm>
              <a:off x="5409345" y="321736"/>
              <a:ext cx="310732" cy="47938"/>
            </a:xfrm>
            <a:custGeom>
              <a:avLst/>
              <a:gdLst/>
              <a:ahLst/>
              <a:cxnLst/>
              <a:rect l="l" t="t" r="r" b="b"/>
              <a:pathLst>
                <a:path w="310732" h="47938">
                  <a:moveTo>
                    <a:pt x="0" y="0"/>
                  </a:moveTo>
                  <a:lnTo>
                    <a:pt x="310732" y="0"/>
                  </a:lnTo>
                  <a:lnTo>
                    <a:pt x="310732" y="47938"/>
                  </a:lnTo>
                  <a:lnTo>
                    <a:pt x="0" y="47938"/>
                  </a:lnTo>
                  <a:lnTo>
                    <a:pt x="0" y="0"/>
                  </a:lnTo>
                  <a:close/>
                </a:path>
              </a:pathLst>
            </a:custGeom>
            <a:blipFill>
              <a:blip r:embed="rId11">
                <a:extLst>
                  <a:ext uri="{96DAC541-7B7A-43D3-8B79-37D633B846F1}">
                    <asvg:svgBlip xmlns:asvg="http://schemas.microsoft.com/office/drawing/2016/SVG/main" r:embed="rId12"/>
                  </a:ext>
                </a:extLst>
              </a:blip>
              <a:stretch>
                <a:fillRect/>
              </a:stretch>
            </a:blipFill>
          </p:spPr>
        </p:sp>
        <p:sp>
          <p:nvSpPr>
            <p:cNvPr id="19" name="Freeform 19"/>
            <p:cNvSpPr/>
            <p:nvPr/>
          </p:nvSpPr>
          <p:spPr>
            <a:xfrm>
              <a:off x="4661337" y="2826800"/>
              <a:ext cx="310732" cy="47938"/>
            </a:xfrm>
            <a:custGeom>
              <a:avLst/>
              <a:gdLst/>
              <a:ahLst/>
              <a:cxnLst/>
              <a:rect l="l" t="t" r="r" b="b"/>
              <a:pathLst>
                <a:path w="310732" h="47938">
                  <a:moveTo>
                    <a:pt x="0" y="0"/>
                  </a:moveTo>
                  <a:lnTo>
                    <a:pt x="310732" y="0"/>
                  </a:lnTo>
                  <a:lnTo>
                    <a:pt x="310732" y="47938"/>
                  </a:lnTo>
                  <a:lnTo>
                    <a:pt x="0" y="47938"/>
                  </a:lnTo>
                  <a:lnTo>
                    <a:pt x="0" y="0"/>
                  </a:lnTo>
                  <a:close/>
                </a:path>
              </a:pathLst>
            </a:custGeom>
            <a:blipFill>
              <a:blip r:embed="rId11">
                <a:extLst>
                  <a:ext uri="{96DAC541-7B7A-43D3-8B79-37D633B846F1}">
                    <asvg:svgBlip xmlns:asvg="http://schemas.microsoft.com/office/drawing/2016/SVG/main" r:embed="rId12"/>
                  </a:ext>
                </a:extLst>
              </a:blip>
              <a:stretch>
                <a:fillRect/>
              </a:stretch>
            </a:blipFill>
          </p:spPr>
        </p:sp>
      </p:grpSp>
      <p:grpSp>
        <p:nvGrpSpPr>
          <p:cNvPr id="20" name="Group 20"/>
          <p:cNvGrpSpPr/>
          <p:nvPr/>
        </p:nvGrpSpPr>
        <p:grpSpPr>
          <a:xfrm rot="5775469">
            <a:off x="-898894" y="8235347"/>
            <a:ext cx="3190727" cy="1392939"/>
            <a:chOff x="0" y="0"/>
            <a:chExt cx="4254303" cy="1857252"/>
          </a:xfrm>
        </p:grpSpPr>
        <p:sp>
          <p:nvSpPr>
            <p:cNvPr id="21" name="AutoShape 21"/>
            <p:cNvSpPr/>
            <p:nvPr/>
          </p:nvSpPr>
          <p:spPr>
            <a:xfrm rot="10523609">
              <a:off x="431539" y="601791"/>
              <a:ext cx="1935643" cy="0"/>
            </a:xfrm>
            <a:prstGeom prst="line">
              <a:avLst/>
            </a:prstGeom>
            <a:ln w="5463" cap="rnd">
              <a:solidFill>
                <a:srgbClr val="3D3D3D"/>
              </a:solidFill>
              <a:prstDash val="solid"/>
              <a:headEnd type="none" w="sm" len="sm"/>
              <a:tailEnd type="none" w="sm" len="sm"/>
            </a:ln>
          </p:spPr>
        </p:sp>
        <p:sp>
          <p:nvSpPr>
            <p:cNvPr id="22" name="AutoShape 22"/>
            <p:cNvSpPr/>
            <p:nvPr/>
          </p:nvSpPr>
          <p:spPr>
            <a:xfrm rot="2514251">
              <a:off x="2203123" y="963403"/>
              <a:ext cx="1293112" cy="0"/>
            </a:xfrm>
            <a:prstGeom prst="line">
              <a:avLst/>
            </a:prstGeom>
            <a:ln w="5463" cap="rnd">
              <a:solidFill>
                <a:srgbClr val="3D3D3D"/>
              </a:solidFill>
              <a:prstDash val="solid"/>
              <a:headEnd type="none" w="sm" len="sm"/>
              <a:tailEnd type="none" w="sm" len="sm"/>
            </a:ln>
          </p:spPr>
        </p:sp>
        <p:sp>
          <p:nvSpPr>
            <p:cNvPr id="23" name="AutoShape 23"/>
            <p:cNvSpPr/>
            <p:nvPr/>
          </p:nvSpPr>
          <p:spPr>
            <a:xfrm rot="7436612">
              <a:off x="2961852" y="685613"/>
              <a:ext cx="1655807" cy="0"/>
            </a:xfrm>
            <a:prstGeom prst="line">
              <a:avLst/>
            </a:prstGeom>
            <a:ln w="5463" cap="rnd">
              <a:solidFill>
                <a:srgbClr val="3D3D3D"/>
              </a:solidFill>
              <a:prstDash val="solid"/>
              <a:headEnd type="none" w="sm" len="sm"/>
              <a:tailEnd type="none" w="sm" len="sm"/>
            </a:ln>
          </p:spPr>
        </p:sp>
        <p:sp>
          <p:nvSpPr>
            <p:cNvPr id="24" name="Freeform 24"/>
            <p:cNvSpPr/>
            <p:nvPr/>
          </p:nvSpPr>
          <p:spPr>
            <a:xfrm>
              <a:off x="3006368" y="1030277"/>
              <a:ext cx="667362" cy="667993"/>
            </a:xfrm>
            <a:custGeom>
              <a:avLst/>
              <a:gdLst/>
              <a:ahLst/>
              <a:cxnLst/>
              <a:rect l="l" t="t" r="r" b="b"/>
              <a:pathLst>
                <a:path w="667362" h="667993">
                  <a:moveTo>
                    <a:pt x="0" y="0"/>
                  </a:moveTo>
                  <a:lnTo>
                    <a:pt x="667362" y="0"/>
                  </a:lnTo>
                  <a:lnTo>
                    <a:pt x="667362" y="667992"/>
                  </a:lnTo>
                  <a:lnTo>
                    <a:pt x="0" y="667992"/>
                  </a:lnTo>
                  <a:lnTo>
                    <a:pt x="0" y="0"/>
                  </a:lnTo>
                  <a:close/>
                </a:path>
              </a:pathLst>
            </a:custGeom>
            <a:blipFill>
              <a:blip r:embed="rId1">
                <a:extLst>
                  <a:ext uri="{96DAC541-7B7A-43D3-8B79-37D633B846F1}">
                    <asvg:svgBlip xmlns:asvg="http://schemas.microsoft.com/office/drawing/2016/SVG/main" r:embed="rId2"/>
                  </a:ext>
                </a:extLst>
              </a:blip>
              <a:stretch>
                <a:fillRect/>
              </a:stretch>
            </a:blipFill>
          </p:spPr>
        </p:sp>
        <p:sp>
          <p:nvSpPr>
            <p:cNvPr id="25" name="Freeform 25"/>
            <p:cNvSpPr/>
            <p:nvPr/>
          </p:nvSpPr>
          <p:spPr>
            <a:xfrm>
              <a:off x="2190548" y="374644"/>
              <a:ext cx="334971" cy="335602"/>
            </a:xfrm>
            <a:custGeom>
              <a:avLst/>
              <a:gdLst/>
              <a:ahLst/>
              <a:cxnLst/>
              <a:rect l="l" t="t" r="r" b="b"/>
              <a:pathLst>
                <a:path w="334971" h="335602">
                  <a:moveTo>
                    <a:pt x="0" y="0"/>
                  </a:moveTo>
                  <a:lnTo>
                    <a:pt x="334971" y="0"/>
                  </a:lnTo>
                  <a:lnTo>
                    <a:pt x="334971" y="335602"/>
                  </a:lnTo>
                  <a:lnTo>
                    <a:pt x="0" y="335602"/>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grpSp>
          <p:nvGrpSpPr>
            <p:cNvPr id="26" name="Group 26"/>
            <p:cNvGrpSpPr/>
            <p:nvPr/>
          </p:nvGrpSpPr>
          <p:grpSpPr>
            <a:xfrm>
              <a:off x="283589" y="500284"/>
              <a:ext cx="331059" cy="330741"/>
              <a:chOff x="0" y="0"/>
              <a:chExt cx="769637" cy="768899"/>
            </a:xfrm>
          </p:grpSpPr>
          <p:sp>
            <p:nvSpPr>
              <p:cNvPr id="27" name="Freeform 27"/>
              <p:cNvSpPr/>
              <p:nvPr/>
            </p:nvSpPr>
            <p:spPr>
              <a:xfrm>
                <a:off x="0" y="0"/>
                <a:ext cx="769620" cy="768858"/>
              </a:xfrm>
              <a:custGeom>
                <a:avLst/>
                <a:gdLst/>
                <a:ahLst/>
                <a:cxnLst/>
                <a:rect l="l" t="t" r="r" b="b"/>
                <a:pathLst>
                  <a:path w="769620" h="768858">
                    <a:moveTo>
                      <a:pt x="384810" y="0"/>
                    </a:moveTo>
                    <a:cubicBezTo>
                      <a:pt x="172212" y="0"/>
                      <a:pt x="0" y="172212"/>
                      <a:pt x="0" y="384048"/>
                    </a:cubicBezTo>
                    <a:cubicBezTo>
                      <a:pt x="0" y="596646"/>
                      <a:pt x="172212" y="768858"/>
                      <a:pt x="384810" y="768858"/>
                    </a:cubicBezTo>
                    <a:cubicBezTo>
                      <a:pt x="597408" y="768858"/>
                      <a:pt x="769620" y="596646"/>
                      <a:pt x="769620" y="384048"/>
                    </a:cubicBezTo>
                    <a:cubicBezTo>
                      <a:pt x="769620" y="172212"/>
                      <a:pt x="597408" y="0"/>
                      <a:pt x="384810" y="0"/>
                    </a:cubicBezTo>
                    <a:close/>
                  </a:path>
                </a:pathLst>
              </a:custGeom>
              <a:solidFill>
                <a:srgbClr val="77C6FC"/>
              </a:solidFill>
            </p:spPr>
          </p:sp>
        </p:grpSp>
        <p:sp>
          <p:nvSpPr>
            <p:cNvPr id="28" name="Freeform 28"/>
            <p:cNvSpPr/>
            <p:nvPr/>
          </p:nvSpPr>
          <p:spPr>
            <a:xfrm>
              <a:off x="281002" y="497379"/>
              <a:ext cx="336217" cy="336535"/>
            </a:xfrm>
            <a:custGeom>
              <a:avLst/>
              <a:gdLst/>
              <a:ahLst/>
              <a:cxnLst/>
              <a:rect l="l" t="t" r="r" b="b"/>
              <a:pathLst>
                <a:path w="336217" h="336535">
                  <a:moveTo>
                    <a:pt x="0" y="0"/>
                  </a:moveTo>
                  <a:lnTo>
                    <a:pt x="336217" y="0"/>
                  </a:lnTo>
                  <a:lnTo>
                    <a:pt x="336217" y="336535"/>
                  </a:lnTo>
                  <a:lnTo>
                    <a:pt x="0" y="336535"/>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grpSp>
          <p:nvGrpSpPr>
            <p:cNvPr id="29" name="Group 29"/>
            <p:cNvGrpSpPr/>
            <p:nvPr/>
          </p:nvGrpSpPr>
          <p:grpSpPr>
            <a:xfrm>
              <a:off x="325444" y="542154"/>
              <a:ext cx="247337" cy="247005"/>
              <a:chOff x="0" y="0"/>
              <a:chExt cx="575003" cy="574232"/>
            </a:xfrm>
          </p:grpSpPr>
          <p:sp>
            <p:nvSpPr>
              <p:cNvPr id="30" name="Freeform 30"/>
              <p:cNvSpPr/>
              <p:nvPr/>
            </p:nvSpPr>
            <p:spPr>
              <a:xfrm>
                <a:off x="0" y="0"/>
                <a:ext cx="575056" cy="574294"/>
              </a:xfrm>
              <a:custGeom>
                <a:avLst/>
                <a:gdLst/>
                <a:ahLst/>
                <a:cxnLst/>
                <a:rect l="l" t="t" r="r" b="b"/>
                <a:pathLst>
                  <a:path w="575056" h="574294">
                    <a:moveTo>
                      <a:pt x="287528" y="0"/>
                    </a:moveTo>
                    <a:cubicBezTo>
                      <a:pt x="128778" y="0"/>
                      <a:pt x="0" y="128016"/>
                      <a:pt x="0" y="286766"/>
                    </a:cubicBezTo>
                    <a:cubicBezTo>
                      <a:pt x="0" y="445516"/>
                      <a:pt x="128778" y="574294"/>
                      <a:pt x="287528" y="574294"/>
                    </a:cubicBezTo>
                    <a:cubicBezTo>
                      <a:pt x="446278" y="574294"/>
                      <a:pt x="575056" y="445516"/>
                      <a:pt x="575056" y="286766"/>
                    </a:cubicBezTo>
                    <a:cubicBezTo>
                      <a:pt x="575056" y="128016"/>
                      <a:pt x="446278" y="0"/>
                      <a:pt x="287528" y="0"/>
                    </a:cubicBezTo>
                    <a:close/>
                  </a:path>
                </a:pathLst>
              </a:custGeom>
              <a:solidFill>
                <a:srgbClr val="FFFFFF"/>
              </a:solidFill>
            </p:spPr>
          </p:sp>
        </p:grpSp>
        <p:sp>
          <p:nvSpPr>
            <p:cNvPr id="31" name="Freeform 31"/>
            <p:cNvSpPr/>
            <p:nvPr/>
          </p:nvSpPr>
          <p:spPr>
            <a:xfrm>
              <a:off x="322872" y="539250"/>
              <a:ext cx="252495" cy="252813"/>
            </a:xfrm>
            <a:custGeom>
              <a:avLst/>
              <a:gdLst/>
              <a:ahLst/>
              <a:cxnLst/>
              <a:rect l="l" t="t" r="r" b="b"/>
              <a:pathLst>
                <a:path w="252495" h="252813">
                  <a:moveTo>
                    <a:pt x="0" y="0"/>
                  </a:moveTo>
                  <a:lnTo>
                    <a:pt x="252495" y="0"/>
                  </a:lnTo>
                  <a:lnTo>
                    <a:pt x="252495" y="252812"/>
                  </a:lnTo>
                  <a:lnTo>
                    <a:pt x="0" y="252812"/>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sp>
        <p:grpSp>
          <p:nvGrpSpPr>
            <p:cNvPr id="32" name="Group 32"/>
            <p:cNvGrpSpPr/>
            <p:nvPr/>
          </p:nvGrpSpPr>
          <p:grpSpPr>
            <a:xfrm>
              <a:off x="370854" y="587549"/>
              <a:ext cx="156204" cy="156204"/>
              <a:chOff x="0" y="0"/>
              <a:chExt cx="363139" cy="363139"/>
            </a:xfrm>
          </p:grpSpPr>
          <p:sp>
            <p:nvSpPr>
              <p:cNvPr id="33" name="Freeform 33"/>
              <p:cNvSpPr/>
              <p:nvPr/>
            </p:nvSpPr>
            <p:spPr>
              <a:xfrm>
                <a:off x="0" y="0"/>
                <a:ext cx="363093" cy="363220"/>
              </a:xfrm>
              <a:custGeom>
                <a:avLst/>
                <a:gdLst/>
                <a:ahLst/>
                <a:cxnLst/>
                <a:rect l="l" t="t" r="r" b="b"/>
                <a:pathLst>
                  <a:path w="363093" h="363220">
                    <a:moveTo>
                      <a:pt x="181991" y="0"/>
                    </a:moveTo>
                    <a:cubicBezTo>
                      <a:pt x="81661" y="0"/>
                      <a:pt x="0" y="81661"/>
                      <a:pt x="0" y="181229"/>
                    </a:cubicBezTo>
                    <a:cubicBezTo>
                      <a:pt x="0" y="281559"/>
                      <a:pt x="81534" y="363220"/>
                      <a:pt x="181864" y="363220"/>
                    </a:cubicBezTo>
                    <a:cubicBezTo>
                      <a:pt x="282194" y="363220"/>
                      <a:pt x="363093" y="281559"/>
                      <a:pt x="363093" y="181229"/>
                    </a:cubicBezTo>
                    <a:cubicBezTo>
                      <a:pt x="363093" y="81661"/>
                      <a:pt x="282321" y="0"/>
                      <a:pt x="181991" y="0"/>
                    </a:cubicBezTo>
                    <a:close/>
                  </a:path>
                </a:pathLst>
              </a:custGeom>
              <a:solidFill>
                <a:srgbClr val="77C6FC"/>
              </a:solidFill>
            </p:spPr>
          </p:sp>
        </p:grpSp>
        <p:sp>
          <p:nvSpPr>
            <p:cNvPr id="34" name="Freeform 34"/>
            <p:cNvSpPr/>
            <p:nvPr/>
          </p:nvSpPr>
          <p:spPr>
            <a:xfrm>
              <a:off x="368282" y="584977"/>
              <a:ext cx="161680" cy="161362"/>
            </a:xfrm>
            <a:custGeom>
              <a:avLst/>
              <a:gdLst/>
              <a:ahLst/>
              <a:cxnLst/>
              <a:rect l="l" t="t" r="r" b="b"/>
              <a:pathLst>
                <a:path w="161680" h="161362">
                  <a:moveTo>
                    <a:pt x="0" y="0"/>
                  </a:moveTo>
                  <a:lnTo>
                    <a:pt x="161680" y="0"/>
                  </a:lnTo>
                  <a:lnTo>
                    <a:pt x="161680" y="161362"/>
                  </a:lnTo>
                  <a:lnTo>
                    <a:pt x="0" y="161362"/>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sp>
        <p:sp>
          <p:nvSpPr>
            <p:cNvPr id="35" name="Freeform 35"/>
            <p:cNvSpPr/>
            <p:nvPr/>
          </p:nvSpPr>
          <p:spPr>
            <a:xfrm>
              <a:off x="0" y="343673"/>
              <a:ext cx="200751" cy="30971"/>
            </a:xfrm>
            <a:custGeom>
              <a:avLst/>
              <a:gdLst/>
              <a:ahLst/>
              <a:cxnLst/>
              <a:rect l="l" t="t" r="r" b="b"/>
              <a:pathLst>
                <a:path w="200751" h="30971">
                  <a:moveTo>
                    <a:pt x="0" y="0"/>
                  </a:moveTo>
                  <a:lnTo>
                    <a:pt x="200751" y="0"/>
                  </a:lnTo>
                  <a:lnTo>
                    <a:pt x="200751" y="30971"/>
                  </a:lnTo>
                  <a:lnTo>
                    <a:pt x="0" y="30971"/>
                  </a:lnTo>
                  <a:lnTo>
                    <a:pt x="0" y="0"/>
                  </a:lnTo>
                  <a:close/>
                </a:path>
              </a:pathLst>
            </a:custGeom>
            <a:blipFill>
              <a:blip r:embed="rId11">
                <a:extLst>
                  <a:ext uri="{96DAC541-7B7A-43D3-8B79-37D633B846F1}">
                    <asvg:svgBlip xmlns:asvg="http://schemas.microsoft.com/office/drawing/2016/SVG/main" r:embed="rId12"/>
                  </a:ext>
                </a:extLst>
              </a:blip>
              <a:stretch>
                <a:fillRect/>
              </a:stretch>
            </a:blipFill>
          </p:spPr>
        </p:sp>
        <p:sp>
          <p:nvSpPr>
            <p:cNvPr id="36" name="Freeform 36"/>
            <p:cNvSpPr/>
            <p:nvPr/>
          </p:nvSpPr>
          <p:spPr>
            <a:xfrm>
              <a:off x="3494760" y="207860"/>
              <a:ext cx="200751" cy="30971"/>
            </a:xfrm>
            <a:custGeom>
              <a:avLst/>
              <a:gdLst/>
              <a:ahLst/>
              <a:cxnLst/>
              <a:rect l="l" t="t" r="r" b="b"/>
              <a:pathLst>
                <a:path w="200751" h="30971">
                  <a:moveTo>
                    <a:pt x="0" y="0"/>
                  </a:moveTo>
                  <a:lnTo>
                    <a:pt x="200751" y="0"/>
                  </a:lnTo>
                  <a:lnTo>
                    <a:pt x="200751" y="30971"/>
                  </a:lnTo>
                  <a:lnTo>
                    <a:pt x="0" y="30971"/>
                  </a:lnTo>
                  <a:lnTo>
                    <a:pt x="0" y="0"/>
                  </a:lnTo>
                  <a:close/>
                </a:path>
              </a:pathLst>
            </a:custGeom>
            <a:blipFill>
              <a:blip r:embed="rId11">
                <a:extLst>
                  <a:ext uri="{96DAC541-7B7A-43D3-8B79-37D633B846F1}">
                    <asvg:svgBlip xmlns:asvg="http://schemas.microsoft.com/office/drawing/2016/SVG/main" r:embed="rId12"/>
                  </a:ext>
                </a:extLst>
              </a:blip>
              <a:stretch>
                <a:fillRect/>
              </a:stretch>
            </a:blipFill>
          </p:spPr>
        </p:sp>
        <p:sp>
          <p:nvSpPr>
            <p:cNvPr id="37" name="Freeform 37"/>
            <p:cNvSpPr/>
            <p:nvPr/>
          </p:nvSpPr>
          <p:spPr>
            <a:xfrm>
              <a:off x="3011502" y="1826282"/>
              <a:ext cx="200751" cy="30971"/>
            </a:xfrm>
            <a:custGeom>
              <a:avLst/>
              <a:gdLst/>
              <a:ahLst/>
              <a:cxnLst/>
              <a:rect l="l" t="t" r="r" b="b"/>
              <a:pathLst>
                <a:path w="200751" h="30971">
                  <a:moveTo>
                    <a:pt x="0" y="0"/>
                  </a:moveTo>
                  <a:lnTo>
                    <a:pt x="200751" y="0"/>
                  </a:lnTo>
                  <a:lnTo>
                    <a:pt x="200751" y="30970"/>
                  </a:lnTo>
                  <a:lnTo>
                    <a:pt x="0" y="30970"/>
                  </a:lnTo>
                  <a:lnTo>
                    <a:pt x="0" y="0"/>
                  </a:lnTo>
                  <a:close/>
                </a:path>
              </a:pathLst>
            </a:custGeom>
            <a:blipFill>
              <a:blip r:embed="rId11">
                <a:extLst>
                  <a:ext uri="{96DAC541-7B7A-43D3-8B79-37D633B846F1}">
                    <asvg:svgBlip xmlns:asvg="http://schemas.microsoft.com/office/drawing/2016/SVG/main" r:embed="rId12"/>
                  </a:ext>
                </a:extLst>
              </a:blip>
              <a:stretch>
                <a:fillRect/>
              </a:stretch>
            </a:blipFill>
          </p:spPr>
        </p:sp>
      </p:grpSp>
      <p:sp>
        <p:nvSpPr>
          <p:cNvPr id="38" name="TextBox 38"/>
          <p:cNvSpPr txBox="1"/>
          <p:nvPr/>
        </p:nvSpPr>
        <p:spPr>
          <a:xfrm>
            <a:off x="1465156" y="2323977"/>
            <a:ext cx="15357687" cy="6319520"/>
          </a:xfrm>
          <a:prstGeom prst="rect">
            <a:avLst/>
          </a:prstGeom>
        </p:spPr>
        <p:txBody>
          <a:bodyPr lIns="0" tIns="0" rIns="0" bIns="0" rtlCol="0" anchor="t">
            <a:spAutoFit/>
          </a:bodyPr>
          <a:lstStyle/>
          <a:p>
            <a:pPr marL="690880" lvl="1" indent="-345440" algn="just">
              <a:lnSpc>
                <a:spcPts val="4480"/>
              </a:lnSpc>
              <a:buFont typeface="Arial" panose="020B0604020202020204"/>
              <a:buChar char="•"/>
            </a:pPr>
            <a:r>
              <a:rPr lang="en-US" sz="3200">
                <a:solidFill>
                  <a:srgbClr val="000000"/>
                </a:solidFill>
                <a:latin typeface="Faustina" panose="00000500000000000000"/>
              </a:rPr>
              <a:t>Đây là lĩnh vực đang có nhu cầu cao và tiềm năng phát triển lớn trong thời đại số hóa hiện nay</a:t>
            </a:r>
            <a:endParaRPr lang="en-US" sz="3200">
              <a:solidFill>
                <a:srgbClr val="000000"/>
              </a:solidFill>
              <a:latin typeface="Faustina" panose="00000500000000000000"/>
            </a:endParaRPr>
          </a:p>
          <a:p>
            <a:pPr marL="690880" lvl="1" indent="-345440" algn="just">
              <a:lnSpc>
                <a:spcPts val="4480"/>
              </a:lnSpc>
              <a:buFont typeface="Arial" panose="020B0604020202020204"/>
              <a:buChar char="•"/>
            </a:pPr>
            <a:r>
              <a:rPr lang="en-US" sz="3200">
                <a:solidFill>
                  <a:srgbClr val="000000"/>
                </a:solidFill>
                <a:latin typeface="Faustina" panose="00000500000000000000"/>
              </a:rPr>
              <a:t>Ngành nhà hàng đang phải đối mặt với nhiều thách thức, từ việc quản lý đặt bàn, thực đơn đến quy trình thanh toán. </a:t>
            </a:r>
            <a:endParaRPr lang="en-US" sz="3200">
              <a:solidFill>
                <a:srgbClr val="000000"/>
              </a:solidFill>
              <a:latin typeface="Faustina" panose="00000500000000000000"/>
            </a:endParaRPr>
          </a:p>
          <a:p>
            <a:pPr marL="690880" lvl="1" indent="-345440" algn="just">
              <a:lnSpc>
                <a:spcPts val="4480"/>
              </a:lnSpc>
              <a:buFont typeface="Arial" panose="020B0604020202020204"/>
              <a:buChar char="•"/>
            </a:pPr>
            <a:r>
              <a:rPr lang="en-US" sz="3200">
                <a:solidFill>
                  <a:srgbClr val="000000"/>
                </a:solidFill>
                <a:latin typeface="Faustina" panose="00000500000000000000"/>
              </a:rPr>
              <a:t>Việc ứng dụng công nghệ di động vào quản lý nhà hàng không chỉ giúp tối ưu hóa các quy trình này mà còn nâng cao trải nghiệm của khách hàng, tạo sự thuận tiện và hiệu quả trong dịch vụ.</a:t>
            </a:r>
            <a:endParaRPr lang="en-US" sz="3200">
              <a:solidFill>
                <a:srgbClr val="000000"/>
              </a:solidFill>
              <a:latin typeface="Faustina" panose="00000500000000000000"/>
            </a:endParaRPr>
          </a:p>
          <a:p>
            <a:pPr marL="690880" lvl="1" indent="-345440" algn="just">
              <a:lnSpc>
                <a:spcPts val="4480"/>
              </a:lnSpc>
              <a:buFont typeface="Arial" panose="020B0604020202020204"/>
              <a:buChar char="•"/>
            </a:pPr>
            <a:r>
              <a:rPr lang="en-US" sz="3200">
                <a:solidFill>
                  <a:srgbClr val="000000"/>
                </a:solidFill>
                <a:latin typeface="Faustina" panose="00000500000000000000"/>
              </a:rPr>
              <a:t>Việc xây dựng một ứng dụng quản lý thân thiện, dễ sử dụng sẽ giúp nhà hàng cải thiện hiệu suất làm việc, giảm thiểu sai sót và tăng cường khả năng tương tác với khách hàng. Đồng thời, ứng dụng còn có thể cung cấp các công cụ phân tích dữ liệu, hỗ trợ quản lý trong việc đưa ra quyết định chiến lược dựa trên các xu hướng tiêu dùng.</a:t>
            </a:r>
            <a:endParaRPr lang="en-US" sz="3200">
              <a:solidFill>
                <a:srgbClr val="000000"/>
              </a:solidFill>
              <a:latin typeface="Faustina" panose="00000500000000000000"/>
            </a:endParaRPr>
          </a:p>
        </p:txBody>
      </p:sp>
      <p:sp>
        <p:nvSpPr>
          <p:cNvPr id="40" name="TextBox 40"/>
          <p:cNvSpPr txBox="1"/>
          <p:nvPr/>
        </p:nvSpPr>
        <p:spPr>
          <a:xfrm>
            <a:off x="5860415" y="904875"/>
            <a:ext cx="6859905" cy="1076960"/>
          </a:xfrm>
          <a:prstGeom prst="rect">
            <a:avLst/>
          </a:prstGeom>
        </p:spPr>
        <p:txBody>
          <a:bodyPr wrap="square" lIns="0" tIns="0" rIns="0" bIns="0" rtlCol="0" anchor="t">
            <a:spAutoFit/>
          </a:bodyPr>
          <a:lstStyle/>
          <a:p>
            <a:pPr algn="ctr">
              <a:lnSpc>
                <a:spcPts val="8400"/>
              </a:lnSpc>
            </a:pPr>
            <a:r>
              <a:rPr lang="en-US" sz="6000">
                <a:solidFill>
                  <a:srgbClr val="000000"/>
                </a:solidFill>
                <a:latin typeface="Baloo Thambi" panose="03080902040302020200"/>
              </a:rPr>
              <a:t>LÝ DO CHỌN ĐỀ TÀI</a:t>
            </a:r>
            <a:endParaRPr lang="en-US" sz="6000">
              <a:solidFill>
                <a:srgbClr val="000000"/>
              </a:solidFill>
              <a:latin typeface="Baloo Thambi" panose="0308090204030202020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9679541" y="4206111"/>
            <a:ext cx="7170465" cy="5027613"/>
          </a:xfrm>
          <a:custGeom>
            <a:avLst/>
            <a:gdLst/>
            <a:ahLst/>
            <a:cxnLst/>
            <a:rect l="l" t="t" r="r" b="b"/>
            <a:pathLst>
              <a:path w="7170465" h="5027613">
                <a:moveTo>
                  <a:pt x="0" y="0"/>
                </a:moveTo>
                <a:lnTo>
                  <a:pt x="7170465" y="0"/>
                </a:lnTo>
                <a:lnTo>
                  <a:pt x="7170465" y="5027613"/>
                </a:lnTo>
                <a:lnTo>
                  <a:pt x="0" y="5027613"/>
                </a:lnTo>
                <a:lnTo>
                  <a:pt x="0" y="0"/>
                </a:lnTo>
                <a:close/>
              </a:path>
            </a:pathLst>
          </a:custGeom>
          <a:blipFill>
            <a:blip r:embed="rId1">
              <a:extLst>
                <a:ext uri="{96DAC541-7B7A-43D3-8B79-37D633B846F1}">
                  <asvg:svgBlip xmlns:asvg="http://schemas.microsoft.com/office/drawing/2016/SVG/main" r:embed="rId2"/>
                </a:ext>
              </a:extLst>
            </a:blip>
            <a:stretch>
              <a:fillRect/>
            </a:stretch>
          </a:blipFill>
        </p:spPr>
      </p:sp>
      <p:sp>
        <p:nvSpPr>
          <p:cNvPr id="3" name="TextBox 3"/>
          <p:cNvSpPr txBox="1"/>
          <p:nvPr/>
        </p:nvSpPr>
        <p:spPr>
          <a:xfrm>
            <a:off x="11905473" y="785607"/>
            <a:ext cx="5047350" cy="615315"/>
          </a:xfrm>
          <a:prstGeom prst="rect">
            <a:avLst/>
          </a:prstGeom>
        </p:spPr>
        <p:txBody>
          <a:bodyPr lIns="0" tIns="0" rIns="0" bIns="0" rtlCol="0" anchor="t">
            <a:spAutoFit/>
          </a:bodyPr>
          <a:lstStyle/>
          <a:p>
            <a:pPr algn="r">
              <a:lnSpc>
                <a:spcPts val="4800"/>
              </a:lnSpc>
            </a:pPr>
            <a:r>
              <a:rPr lang="en-US" sz="4000">
                <a:solidFill>
                  <a:srgbClr val="FFFFFF"/>
                </a:solidFill>
                <a:latin typeface="Times New Roman" panose="02020603050405020304" charset="0"/>
                <a:cs typeface="Times New Roman" panose="02020603050405020304" charset="0"/>
              </a:rPr>
              <a:t>Table of Contents</a:t>
            </a:r>
            <a:endParaRPr lang="en-US" sz="4000">
              <a:solidFill>
                <a:srgbClr val="FFFFFF"/>
              </a:solidFill>
              <a:latin typeface="Times New Roman" panose="02020603050405020304" charset="0"/>
              <a:cs typeface="Times New Roman" panose="02020603050405020304" charset="0"/>
            </a:endParaRPr>
          </a:p>
        </p:txBody>
      </p:sp>
      <p:sp>
        <p:nvSpPr>
          <p:cNvPr id="4" name="Freeform 4"/>
          <p:cNvSpPr/>
          <p:nvPr/>
        </p:nvSpPr>
        <p:spPr>
          <a:xfrm>
            <a:off x="1386890" y="914017"/>
            <a:ext cx="1289250" cy="1478805"/>
          </a:xfrm>
          <a:custGeom>
            <a:avLst/>
            <a:gdLst/>
            <a:ahLst/>
            <a:cxnLst/>
            <a:rect l="l" t="t" r="r" b="b"/>
            <a:pathLst>
              <a:path w="1289250" h="1478805">
                <a:moveTo>
                  <a:pt x="0" y="0"/>
                </a:moveTo>
                <a:lnTo>
                  <a:pt x="1289250" y="0"/>
                </a:lnTo>
                <a:lnTo>
                  <a:pt x="1289250" y="1478805"/>
                </a:lnTo>
                <a:lnTo>
                  <a:pt x="0" y="1478805"/>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5" name="Freeform 5"/>
          <p:cNvSpPr/>
          <p:nvPr/>
        </p:nvSpPr>
        <p:spPr>
          <a:xfrm>
            <a:off x="1386890" y="3034771"/>
            <a:ext cx="1289250" cy="1476507"/>
          </a:xfrm>
          <a:custGeom>
            <a:avLst/>
            <a:gdLst/>
            <a:ahLst/>
            <a:cxnLst/>
            <a:rect l="l" t="t" r="r" b="b"/>
            <a:pathLst>
              <a:path w="1289250" h="1476507">
                <a:moveTo>
                  <a:pt x="0" y="0"/>
                </a:moveTo>
                <a:lnTo>
                  <a:pt x="1289250" y="0"/>
                </a:lnTo>
                <a:lnTo>
                  <a:pt x="1289250" y="1476507"/>
                </a:lnTo>
                <a:lnTo>
                  <a:pt x="0" y="1476507"/>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6" name="TextBox 6"/>
          <p:cNvSpPr txBox="1"/>
          <p:nvPr/>
        </p:nvSpPr>
        <p:spPr>
          <a:xfrm>
            <a:off x="3352962" y="1562204"/>
            <a:ext cx="5047350" cy="514350"/>
          </a:xfrm>
          <a:prstGeom prst="rect">
            <a:avLst/>
          </a:prstGeom>
        </p:spPr>
        <p:txBody>
          <a:bodyPr lIns="0" tIns="0" rIns="0" bIns="0" rtlCol="0" anchor="t">
            <a:spAutoFit/>
          </a:bodyPr>
          <a:lstStyle/>
          <a:p>
            <a:pPr algn="l">
              <a:lnSpc>
                <a:spcPts val="3840"/>
              </a:lnSpc>
            </a:pPr>
            <a:r>
              <a:rPr lang="en-US" sz="3200">
                <a:solidFill>
                  <a:srgbClr val="494949"/>
                </a:solidFill>
                <a:latin typeface="Times New Roman" panose="02020603050405020304" charset="0"/>
                <a:cs typeface="Times New Roman" panose="02020603050405020304" charset="0"/>
              </a:rPr>
              <a:t>KHẢO SÁT HỆ THỐNG</a:t>
            </a:r>
            <a:endParaRPr lang="en-US" sz="3200">
              <a:solidFill>
                <a:srgbClr val="494949"/>
              </a:solidFill>
              <a:latin typeface="Times New Roman" panose="02020603050405020304" charset="0"/>
              <a:cs typeface="Times New Roman" panose="02020603050405020304" charset="0"/>
            </a:endParaRPr>
          </a:p>
        </p:txBody>
      </p:sp>
      <p:sp>
        <p:nvSpPr>
          <p:cNvPr id="7" name="TextBox 7"/>
          <p:cNvSpPr txBox="1"/>
          <p:nvPr/>
        </p:nvSpPr>
        <p:spPr>
          <a:xfrm>
            <a:off x="3352962" y="938126"/>
            <a:ext cx="5047350" cy="632079"/>
          </a:xfrm>
          <a:prstGeom prst="rect">
            <a:avLst/>
          </a:prstGeom>
        </p:spPr>
        <p:txBody>
          <a:bodyPr lIns="0" tIns="0" rIns="0" bIns="0" rtlCol="0" anchor="t">
            <a:spAutoFit/>
          </a:bodyPr>
          <a:lstStyle/>
          <a:p>
            <a:pPr algn="l">
              <a:lnSpc>
                <a:spcPts val="4965"/>
              </a:lnSpc>
            </a:pPr>
            <a:r>
              <a:rPr lang="en-US" sz="3600">
                <a:solidFill>
                  <a:srgbClr val="77C6FC"/>
                </a:solidFill>
                <a:latin typeface="Times New Roman" panose="02020603050405020304" charset="0"/>
                <a:cs typeface="Times New Roman" panose="02020603050405020304" charset="0"/>
              </a:rPr>
              <a:t>CHƯƠNG 1</a:t>
            </a:r>
            <a:endParaRPr lang="en-US" sz="3600">
              <a:solidFill>
                <a:srgbClr val="77C6FC"/>
              </a:solidFill>
              <a:latin typeface="Times New Roman" panose="02020603050405020304" charset="0"/>
              <a:cs typeface="Times New Roman" panose="02020603050405020304" charset="0"/>
            </a:endParaRPr>
          </a:p>
        </p:txBody>
      </p:sp>
      <p:sp>
        <p:nvSpPr>
          <p:cNvPr id="8" name="TextBox 8"/>
          <p:cNvSpPr txBox="1"/>
          <p:nvPr/>
        </p:nvSpPr>
        <p:spPr>
          <a:xfrm>
            <a:off x="3352962" y="2766596"/>
            <a:ext cx="5047350" cy="632079"/>
          </a:xfrm>
          <a:prstGeom prst="rect">
            <a:avLst/>
          </a:prstGeom>
        </p:spPr>
        <p:txBody>
          <a:bodyPr lIns="0" tIns="0" rIns="0" bIns="0" rtlCol="0" anchor="t">
            <a:spAutoFit/>
          </a:bodyPr>
          <a:lstStyle/>
          <a:p>
            <a:pPr algn="l">
              <a:lnSpc>
                <a:spcPts val="4965"/>
              </a:lnSpc>
            </a:pPr>
            <a:r>
              <a:rPr lang="en-US" sz="3600">
                <a:solidFill>
                  <a:srgbClr val="77C6FC"/>
                </a:solidFill>
                <a:latin typeface="Times New Roman" panose="02020603050405020304" charset="0"/>
                <a:cs typeface="Times New Roman" panose="02020603050405020304" charset="0"/>
              </a:rPr>
              <a:t>CHƯƠNG 2</a:t>
            </a:r>
            <a:endParaRPr lang="en-US" sz="3600">
              <a:solidFill>
                <a:srgbClr val="77C6FC"/>
              </a:solidFill>
              <a:latin typeface="Times New Roman" panose="02020603050405020304" charset="0"/>
              <a:cs typeface="Times New Roman" panose="02020603050405020304" charset="0"/>
            </a:endParaRPr>
          </a:p>
        </p:txBody>
      </p:sp>
      <p:sp>
        <p:nvSpPr>
          <p:cNvPr id="9" name="TextBox 9"/>
          <p:cNvSpPr txBox="1"/>
          <p:nvPr/>
        </p:nvSpPr>
        <p:spPr>
          <a:xfrm>
            <a:off x="3352962" y="3390674"/>
            <a:ext cx="5047350" cy="1000125"/>
          </a:xfrm>
          <a:prstGeom prst="rect">
            <a:avLst/>
          </a:prstGeom>
        </p:spPr>
        <p:txBody>
          <a:bodyPr lIns="0" tIns="0" rIns="0" bIns="0" rtlCol="0" anchor="t">
            <a:spAutoFit/>
          </a:bodyPr>
          <a:lstStyle/>
          <a:p>
            <a:pPr algn="l">
              <a:lnSpc>
                <a:spcPts val="3840"/>
              </a:lnSpc>
            </a:pPr>
            <a:r>
              <a:rPr lang="en-US" sz="3200">
                <a:solidFill>
                  <a:srgbClr val="494949"/>
                </a:solidFill>
                <a:latin typeface="Times New Roman" panose="02020603050405020304" charset="0"/>
                <a:cs typeface="Times New Roman" panose="02020603050405020304" charset="0"/>
              </a:rPr>
              <a:t>PHÂN TÍCH VÀ THIẾT KẾ HỆ THỐNG</a:t>
            </a:r>
            <a:endParaRPr lang="en-US" sz="3200">
              <a:solidFill>
                <a:srgbClr val="494949"/>
              </a:solidFill>
              <a:latin typeface="Times New Roman" panose="02020603050405020304" charset="0"/>
              <a:cs typeface="Times New Roman" panose="02020603050405020304" charset="0"/>
            </a:endParaRPr>
          </a:p>
        </p:txBody>
      </p:sp>
      <p:sp>
        <p:nvSpPr>
          <p:cNvPr id="10" name="TextBox 10"/>
          <p:cNvSpPr txBox="1"/>
          <p:nvPr/>
        </p:nvSpPr>
        <p:spPr>
          <a:xfrm>
            <a:off x="1652178" y="1293523"/>
            <a:ext cx="731550" cy="531000"/>
          </a:xfrm>
          <a:prstGeom prst="rect">
            <a:avLst/>
          </a:prstGeom>
        </p:spPr>
        <p:txBody>
          <a:bodyPr lIns="0" tIns="0" rIns="0" bIns="0" rtlCol="0" anchor="t">
            <a:spAutoFit/>
          </a:bodyPr>
          <a:lstStyle/>
          <a:p>
            <a:pPr algn="ctr">
              <a:lnSpc>
                <a:spcPts val="4800"/>
              </a:lnSpc>
            </a:pPr>
            <a:r>
              <a:rPr lang="en-US" sz="4000">
                <a:solidFill>
                  <a:srgbClr val="FFFFFF"/>
                </a:solidFill>
                <a:latin typeface="Times New Roman" panose="02020603050405020304" charset="0"/>
                <a:cs typeface="Times New Roman" panose="02020603050405020304" charset="0"/>
              </a:rPr>
              <a:t>01</a:t>
            </a:r>
            <a:endParaRPr lang="en-US" sz="4000">
              <a:solidFill>
                <a:srgbClr val="FFFFFF"/>
              </a:solidFill>
              <a:latin typeface="Times New Roman" panose="02020603050405020304" charset="0"/>
              <a:cs typeface="Times New Roman" panose="02020603050405020304" charset="0"/>
            </a:endParaRPr>
          </a:p>
        </p:txBody>
      </p:sp>
      <p:sp>
        <p:nvSpPr>
          <p:cNvPr id="11" name="TextBox 11"/>
          <p:cNvSpPr txBox="1"/>
          <p:nvPr/>
        </p:nvSpPr>
        <p:spPr>
          <a:xfrm>
            <a:off x="1652178" y="3418487"/>
            <a:ext cx="731550" cy="531000"/>
          </a:xfrm>
          <a:prstGeom prst="rect">
            <a:avLst/>
          </a:prstGeom>
        </p:spPr>
        <p:txBody>
          <a:bodyPr lIns="0" tIns="0" rIns="0" bIns="0" rtlCol="0" anchor="t">
            <a:spAutoFit/>
          </a:bodyPr>
          <a:lstStyle/>
          <a:p>
            <a:pPr algn="ctr">
              <a:lnSpc>
                <a:spcPts val="4800"/>
              </a:lnSpc>
            </a:pPr>
            <a:r>
              <a:rPr lang="en-US" sz="4000">
                <a:solidFill>
                  <a:srgbClr val="FFFFFF"/>
                </a:solidFill>
                <a:latin typeface="Times New Roman" panose="02020603050405020304" charset="0"/>
                <a:cs typeface="Times New Roman" panose="02020603050405020304" charset="0"/>
              </a:rPr>
              <a:t>02</a:t>
            </a:r>
            <a:endParaRPr lang="en-US" sz="4000">
              <a:solidFill>
                <a:srgbClr val="FFFFFF"/>
              </a:solidFill>
              <a:latin typeface="Times New Roman" panose="02020603050405020304" charset="0"/>
              <a:cs typeface="Times New Roman" panose="02020603050405020304" charset="0"/>
            </a:endParaRPr>
          </a:p>
        </p:txBody>
      </p:sp>
      <p:sp>
        <p:nvSpPr>
          <p:cNvPr id="12" name="Freeform 12"/>
          <p:cNvSpPr/>
          <p:nvPr/>
        </p:nvSpPr>
        <p:spPr>
          <a:xfrm>
            <a:off x="1386890" y="4999163"/>
            <a:ext cx="1289250" cy="1476507"/>
          </a:xfrm>
          <a:custGeom>
            <a:avLst/>
            <a:gdLst/>
            <a:ahLst/>
            <a:cxnLst/>
            <a:rect l="l" t="t" r="r" b="b"/>
            <a:pathLst>
              <a:path w="1289250" h="1476507">
                <a:moveTo>
                  <a:pt x="0" y="0"/>
                </a:moveTo>
                <a:lnTo>
                  <a:pt x="1289250" y="0"/>
                </a:lnTo>
                <a:lnTo>
                  <a:pt x="1289250" y="1476507"/>
                </a:lnTo>
                <a:lnTo>
                  <a:pt x="0" y="1476507"/>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grpSp>
        <p:nvGrpSpPr>
          <p:cNvPr id="13" name="Group 13"/>
          <p:cNvGrpSpPr/>
          <p:nvPr/>
        </p:nvGrpSpPr>
        <p:grpSpPr>
          <a:xfrm>
            <a:off x="3352962" y="5067259"/>
            <a:ext cx="5662930" cy="1101725"/>
            <a:chOff x="0" y="-85725"/>
            <a:chExt cx="7550573" cy="1468967"/>
          </a:xfrm>
        </p:grpSpPr>
        <p:sp>
          <p:nvSpPr>
            <p:cNvPr id="14" name="TextBox 14"/>
            <p:cNvSpPr txBox="1"/>
            <p:nvPr/>
          </p:nvSpPr>
          <p:spPr>
            <a:xfrm>
              <a:off x="0" y="-85725"/>
              <a:ext cx="6729800" cy="814197"/>
            </a:xfrm>
            <a:prstGeom prst="rect">
              <a:avLst/>
            </a:prstGeom>
          </p:spPr>
          <p:txBody>
            <a:bodyPr lIns="0" tIns="0" rIns="0" bIns="0" rtlCol="0" anchor="t">
              <a:spAutoFit/>
            </a:bodyPr>
            <a:lstStyle/>
            <a:p>
              <a:pPr algn="l">
                <a:lnSpc>
                  <a:spcPts val="4965"/>
                </a:lnSpc>
              </a:pPr>
              <a:r>
                <a:rPr lang="en-US" sz="3600">
                  <a:solidFill>
                    <a:srgbClr val="77C6FC"/>
                  </a:solidFill>
                  <a:latin typeface="Times New Roman" panose="02020603050405020304" charset="0"/>
                  <a:cs typeface="Times New Roman" panose="02020603050405020304" charset="0"/>
                </a:rPr>
                <a:t>CHƯƠNG 3</a:t>
              </a:r>
              <a:endParaRPr lang="en-US" sz="3600">
                <a:solidFill>
                  <a:srgbClr val="77C6FC"/>
                </a:solidFill>
                <a:latin typeface="Times New Roman" panose="02020603050405020304" charset="0"/>
                <a:cs typeface="Times New Roman" panose="02020603050405020304" charset="0"/>
              </a:endParaRPr>
            </a:p>
          </p:txBody>
        </p:sp>
        <p:sp>
          <p:nvSpPr>
            <p:cNvPr id="15" name="TextBox 15"/>
            <p:cNvSpPr txBox="1"/>
            <p:nvPr/>
          </p:nvSpPr>
          <p:spPr>
            <a:xfrm>
              <a:off x="0" y="727075"/>
              <a:ext cx="7550573" cy="656167"/>
            </a:xfrm>
            <a:prstGeom prst="rect">
              <a:avLst/>
            </a:prstGeom>
          </p:spPr>
          <p:txBody>
            <a:bodyPr wrap="square" lIns="0" tIns="0" rIns="0" bIns="0" rtlCol="0" anchor="t">
              <a:spAutoFit/>
            </a:bodyPr>
            <a:lstStyle/>
            <a:p>
              <a:pPr algn="l">
                <a:lnSpc>
                  <a:spcPts val="3840"/>
                </a:lnSpc>
              </a:pPr>
              <a:r>
                <a:rPr lang="en-US" sz="3200">
                  <a:solidFill>
                    <a:srgbClr val="494949"/>
                  </a:solidFill>
                  <a:latin typeface="Times New Roman" panose="02020603050405020304" charset="0"/>
                  <a:cs typeface="Times New Roman" panose="02020603050405020304" charset="0"/>
                </a:rPr>
                <a:t>XÂY DỰNG CHƯƠNG TRÌNH</a:t>
              </a:r>
              <a:endParaRPr lang="en-US" sz="3200">
                <a:solidFill>
                  <a:srgbClr val="494949"/>
                </a:solidFill>
                <a:latin typeface="Times New Roman" panose="02020603050405020304" charset="0"/>
                <a:cs typeface="Times New Roman" panose="02020603050405020304" charset="0"/>
              </a:endParaRPr>
            </a:p>
          </p:txBody>
        </p:sp>
      </p:grpSp>
      <p:sp>
        <p:nvSpPr>
          <p:cNvPr id="16" name="TextBox 16"/>
          <p:cNvSpPr txBox="1"/>
          <p:nvPr/>
        </p:nvSpPr>
        <p:spPr>
          <a:xfrm>
            <a:off x="1652178" y="5338816"/>
            <a:ext cx="731550" cy="619125"/>
          </a:xfrm>
          <a:prstGeom prst="rect">
            <a:avLst/>
          </a:prstGeom>
        </p:spPr>
        <p:txBody>
          <a:bodyPr lIns="0" tIns="0" rIns="0" bIns="0" rtlCol="0" anchor="t">
            <a:spAutoFit/>
          </a:bodyPr>
          <a:lstStyle/>
          <a:p>
            <a:pPr algn="ctr">
              <a:lnSpc>
                <a:spcPts val="4800"/>
              </a:lnSpc>
            </a:pPr>
            <a:r>
              <a:rPr lang="en-US" sz="4000">
                <a:solidFill>
                  <a:srgbClr val="FFFFFF"/>
                </a:solidFill>
                <a:latin typeface="Times New Roman" panose="02020603050405020304" charset="0"/>
                <a:cs typeface="Times New Roman" panose="02020603050405020304" charset="0"/>
              </a:rPr>
              <a:t>03</a:t>
            </a:r>
            <a:endParaRPr lang="en-US" sz="4000">
              <a:solidFill>
                <a:srgbClr val="FFFFFF"/>
              </a:solidFill>
              <a:latin typeface="Times New Roman" panose="02020603050405020304" charset="0"/>
              <a:cs typeface="Times New Roman" panose="02020603050405020304" charset="0"/>
            </a:endParaRPr>
          </a:p>
        </p:txBody>
      </p:sp>
      <p:sp>
        <p:nvSpPr>
          <p:cNvPr id="21" name="Freeform 4"/>
          <p:cNvSpPr/>
          <p:nvPr/>
        </p:nvSpPr>
        <p:spPr>
          <a:xfrm>
            <a:off x="1386890" y="7100822"/>
            <a:ext cx="1289250" cy="1478805"/>
          </a:xfrm>
          <a:custGeom>
            <a:avLst/>
            <a:gdLst/>
            <a:ahLst/>
            <a:cxnLst/>
            <a:rect l="l" t="t" r="r" b="b"/>
            <a:pathLst>
              <a:path w="1289250" h="1478805">
                <a:moveTo>
                  <a:pt x="0" y="0"/>
                </a:moveTo>
                <a:lnTo>
                  <a:pt x="1289250" y="0"/>
                </a:lnTo>
                <a:lnTo>
                  <a:pt x="1289250" y="1478805"/>
                </a:lnTo>
                <a:lnTo>
                  <a:pt x="0" y="1478805"/>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22" name="TextBox 6"/>
          <p:cNvSpPr txBox="1"/>
          <p:nvPr/>
        </p:nvSpPr>
        <p:spPr>
          <a:xfrm>
            <a:off x="3352800" y="7748905"/>
            <a:ext cx="5643880" cy="492125"/>
          </a:xfrm>
          <a:prstGeom prst="rect">
            <a:avLst/>
          </a:prstGeom>
        </p:spPr>
        <p:txBody>
          <a:bodyPr wrap="square" lIns="0" tIns="0" rIns="0" bIns="0" rtlCol="0" anchor="t">
            <a:spAutoFit/>
          </a:bodyPr>
          <a:p>
            <a:pPr algn="l">
              <a:lnSpc>
                <a:spcPts val="3840"/>
              </a:lnSpc>
            </a:pPr>
            <a:r>
              <a:rPr lang="en-US" sz="3200">
                <a:solidFill>
                  <a:srgbClr val="494949"/>
                </a:solidFill>
                <a:latin typeface="Times New Roman" panose="02020603050405020304" charset="0"/>
                <a:cs typeface="Times New Roman" panose="02020603050405020304" charset="0"/>
              </a:rPr>
              <a:t>KIỂM THỬ CHƯƠNG TRÌNH</a:t>
            </a:r>
            <a:endParaRPr lang="en-US" sz="3200">
              <a:solidFill>
                <a:srgbClr val="494949"/>
              </a:solidFill>
              <a:latin typeface="Times New Roman" panose="02020603050405020304" charset="0"/>
              <a:cs typeface="Times New Roman" panose="02020603050405020304" charset="0"/>
            </a:endParaRPr>
          </a:p>
        </p:txBody>
      </p:sp>
      <p:sp>
        <p:nvSpPr>
          <p:cNvPr id="23" name="TextBox 7"/>
          <p:cNvSpPr txBox="1"/>
          <p:nvPr/>
        </p:nvSpPr>
        <p:spPr>
          <a:xfrm>
            <a:off x="3352962" y="7124931"/>
            <a:ext cx="5047350" cy="636270"/>
          </a:xfrm>
          <a:prstGeom prst="rect">
            <a:avLst/>
          </a:prstGeom>
        </p:spPr>
        <p:txBody>
          <a:bodyPr lIns="0" tIns="0" rIns="0" bIns="0" rtlCol="0" anchor="t">
            <a:spAutoFit/>
          </a:bodyPr>
          <a:p>
            <a:pPr algn="l">
              <a:lnSpc>
                <a:spcPts val="4965"/>
              </a:lnSpc>
            </a:pPr>
            <a:r>
              <a:rPr lang="en-US" sz="3600">
                <a:solidFill>
                  <a:srgbClr val="77C6FC"/>
                </a:solidFill>
                <a:latin typeface="Times New Roman" panose="02020603050405020304" charset="0"/>
                <a:cs typeface="Times New Roman" panose="02020603050405020304" charset="0"/>
              </a:rPr>
              <a:t>CHƯƠNG 4</a:t>
            </a:r>
            <a:endParaRPr lang="en-US" sz="3600">
              <a:solidFill>
                <a:srgbClr val="77C6FC"/>
              </a:solidFill>
              <a:latin typeface="Times New Roman" panose="02020603050405020304" charset="0"/>
              <a:cs typeface="Times New Roman" panose="02020603050405020304" charset="0"/>
            </a:endParaRPr>
          </a:p>
        </p:txBody>
      </p:sp>
      <p:sp>
        <p:nvSpPr>
          <p:cNvPr id="24" name="TextBox 10"/>
          <p:cNvSpPr txBox="1"/>
          <p:nvPr/>
        </p:nvSpPr>
        <p:spPr>
          <a:xfrm>
            <a:off x="1652178" y="7480328"/>
            <a:ext cx="731550" cy="615315"/>
          </a:xfrm>
          <a:prstGeom prst="rect">
            <a:avLst/>
          </a:prstGeom>
        </p:spPr>
        <p:txBody>
          <a:bodyPr lIns="0" tIns="0" rIns="0" bIns="0" rtlCol="0" anchor="t">
            <a:spAutoFit/>
          </a:bodyPr>
          <a:p>
            <a:pPr algn="ctr">
              <a:lnSpc>
                <a:spcPts val="4800"/>
              </a:lnSpc>
            </a:pPr>
            <a:r>
              <a:rPr lang="en-US" sz="4000">
                <a:solidFill>
                  <a:srgbClr val="FFFFFF"/>
                </a:solidFill>
                <a:latin typeface="Times New Roman" panose="02020603050405020304" charset="0"/>
                <a:cs typeface="Times New Roman" panose="02020603050405020304" charset="0"/>
              </a:rPr>
              <a:t>04</a:t>
            </a:r>
            <a:endParaRPr lang="en-US" sz="4000">
              <a:solidFill>
                <a:srgbClr val="FFFFFF"/>
              </a:solidFill>
              <a:latin typeface="Times New Roman" panose="02020603050405020304" charset="0"/>
              <a:cs typeface="Times New Roman" panose="02020603050405020304" charset="0"/>
            </a:endParaRPr>
          </a:p>
        </p:txBody>
      </p:sp>
      <p:sp>
        <p:nvSpPr>
          <p:cNvPr id="25" name="Freeform 4"/>
          <p:cNvSpPr/>
          <p:nvPr/>
        </p:nvSpPr>
        <p:spPr>
          <a:xfrm>
            <a:off x="9692690" y="980692"/>
            <a:ext cx="1289250" cy="1478805"/>
          </a:xfrm>
          <a:custGeom>
            <a:avLst/>
            <a:gdLst/>
            <a:ahLst/>
            <a:cxnLst/>
            <a:rect l="l" t="t" r="r" b="b"/>
            <a:pathLst>
              <a:path w="1289250" h="1478805">
                <a:moveTo>
                  <a:pt x="0" y="0"/>
                </a:moveTo>
                <a:lnTo>
                  <a:pt x="1289250" y="0"/>
                </a:lnTo>
                <a:lnTo>
                  <a:pt x="1289250" y="1478805"/>
                </a:lnTo>
                <a:lnTo>
                  <a:pt x="0" y="1478805"/>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26" name="TextBox 6"/>
          <p:cNvSpPr txBox="1"/>
          <p:nvPr/>
        </p:nvSpPr>
        <p:spPr>
          <a:xfrm>
            <a:off x="11658762" y="1628879"/>
            <a:ext cx="5047350" cy="984885"/>
          </a:xfrm>
          <a:prstGeom prst="rect">
            <a:avLst/>
          </a:prstGeom>
        </p:spPr>
        <p:txBody>
          <a:bodyPr lIns="0" tIns="0" rIns="0" bIns="0" rtlCol="0" anchor="t">
            <a:spAutoFit/>
          </a:bodyPr>
          <a:p>
            <a:pPr algn="l">
              <a:lnSpc>
                <a:spcPts val="3840"/>
              </a:lnSpc>
            </a:pPr>
            <a:r>
              <a:rPr lang="en-US" sz="3200">
                <a:solidFill>
                  <a:srgbClr val="494949"/>
                </a:solidFill>
                <a:latin typeface="Times New Roman" panose="02020603050405020304" charset="0"/>
                <a:cs typeface="Times New Roman" panose="02020603050405020304" charset="0"/>
              </a:rPr>
              <a:t>KẾT LUẬN VÀ TÀI LIỆU THAM KHẢO</a:t>
            </a:r>
            <a:endParaRPr lang="en-US" sz="3200">
              <a:solidFill>
                <a:srgbClr val="494949"/>
              </a:solidFill>
              <a:latin typeface="Times New Roman" panose="02020603050405020304" charset="0"/>
              <a:cs typeface="Times New Roman" panose="02020603050405020304" charset="0"/>
            </a:endParaRPr>
          </a:p>
        </p:txBody>
      </p:sp>
      <p:sp>
        <p:nvSpPr>
          <p:cNvPr id="27" name="TextBox 7"/>
          <p:cNvSpPr txBox="1"/>
          <p:nvPr/>
        </p:nvSpPr>
        <p:spPr>
          <a:xfrm>
            <a:off x="11658762" y="1004801"/>
            <a:ext cx="5047350" cy="636270"/>
          </a:xfrm>
          <a:prstGeom prst="rect">
            <a:avLst/>
          </a:prstGeom>
        </p:spPr>
        <p:txBody>
          <a:bodyPr lIns="0" tIns="0" rIns="0" bIns="0" rtlCol="0" anchor="t">
            <a:spAutoFit/>
          </a:bodyPr>
          <a:p>
            <a:pPr algn="l">
              <a:lnSpc>
                <a:spcPts val="4965"/>
              </a:lnSpc>
            </a:pPr>
            <a:r>
              <a:rPr lang="en-US" sz="3600">
                <a:solidFill>
                  <a:srgbClr val="77C6FC"/>
                </a:solidFill>
                <a:latin typeface="Times New Roman" panose="02020603050405020304" charset="0"/>
                <a:cs typeface="Times New Roman" panose="02020603050405020304" charset="0"/>
              </a:rPr>
              <a:t>CHƯƠNG 5</a:t>
            </a:r>
            <a:endParaRPr lang="en-US" sz="3600">
              <a:solidFill>
                <a:srgbClr val="77C6FC"/>
              </a:solidFill>
              <a:latin typeface="Times New Roman" panose="02020603050405020304" charset="0"/>
              <a:cs typeface="Times New Roman" panose="02020603050405020304" charset="0"/>
            </a:endParaRPr>
          </a:p>
        </p:txBody>
      </p:sp>
      <p:sp>
        <p:nvSpPr>
          <p:cNvPr id="28" name="TextBox 10"/>
          <p:cNvSpPr txBox="1"/>
          <p:nvPr/>
        </p:nvSpPr>
        <p:spPr>
          <a:xfrm>
            <a:off x="9957978" y="1360198"/>
            <a:ext cx="731550" cy="615315"/>
          </a:xfrm>
          <a:prstGeom prst="rect">
            <a:avLst/>
          </a:prstGeom>
        </p:spPr>
        <p:txBody>
          <a:bodyPr lIns="0" tIns="0" rIns="0" bIns="0" rtlCol="0" anchor="t">
            <a:spAutoFit/>
          </a:bodyPr>
          <a:p>
            <a:pPr algn="ctr">
              <a:lnSpc>
                <a:spcPts val="4800"/>
              </a:lnSpc>
            </a:pPr>
            <a:r>
              <a:rPr lang="en-US" sz="4000">
                <a:solidFill>
                  <a:srgbClr val="FFFFFF"/>
                </a:solidFill>
                <a:latin typeface="Times New Roman" panose="02020603050405020304" charset="0"/>
                <a:cs typeface="Times New Roman" panose="02020603050405020304" charset="0"/>
              </a:rPr>
              <a:t>05</a:t>
            </a:r>
            <a:endParaRPr lang="en-US" sz="4000">
              <a:solidFill>
                <a:srgbClr val="FFFFFF"/>
              </a:solidFill>
              <a:latin typeface="Times New Roman" panose="02020603050405020304" charset="0"/>
              <a:cs typeface="Times New Roman" panose="02020603050405020304"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4265298" y="1426506"/>
            <a:ext cx="9757404" cy="7434008"/>
          </a:xfrm>
          <a:custGeom>
            <a:avLst/>
            <a:gdLst/>
            <a:ahLst/>
            <a:cxnLst/>
            <a:rect l="l" t="t" r="r" b="b"/>
            <a:pathLst>
              <a:path w="9757404" h="7434008">
                <a:moveTo>
                  <a:pt x="0" y="0"/>
                </a:moveTo>
                <a:lnTo>
                  <a:pt x="9757404" y="0"/>
                </a:lnTo>
                <a:lnTo>
                  <a:pt x="9757404" y="7434008"/>
                </a:lnTo>
                <a:lnTo>
                  <a:pt x="0" y="7434008"/>
                </a:lnTo>
                <a:lnTo>
                  <a:pt x="0" y="0"/>
                </a:lnTo>
                <a:close/>
              </a:path>
            </a:pathLst>
          </a:custGeom>
          <a:blipFill>
            <a:blip r:embed="rId1">
              <a:extLst>
                <a:ext uri="{96DAC541-7B7A-43D3-8B79-37D633B846F1}">
                  <asvg:svgBlip xmlns:asvg="http://schemas.microsoft.com/office/drawing/2016/SVG/main" r:embed="rId2"/>
                </a:ext>
              </a:extLst>
            </a:blip>
            <a:stretch>
              <a:fillRect/>
            </a:stretch>
          </a:blipFill>
        </p:spPr>
      </p:sp>
      <p:sp>
        <p:nvSpPr>
          <p:cNvPr id="3" name="AutoShape 3"/>
          <p:cNvSpPr/>
          <p:nvPr/>
        </p:nvSpPr>
        <p:spPr>
          <a:xfrm rot="5386959">
            <a:off x="14329607" y="7830000"/>
            <a:ext cx="5021886" cy="0"/>
          </a:xfrm>
          <a:prstGeom prst="line">
            <a:avLst/>
          </a:prstGeom>
          <a:ln w="9525" cap="rnd">
            <a:solidFill>
              <a:srgbClr val="3D3D3D"/>
            </a:solidFill>
            <a:prstDash val="solid"/>
            <a:headEnd type="none" w="sm" len="sm"/>
            <a:tailEnd type="none" w="sm" len="sm"/>
          </a:ln>
        </p:spPr>
      </p:sp>
      <p:sp>
        <p:nvSpPr>
          <p:cNvPr id="4" name="Freeform 4"/>
          <p:cNvSpPr/>
          <p:nvPr/>
        </p:nvSpPr>
        <p:spPr>
          <a:xfrm>
            <a:off x="16258700" y="8584350"/>
            <a:ext cx="1163600" cy="1164700"/>
          </a:xfrm>
          <a:custGeom>
            <a:avLst/>
            <a:gdLst/>
            <a:ahLst/>
            <a:cxnLst/>
            <a:rect l="l" t="t" r="r" b="b"/>
            <a:pathLst>
              <a:path w="1163600" h="1164700">
                <a:moveTo>
                  <a:pt x="0" y="0"/>
                </a:moveTo>
                <a:lnTo>
                  <a:pt x="1163600" y="0"/>
                </a:lnTo>
                <a:lnTo>
                  <a:pt x="1163600" y="1164700"/>
                </a:lnTo>
                <a:lnTo>
                  <a:pt x="0" y="1164700"/>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5" name="Freeform 5"/>
          <p:cNvSpPr/>
          <p:nvPr/>
        </p:nvSpPr>
        <p:spPr>
          <a:xfrm>
            <a:off x="16548476" y="7441200"/>
            <a:ext cx="584050" cy="585150"/>
          </a:xfrm>
          <a:custGeom>
            <a:avLst/>
            <a:gdLst/>
            <a:ahLst/>
            <a:cxnLst/>
            <a:rect l="l" t="t" r="r" b="b"/>
            <a:pathLst>
              <a:path w="584050" h="585150">
                <a:moveTo>
                  <a:pt x="0" y="0"/>
                </a:moveTo>
                <a:lnTo>
                  <a:pt x="584050" y="0"/>
                </a:lnTo>
                <a:lnTo>
                  <a:pt x="584050" y="585150"/>
                </a:lnTo>
                <a:lnTo>
                  <a:pt x="0" y="585150"/>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6" name="Freeform 6"/>
          <p:cNvSpPr/>
          <p:nvPr/>
        </p:nvSpPr>
        <p:spPr>
          <a:xfrm>
            <a:off x="16665526" y="6424950"/>
            <a:ext cx="350000" cy="350000"/>
          </a:xfrm>
          <a:custGeom>
            <a:avLst/>
            <a:gdLst/>
            <a:ahLst/>
            <a:cxnLst/>
            <a:rect l="l" t="t" r="r" b="b"/>
            <a:pathLst>
              <a:path w="350000" h="350000">
                <a:moveTo>
                  <a:pt x="0" y="0"/>
                </a:moveTo>
                <a:lnTo>
                  <a:pt x="350000" y="0"/>
                </a:lnTo>
                <a:lnTo>
                  <a:pt x="350000" y="350000"/>
                </a:lnTo>
                <a:lnTo>
                  <a:pt x="0" y="350000"/>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sp>
      <p:sp>
        <p:nvSpPr>
          <p:cNvPr id="7" name="AutoShape 7"/>
          <p:cNvSpPr/>
          <p:nvPr/>
        </p:nvSpPr>
        <p:spPr>
          <a:xfrm rot="5386959">
            <a:off x="-1063493" y="2502626"/>
            <a:ext cx="5021886" cy="0"/>
          </a:xfrm>
          <a:prstGeom prst="line">
            <a:avLst/>
          </a:prstGeom>
          <a:ln w="9525" cap="rnd">
            <a:solidFill>
              <a:srgbClr val="3D3D3D"/>
            </a:solidFill>
            <a:prstDash val="solid"/>
            <a:headEnd type="none" w="sm" len="sm"/>
            <a:tailEnd type="none" w="sm" len="sm"/>
          </a:ln>
        </p:spPr>
      </p:sp>
      <p:sp>
        <p:nvSpPr>
          <p:cNvPr id="8" name="Freeform 8"/>
          <p:cNvSpPr/>
          <p:nvPr/>
        </p:nvSpPr>
        <p:spPr>
          <a:xfrm>
            <a:off x="865700" y="583576"/>
            <a:ext cx="1163600" cy="1164700"/>
          </a:xfrm>
          <a:custGeom>
            <a:avLst/>
            <a:gdLst/>
            <a:ahLst/>
            <a:cxnLst/>
            <a:rect l="l" t="t" r="r" b="b"/>
            <a:pathLst>
              <a:path w="1163600" h="1164700">
                <a:moveTo>
                  <a:pt x="0" y="0"/>
                </a:moveTo>
                <a:lnTo>
                  <a:pt x="1163600" y="0"/>
                </a:lnTo>
                <a:lnTo>
                  <a:pt x="1163600" y="1164700"/>
                </a:lnTo>
                <a:lnTo>
                  <a:pt x="0" y="1164700"/>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sp>
      <p:sp>
        <p:nvSpPr>
          <p:cNvPr id="9" name="Freeform 9"/>
          <p:cNvSpPr/>
          <p:nvPr/>
        </p:nvSpPr>
        <p:spPr>
          <a:xfrm>
            <a:off x="1155476" y="2306276"/>
            <a:ext cx="584050" cy="585150"/>
          </a:xfrm>
          <a:custGeom>
            <a:avLst/>
            <a:gdLst/>
            <a:ahLst/>
            <a:cxnLst/>
            <a:rect l="l" t="t" r="r" b="b"/>
            <a:pathLst>
              <a:path w="584050" h="585150">
                <a:moveTo>
                  <a:pt x="0" y="0"/>
                </a:moveTo>
                <a:lnTo>
                  <a:pt x="584050" y="0"/>
                </a:lnTo>
                <a:lnTo>
                  <a:pt x="584050" y="585150"/>
                </a:lnTo>
                <a:lnTo>
                  <a:pt x="0" y="585150"/>
                </a:lnTo>
                <a:lnTo>
                  <a:pt x="0" y="0"/>
                </a:lnTo>
                <a:close/>
              </a:path>
            </a:pathLst>
          </a:custGeom>
          <a:blipFill>
            <a:blip r:embed="rId11">
              <a:extLst>
                <a:ext uri="{96DAC541-7B7A-43D3-8B79-37D633B846F1}">
                  <asvg:svgBlip xmlns:asvg="http://schemas.microsoft.com/office/drawing/2016/SVG/main" r:embed="rId12"/>
                </a:ext>
              </a:extLst>
            </a:blip>
            <a:stretch>
              <a:fillRect/>
            </a:stretch>
          </a:blipFill>
        </p:spPr>
      </p:sp>
      <p:sp>
        <p:nvSpPr>
          <p:cNvPr id="10" name="Freeform 10"/>
          <p:cNvSpPr/>
          <p:nvPr/>
        </p:nvSpPr>
        <p:spPr>
          <a:xfrm>
            <a:off x="1272476" y="3557676"/>
            <a:ext cx="350000" cy="350000"/>
          </a:xfrm>
          <a:custGeom>
            <a:avLst/>
            <a:gdLst/>
            <a:ahLst/>
            <a:cxnLst/>
            <a:rect l="l" t="t" r="r" b="b"/>
            <a:pathLst>
              <a:path w="350000" h="350000">
                <a:moveTo>
                  <a:pt x="0" y="0"/>
                </a:moveTo>
                <a:lnTo>
                  <a:pt x="350000" y="0"/>
                </a:lnTo>
                <a:lnTo>
                  <a:pt x="350000" y="350000"/>
                </a:lnTo>
                <a:lnTo>
                  <a:pt x="0" y="350000"/>
                </a:lnTo>
                <a:lnTo>
                  <a:pt x="0" y="0"/>
                </a:lnTo>
                <a:close/>
              </a:path>
            </a:pathLst>
          </a:custGeom>
          <a:blipFill>
            <a:blip r:embed="rId13">
              <a:extLst>
                <a:ext uri="{96DAC541-7B7A-43D3-8B79-37D633B846F1}">
                  <asvg:svgBlip xmlns:asvg="http://schemas.microsoft.com/office/drawing/2016/SVG/main" r:embed="rId14"/>
                </a:ext>
              </a:extLst>
            </a:blip>
            <a:stretch>
              <a:fillRect/>
            </a:stretch>
          </a:blipFill>
        </p:spPr>
      </p:sp>
      <p:sp>
        <p:nvSpPr>
          <p:cNvPr id="11" name="Freeform 11"/>
          <p:cNvSpPr/>
          <p:nvPr/>
        </p:nvSpPr>
        <p:spPr>
          <a:xfrm>
            <a:off x="865700" y="4006326"/>
            <a:ext cx="350026" cy="54000"/>
          </a:xfrm>
          <a:custGeom>
            <a:avLst/>
            <a:gdLst/>
            <a:ahLst/>
            <a:cxnLst/>
            <a:rect l="l" t="t" r="r" b="b"/>
            <a:pathLst>
              <a:path w="350026" h="54000">
                <a:moveTo>
                  <a:pt x="0" y="0"/>
                </a:moveTo>
                <a:lnTo>
                  <a:pt x="350026" y="0"/>
                </a:lnTo>
                <a:lnTo>
                  <a:pt x="350026" y="54000"/>
                </a:lnTo>
                <a:lnTo>
                  <a:pt x="0" y="54000"/>
                </a:lnTo>
                <a:lnTo>
                  <a:pt x="0" y="0"/>
                </a:lnTo>
                <a:close/>
              </a:path>
            </a:pathLst>
          </a:custGeom>
          <a:blipFill>
            <a:blip r:embed="rId15">
              <a:extLst>
                <a:ext uri="{96DAC541-7B7A-43D3-8B79-37D633B846F1}">
                  <asvg:svgBlip xmlns:asvg="http://schemas.microsoft.com/office/drawing/2016/SVG/main" r:embed="rId16"/>
                </a:ext>
              </a:extLst>
            </a:blip>
            <a:stretch>
              <a:fillRect/>
            </a:stretch>
          </a:blipFill>
        </p:spPr>
      </p:sp>
      <p:sp>
        <p:nvSpPr>
          <p:cNvPr id="12" name="Freeform 12"/>
          <p:cNvSpPr/>
          <p:nvPr/>
        </p:nvSpPr>
        <p:spPr>
          <a:xfrm>
            <a:off x="1576200" y="416976"/>
            <a:ext cx="350026" cy="54000"/>
          </a:xfrm>
          <a:custGeom>
            <a:avLst/>
            <a:gdLst/>
            <a:ahLst/>
            <a:cxnLst/>
            <a:rect l="l" t="t" r="r" b="b"/>
            <a:pathLst>
              <a:path w="350026" h="54000">
                <a:moveTo>
                  <a:pt x="0" y="0"/>
                </a:moveTo>
                <a:lnTo>
                  <a:pt x="350026" y="0"/>
                </a:lnTo>
                <a:lnTo>
                  <a:pt x="350026" y="54000"/>
                </a:lnTo>
                <a:lnTo>
                  <a:pt x="0" y="54000"/>
                </a:lnTo>
                <a:lnTo>
                  <a:pt x="0" y="0"/>
                </a:lnTo>
                <a:close/>
              </a:path>
            </a:pathLst>
          </a:custGeom>
          <a:blipFill>
            <a:blip r:embed="rId15">
              <a:extLst>
                <a:ext uri="{96DAC541-7B7A-43D3-8B79-37D633B846F1}">
                  <asvg:svgBlip xmlns:asvg="http://schemas.microsoft.com/office/drawing/2016/SVG/main" r:embed="rId16"/>
                </a:ext>
              </a:extLst>
            </a:blip>
            <a:stretch>
              <a:fillRect/>
            </a:stretch>
          </a:blipFill>
        </p:spPr>
      </p:sp>
      <p:sp>
        <p:nvSpPr>
          <p:cNvPr id="13" name="Freeform 13"/>
          <p:cNvSpPr/>
          <p:nvPr/>
        </p:nvSpPr>
        <p:spPr>
          <a:xfrm>
            <a:off x="16258700" y="9977450"/>
            <a:ext cx="350026" cy="54000"/>
          </a:xfrm>
          <a:custGeom>
            <a:avLst/>
            <a:gdLst/>
            <a:ahLst/>
            <a:cxnLst/>
            <a:rect l="l" t="t" r="r" b="b"/>
            <a:pathLst>
              <a:path w="350026" h="54000">
                <a:moveTo>
                  <a:pt x="0" y="0"/>
                </a:moveTo>
                <a:lnTo>
                  <a:pt x="350026" y="0"/>
                </a:lnTo>
                <a:lnTo>
                  <a:pt x="350026" y="54000"/>
                </a:lnTo>
                <a:lnTo>
                  <a:pt x="0" y="54000"/>
                </a:lnTo>
                <a:lnTo>
                  <a:pt x="0" y="0"/>
                </a:lnTo>
                <a:close/>
              </a:path>
            </a:pathLst>
          </a:custGeom>
          <a:blipFill>
            <a:blip r:embed="rId15">
              <a:extLst>
                <a:ext uri="{96DAC541-7B7A-43D3-8B79-37D633B846F1}">
                  <asvg:svgBlip xmlns:asvg="http://schemas.microsoft.com/office/drawing/2016/SVG/main" r:embed="rId16"/>
                </a:ext>
              </a:extLst>
            </a:blip>
            <a:stretch>
              <a:fillRect/>
            </a:stretch>
          </a:blipFill>
        </p:spPr>
      </p:sp>
      <p:sp>
        <p:nvSpPr>
          <p:cNvPr id="14" name="Freeform 14"/>
          <p:cNvSpPr/>
          <p:nvPr/>
        </p:nvSpPr>
        <p:spPr>
          <a:xfrm>
            <a:off x="16995100" y="6858850"/>
            <a:ext cx="350026" cy="54000"/>
          </a:xfrm>
          <a:custGeom>
            <a:avLst/>
            <a:gdLst/>
            <a:ahLst/>
            <a:cxnLst/>
            <a:rect l="l" t="t" r="r" b="b"/>
            <a:pathLst>
              <a:path w="350026" h="54000">
                <a:moveTo>
                  <a:pt x="0" y="0"/>
                </a:moveTo>
                <a:lnTo>
                  <a:pt x="350026" y="0"/>
                </a:lnTo>
                <a:lnTo>
                  <a:pt x="350026" y="54000"/>
                </a:lnTo>
                <a:lnTo>
                  <a:pt x="0" y="54000"/>
                </a:lnTo>
                <a:lnTo>
                  <a:pt x="0" y="0"/>
                </a:lnTo>
                <a:close/>
              </a:path>
            </a:pathLst>
          </a:custGeom>
          <a:blipFill>
            <a:blip r:embed="rId15">
              <a:extLst>
                <a:ext uri="{96DAC541-7B7A-43D3-8B79-37D633B846F1}">
                  <asvg:svgBlip xmlns:asvg="http://schemas.microsoft.com/office/drawing/2016/SVG/main" r:embed="rId16"/>
                </a:ext>
              </a:extLst>
            </a:blip>
            <a:stretch>
              <a:fillRect/>
            </a:stretch>
          </a:blipFill>
        </p:spPr>
      </p:sp>
      <p:sp>
        <p:nvSpPr>
          <p:cNvPr id="15" name="AutoShape 15"/>
          <p:cNvSpPr/>
          <p:nvPr/>
        </p:nvSpPr>
        <p:spPr>
          <a:xfrm rot="5384913">
            <a:off x="14644004" y="2160900"/>
            <a:ext cx="4340892" cy="0"/>
          </a:xfrm>
          <a:prstGeom prst="line">
            <a:avLst/>
          </a:prstGeom>
          <a:ln w="9525" cap="rnd">
            <a:solidFill>
              <a:srgbClr val="3D3D3D"/>
            </a:solidFill>
            <a:prstDash val="solid"/>
            <a:headEnd type="none" w="sm" len="sm"/>
            <a:tailEnd type="none" w="sm" len="sm"/>
          </a:ln>
        </p:spPr>
      </p:sp>
      <p:sp>
        <p:nvSpPr>
          <p:cNvPr id="16" name="AutoShape 16"/>
          <p:cNvSpPr/>
          <p:nvPr/>
        </p:nvSpPr>
        <p:spPr>
          <a:xfrm rot="5384913">
            <a:off x="-734396" y="8132168"/>
            <a:ext cx="4340892" cy="0"/>
          </a:xfrm>
          <a:prstGeom prst="line">
            <a:avLst/>
          </a:prstGeom>
          <a:ln w="9525" cap="rnd">
            <a:solidFill>
              <a:srgbClr val="3D3D3D"/>
            </a:solidFill>
            <a:prstDash val="solid"/>
            <a:headEnd type="none" w="sm" len="sm"/>
            <a:tailEnd type="none" w="sm" len="sm"/>
          </a:ln>
        </p:spPr>
      </p:sp>
      <p:grpSp>
        <p:nvGrpSpPr>
          <p:cNvPr id="17" name="Group 17"/>
          <p:cNvGrpSpPr/>
          <p:nvPr/>
        </p:nvGrpSpPr>
        <p:grpSpPr>
          <a:xfrm>
            <a:off x="1334125" y="9166251"/>
            <a:ext cx="203850" cy="203850"/>
            <a:chOff x="0" y="0"/>
            <a:chExt cx="271800" cy="271800"/>
          </a:xfrm>
        </p:grpSpPr>
        <p:sp>
          <p:nvSpPr>
            <p:cNvPr id="18" name="Freeform 18"/>
            <p:cNvSpPr/>
            <p:nvPr/>
          </p:nvSpPr>
          <p:spPr>
            <a:xfrm>
              <a:off x="12700" y="12700"/>
              <a:ext cx="246380" cy="246380"/>
            </a:xfrm>
            <a:custGeom>
              <a:avLst/>
              <a:gdLst/>
              <a:ahLst/>
              <a:cxnLst/>
              <a:rect l="l" t="t" r="r" b="b"/>
              <a:pathLst>
                <a:path w="246380" h="246380">
                  <a:moveTo>
                    <a:pt x="0" y="123190"/>
                  </a:moveTo>
                  <a:cubicBezTo>
                    <a:pt x="0" y="55118"/>
                    <a:pt x="55118" y="0"/>
                    <a:pt x="123190" y="0"/>
                  </a:cubicBezTo>
                  <a:cubicBezTo>
                    <a:pt x="191262" y="0"/>
                    <a:pt x="246380" y="55118"/>
                    <a:pt x="246380" y="123190"/>
                  </a:cubicBezTo>
                  <a:cubicBezTo>
                    <a:pt x="246380" y="191262"/>
                    <a:pt x="191262" y="246380"/>
                    <a:pt x="123190" y="246380"/>
                  </a:cubicBezTo>
                  <a:cubicBezTo>
                    <a:pt x="55118" y="246380"/>
                    <a:pt x="0" y="191262"/>
                    <a:pt x="0" y="123190"/>
                  </a:cubicBezTo>
                  <a:close/>
                </a:path>
              </a:pathLst>
            </a:custGeom>
            <a:solidFill>
              <a:srgbClr val="3D3D3D"/>
            </a:solidFill>
          </p:spPr>
        </p:sp>
        <p:sp>
          <p:nvSpPr>
            <p:cNvPr id="19" name="Freeform 19"/>
            <p:cNvSpPr/>
            <p:nvPr/>
          </p:nvSpPr>
          <p:spPr>
            <a:xfrm>
              <a:off x="0" y="0"/>
              <a:ext cx="271780" cy="271780"/>
            </a:xfrm>
            <a:custGeom>
              <a:avLst/>
              <a:gdLst/>
              <a:ahLst/>
              <a:cxnLst/>
              <a:rect l="l" t="t" r="r" b="b"/>
              <a:pathLst>
                <a:path w="271780" h="271780">
                  <a:moveTo>
                    <a:pt x="0" y="135890"/>
                  </a:moveTo>
                  <a:cubicBezTo>
                    <a:pt x="0" y="60833"/>
                    <a:pt x="60833" y="0"/>
                    <a:pt x="135890" y="0"/>
                  </a:cubicBezTo>
                  <a:lnTo>
                    <a:pt x="135890" y="12700"/>
                  </a:lnTo>
                  <a:lnTo>
                    <a:pt x="135890" y="0"/>
                  </a:lnTo>
                  <a:cubicBezTo>
                    <a:pt x="210947" y="0"/>
                    <a:pt x="271780" y="60833"/>
                    <a:pt x="271780" y="135890"/>
                  </a:cubicBezTo>
                  <a:lnTo>
                    <a:pt x="259080" y="135890"/>
                  </a:lnTo>
                  <a:lnTo>
                    <a:pt x="271780" y="135890"/>
                  </a:lnTo>
                  <a:cubicBezTo>
                    <a:pt x="271780" y="210947"/>
                    <a:pt x="210947" y="271780"/>
                    <a:pt x="135890" y="271780"/>
                  </a:cubicBezTo>
                  <a:lnTo>
                    <a:pt x="135890" y="259080"/>
                  </a:lnTo>
                  <a:lnTo>
                    <a:pt x="135890" y="271780"/>
                  </a:lnTo>
                  <a:cubicBezTo>
                    <a:pt x="60833" y="271780"/>
                    <a:pt x="0" y="210947"/>
                    <a:pt x="0" y="135890"/>
                  </a:cubicBezTo>
                  <a:lnTo>
                    <a:pt x="12700" y="135890"/>
                  </a:lnTo>
                  <a:lnTo>
                    <a:pt x="25400" y="135890"/>
                  </a:lnTo>
                  <a:lnTo>
                    <a:pt x="12700" y="135890"/>
                  </a:lnTo>
                  <a:lnTo>
                    <a:pt x="0" y="135890"/>
                  </a:lnTo>
                  <a:moveTo>
                    <a:pt x="25400" y="135890"/>
                  </a:moveTo>
                  <a:cubicBezTo>
                    <a:pt x="25400" y="142875"/>
                    <a:pt x="19685" y="148590"/>
                    <a:pt x="12700" y="148590"/>
                  </a:cubicBezTo>
                  <a:cubicBezTo>
                    <a:pt x="5715" y="148590"/>
                    <a:pt x="0" y="142875"/>
                    <a:pt x="0" y="135890"/>
                  </a:cubicBezTo>
                  <a:cubicBezTo>
                    <a:pt x="0" y="128905"/>
                    <a:pt x="5715" y="123190"/>
                    <a:pt x="12700" y="123190"/>
                  </a:cubicBezTo>
                  <a:cubicBezTo>
                    <a:pt x="19685" y="123190"/>
                    <a:pt x="25400" y="128905"/>
                    <a:pt x="25400" y="135890"/>
                  </a:cubicBezTo>
                  <a:cubicBezTo>
                    <a:pt x="25400" y="196977"/>
                    <a:pt x="74930" y="246380"/>
                    <a:pt x="135890" y="246380"/>
                  </a:cubicBezTo>
                  <a:cubicBezTo>
                    <a:pt x="196850" y="246380"/>
                    <a:pt x="246380" y="196850"/>
                    <a:pt x="246380" y="135890"/>
                  </a:cubicBezTo>
                  <a:cubicBezTo>
                    <a:pt x="246380" y="74930"/>
                    <a:pt x="196977" y="25400"/>
                    <a:pt x="135890" y="25400"/>
                  </a:cubicBezTo>
                  <a:lnTo>
                    <a:pt x="135890" y="12700"/>
                  </a:lnTo>
                  <a:lnTo>
                    <a:pt x="135890" y="25400"/>
                  </a:lnTo>
                  <a:cubicBezTo>
                    <a:pt x="74930" y="25400"/>
                    <a:pt x="25400" y="74930"/>
                    <a:pt x="25400" y="135890"/>
                  </a:cubicBezTo>
                  <a:close/>
                </a:path>
              </a:pathLst>
            </a:custGeom>
            <a:solidFill>
              <a:srgbClr val="3D3D3D"/>
            </a:solidFill>
          </p:spPr>
        </p:sp>
      </p:grpSp>
      <p:grpSp>
        <p:nvGrpSpPr>
          <p:cNvPr id="20" name="Group 20"/>
          <p:cNvGrpSpPr/>
          <p:nvPr/>
        </p:nvGrpSpPr>
        <p:grpSpPr>
          <a:xfrm>
            <a:off x="1334125" y="7871151"/>
            <a:ext cx="203850" cy="203850"/>
            <a:chOff x="0" y="0"/>
            <a:chExt cx="271800" cy="271800"/>
          </a:xfrm>
        </p:grpSpPr>
        <p:sp>
          <p:nvSpPr>
            <p:cNvPr id="21" name="Freeform 21"/>
            <p:cNvSpPr/>
            <p:nvPr/>
          </p:nvSpPr>
          <p:spPr>
            <a:xfrm>
              <a:off x="12700" y="12700"/>
              <a:ext cx="246380" cy="246380"/>
            </a:xfrm>
            <a:custGeom>
              <a:avLst/>
              <a:gdLst/>
              <a:ahLst/>
              <a:cxnLst/>
              <a:rect l="l" t="t" r="r" b="b"/>
              <a:pathLst>
                <a:path w="246380" h="246380">
                  <a:moveTo>
                    <a:pt x="0" y="123190"/>
                  </a:moveTo>
                  <a:cubicBezTo>
                    <a:pt x="0" y="55118"/>
                    <a:pt x="55118" y="0"/>
                    <a:pt x="123190" y="0"/>
                  </a:cubicBezTo>
                  <a:cubicBezTo>
                    <a:pt x="191262" y="0"/>
                    <a:pt x="246380" y="55118"/>
                    <a:pt x="246380" y="123190"/>
                  </a:cubicBezTo>
                  <a:cubicBezTo>
                    <a:pt x="246380" y="191262"/>
                    <a:pt x="191262" y="246380"/>
                    <a:pt x="123190" y="246380"/>
                  </a:cubicBezTo>
                  <a:cubicBezTo>
                    <a:pt x="55118" y="246380"/>
                    <a:pt x="0" y="191262"/>
                    <a:pt x="0" y="123190"/>
                  </a:cubicBezTo>
                  <a:close/>
                </a:path>
              </a:pathLst>
            </a:custGeom>
            <a:solidFill>
              <a:srgbClr val="3D3D3D"/>
            </a:solidFill>
          </p:spPr>
        </p:sp>
        <p:sp>
          <p:nvSpPr>
            <p:cNvPr id="22" name="Freeform 22"/>
            <p:cNvSpPr/>
            <p:nvPr/>
          </p:nvSpPr>
          <p:spPr>
            <a:xfrm>
              <a:off x="0" y="0"/>
              <a:ext cx="271780" cy="271780"/>
            </a:xfrm>
            <a:custGeom>
              <a:avLst/>
              <a:gdLst/>
              <a:ahLst/>
              <a:cxnLst/>
              <a:rect l="l" t="t" r="r" b="b"/>
              <a:pathLst>
                <a:path w="271780" h="271780">
                  <a:moveTo>
                    <a:pt x="0" y="135890"/>
                  </a:moveTo>
                  <a:cubicBezTo>
                    <a:pt x="0" y="60833"/>
                    <a:pt x="60833" y="0"/>
                    <a:pt x="135890" y="0"/>
                  </a:cubicBezTo>
                  <a:lnTo>
                    <a:pt x="135890" y="12700"/>
                  </a:lnTo>
                  <a:lnTo>
                    <a:pt x="135890" y="0"/>
                  </a:lnTo>
                  <a:cubicBezTo>
                    <a:pt x="210947" y="0"/>
                    <a:pt x="271780" y="60833"/>
                    <a:pt x="271780" y="135890"/>
                  </a:cubicBezTo>
                  <a:lnTo>
                    <a:pt x="259080" y="135890"/>
                  </a:lnTo>
                  <a:lnTo>
                    <a:pt x="271780" y="135890"/>
                  </a:lnTo>
                  <a:cubicBezTo>
                    <a:pt x="271780" y="210947"/>
                    <a:pt x="210947" y="271780"/>
                    <a:pt x="135890" y="271780"/>
                  </a:cubicBezTo>
                  <a:lnTo>
                    <a:pt x="135890" y="259080"/>
                  </a:lnTo>
                  <a:lnTo>
                    <a:pt x="135890" y="271780"/>
                  </a:lnTo>
                  <a:cubicBezTo>
                    <a:pt x="60833" y="271780"/>
                    <a:pt x="0" y="210947"/>
                    <a:pt x="0" y="135890"/>
                  </a:cubicBezTo>
                  <a:lnTo>
                    <a:pt x="12700" y="135890"/>
                  </a:lnTo>
                  <a:lnTo>
                    <a:pt x="25400" y="135890"/>
                  </a:lnTo>
                  <a:lnTo>
                    <a:pt x="12700" y="135890"/>
                  </a:lnTo>
                  <a:lnTo>
                    <a:pt x="0" y="135890"/>
                  </a:lnTo>
                  <a:moveTo>
                    <a:pt x="25400" y="135890"/>
                  </a:moveTo>
                  <a:cubicBezTo>
                    <a:pt x="25400" y="142875"/>
                    <a:pt x="19685" y="148590"/>
                    <a:pt x="12700" y="148590"/>
                  </a:cubicBezTo>
                  <a:cubicBezTo>
                    <a:pt x="5715" y="148590"/>
                    <a:pt x="0" y="142875"/>
                    <a:pt x="0" y="135890"/>
                  </a:cubicBezTo>
                  <a:cubicBezTo>
                    <a:pt x="0" y="128905"/>
                    <a:pt x="5715" y="123190"/>
                    <a:pt x="12700" y="123190"/>
                  </a:cubicBezTo>
                  <a:cubicBezTo>
                    <a:pt x="19685" y="123190"/>
                    <a:pt x="25400" y="128905"/>
                    <a:pt x="25400" y="135890"/>
                  </a:cubicBezTo>
                  <a:cubicBezTo>
                    <a:pt x="25400" y="196977"/>
                    <a:pt x="74930" y="246380"/>
                    <a:pt x="135890" y="246380"/>
                  </a:cubicBezTo>
                  <a:cubicBezTo>
                    <a:pt x="196850" y="246380"/>
                    <a:pt x="246380" y="196850"/>
                    <a:pt x="246380" y="135890"/>
                  </a:cubicBezTo>
                  <a:cubicBezTo>
                    <a:pt x="246380" y="74930"/>
                    <a:pt x="196977" y="25400"/>
                    <a:pt x="135890" y="25400"/>
                  </a:cubicBezTo>
                  <a:lnTo>
                    <a:pt x="135890" y="12700"/>
                  </a:lnTo>
                  <a:lnTo>
                    <a:pt x="135890" y="25400"/>
                  </a:lnTo>
                  <a:cubicBezTo>
                    <a:pt x="74930" y="25400"/>
                    <a:pt x="25400" y="74930"/>
                    <a:pt x="25400" y="135890"/>
                  </a:cubicBezTo>
                  <a:close/>
                </a:path>
              </a:pathLst>
            </a:custGeom>
            <a:solidFill>
              <a:srgbClr val="3D3D3D"/>
            </a:solidFill>
          </p:spPr>
        </p:sp>
      </p:grpSp>
      <p:grpSp>
        <p:nvGrpSpPr>
          <p:cNvPr id="23" name="Group 23"/>
          <p:cNvGrpSpPr/>
          <p:nvPr/>
        </p:nvGrpSpPr>
        <p:grpSpPr>
          <a:xfrm>
            <a:off x="16712525" y="2897475"/>
            <a:ext cx="203850" cy="203850"/>
            <a:chOff x="0" y="0"/>
            <a:chExt cx="271800" cy="271800"/>
          </a:xfrm>
        </p:grpSpPr>
        <p:sp>
          <p:nvSpPr>
            <p:cNvPr id="24" name="Freeform 24"/>
            <p:cNvSpPr/>
            <p:nvPr/>
          </p:nvSpPr>
          <p:spPr>
            <a:xfrm>
              <a:off x="12700" y="12700"/>
              <a:ext cx="246380" cy="246380"/>
            </a:xfrm>
            <a:custGeom>
              <a:avLst/>
              <a:gdLst/>
              <a:ahLst/>
              <a:cxnLst/>
              <a:rect l="l" t="t" r="r" b="b"/>
              <a:pathLst>
                <a:path w="246380" h="246380">
                  <a:moveTo>
                    <a:pt x="0" y="123190"/>
                  </a:moveTo>
                  <a:cubicBezTo>
                    <a:pt x="0" y="55118"/>
                    <a:pt x="55118" y="0"/>
                    <a:pt x="123190" y="0"/>
                  </a:cubicBezTo>
                  <a:cubicBezTo>
                    <a:pt x="191262" y="0"/>
                    <a:pt x="246380" y="55118"/>
                    <a:pt x="246380" y="123190"/>
                  </a:cubicBezTo>
                  <a:cubicBezTo>
                    <a:pt x="246380" y="191262"/>
                    <a:pt x="191262" y="246380"/>
                    <a:pt x="123190" y="246380"/>
                  </a:cubicBezTo>
                  <a:cubicBezTo>
                    <a:pt x="55118" y="246380"/>
                    <a:pt x="0" y="191262"/>
                    <a:pt x="0" y="123190"/>
                  </a:cubicBezTo>
                  <a:close/>
                </a:path>
              </a:pathLst>
            </a:custGeom>
            <a:solidFill>
              <a:srgbClr val="3D3D3D"/>
            </a:solidFill>
          </p:spPr>
        </p:sp>
        <p:sp>
          <p:nvSpPr>
            <p:cNvPr id="25" name="Freeform 25"/>
            <p:cNvSpPr/>
            <p:nvPr/>
          </p:nvSpPr>
          <p:spPr>
            <a:xfrm>
              <a:off x="0" y="0"/>
              <a:ext cx="271780" cy="271780"/>
            </a:xfrm>
            <a:custGeom>
              <a:avLst/>
              <a:gdLst/>
              <a:ahLst/>
              <a:cxnLst/>
              <a:rect l="l" t="t" r="r" b="b"/>
              <a:pathLst>
                <a:path w="271780" h="271780">
                  <a:moveTo>
                    <a:pt x="0" y="135890"/>
                  </a:moveTo>
                  <a:cubicBezTo>
                    <a:pt x="0" y="60833"/>
                    <a:pt x="60833" y="0"/>
                    <a:pt x="135890" y="0"/>
                  </a:cubicBezTo>
                  <a:lnTo>
                    <a:pt x="135890" y="12700"/>
                  </a:lnTo>
                  <a:lnTo>
                    <a:pt x="135890" y="0"/>
                  </a:lnTo>
                  <a:cubicBezTo>
                    <a:pt x="210947" y="0"/>
                    <a:pt x="271780" y="60833"/>
                    <a:pt x="271780" y="135890"/>
                  </a:cubicBezTo>
                  <a:lnTo>
                    <a:pt x="259080" y="135890"/>
                  </a:lnTo>
                  <a:lnTo>
                    <a:pt x="271780" y="135890"/>
                  </a:lnTo>
                  <a:cubicBezTo>
                    <a:pt x="271780" y="210947"/>
                    <a:pt x="210947" y="271780"/>
                    <a:pt x="135890" y="271780"/>
                  </a:cubicBezTo>
                  <a:lnTo>
                    <a:pt x="135890" y="259080"/>
                  </a:lnTo>
                  <a:lnTo>
                    <a:pt x="135890" y="271780"/>
                  </a:lnTo>
                  <a:cubicBezTo>
                    <a:pt x="60833" y="271780"/>
                    <a:pt x="0" y="210947"/>
                    <a:pt x="0" y="135890"/>
                  </a:cubicBezTo>
                  <a:lnTo>
                    <a:pt x="12700" y="135890"/>
                  </a:lnTo>
                  <a:lnTo>
                    <a:pt x="25400" y="135890"/>
                  </a:lnTo>
                  <a:lnTo>
                    <a:pt x="12700" y="135890"/>
                  </a:lnTo>
                  <a:lnTo>
                    <a:pt x="0" y="135890"/>
                  </a:lnTo>
                  <a:moveTo>
                    <a:pt x="25400" y="135890"/>
                  </a:moveTo>
                  <a:cubicBezTo>
                    <a:pt x="25400" y="142875"/>
                    <a:pt x="19685" y="148590"/>
                    <a:pt x="12700" y="148590"/>
                  </a:cubicBezTo>
                  <a:cubicBezTo>
                    <a:pt x="5715" y="148590"/>
                    <a:pt x="0" y="142875"/>
                    <a:pt x="0" y="135890"/>
                  </a:cubicBezTo>
                  <a:cubicBezTo>
                    <a:pt x="0" y="128905"/>
                    <a:pt x="5715" y="123190"/>
                    <a:pt x="12700" y="123190"/>
                  </a:cubicBezTo>
                  <a:cubicBezTo>
                    <a:pt x="19685" y="123190"/>
                    <a:pt x="25400" y="128905"/>
                    <a:pt x="25400" y="135890"/>
                  </a:cubicBezTo>
                  <a:cubicBezTo>
                    <a:pt x="25400" y="196977"/>
                    <a:pt x="74930" y="246380"/>
                    <a:pt x="135890" y="246380"/>
                  </a:cubicBezTo>
                  <a:cubicBezTo>
                    <a:pt x="196850" y="246380"/>
                    <a:pt x="246380" y="196850"/>
                    <a:pt x="246380" y="135890"/>
                  </a:cubicBezTo>
                  <a:cubicBezTo>
                    <a:pt x="246380" y="74930"/>
                    <a:pt x="196977" y="25400"/>
                    <a:pt x="135890" y="25400"/>
                  </a:cubicBezTo>
                  <a:lnTo>
                    <a:pt x="135890" y="12700"/>
                  </a:lnTo>
                  <a:lnTo>
                    <a:pt x="135890" y="25400"/>
                  </a:lnTo>
                  <a:cubicBezTo>
                    <a:pt x="74930" y="25400"/>
                    <a:pt x="25400" y="74930"/>
                    <a:pt x="25400" y="135890"/>
                  </a:cubicBezTo>
                  <a:close/>
                </a:path>
              </a:pathLst>
            </a:custGeom>
            <a:solidFill>
              <a:srgbClr val="3D3D3D"/>
            </a:solidFill>
          </p:spPr>
        </p:sp>
      </p:grpSp>
      <p:grpSp>
        <p:nvGrpSpPr>
          <p:cNvPr id="26" name="Group 26"/>
          <p:cNvGrpSpPr/>
          <p:nvPr/>
        </p:nvGrpSpPr>
        <p:grpSpPr>
          <a:xfrm>
            <a:off x="16712525" y="460225"/>
            <a:ext cx="203850" cy="203850"/>
            <a:chOff x="0" y="0"/>
            <a:chExt cx="271800" cy="271800"/>
          </a:xfrm>
        </p:grpSpPr>
        <p:sp>
          <p:nvSpPr>
            <p:cNvPr id="27" name="Freeform 27"/>
            <p:cNvSpPr/>
            <p:nvPr/>
          </p:nvSpPr>
          <p:spPr>
            <a:xfrm>
              <a:off x="12700" y="12700"/>
              <a:ext cx="246380" cy="246380"/>
            </a:xfrm>
            <a:custGeom>
              <a:avLst/>
              <a:gdLst/>
              <a:ahLst/>
              <a:cxnLst/>
              <a:rect l="l" t="t" r="r" b="b"/>
              <a:pathLst>
                <a:path w="246380" h="246380">
                  <a:moveTo>
                    <a:pt x="0" y="123190"/>
                  </a:moveTo>
                  <a:cubicBezTo>
                    <a:pt x="0" y="55118"/>
                    <a:pt x="55118" y="0"/>
                    <a:pt x="123190" y="0"/>
                  </a:cubicBezTo>
                  <a:cubicBezTo>
                    <a:pt x="191262" y="0"/>
                    <a:pt x="246380" y="55118"/>
                    <a:pt x="246380" y="123190"/>
                  </a:cubicBezTo>
                  <a:cubicBezTo>
                    <a:pt x="246380" y="191262"/>
                    <a:pt x="191262" y="246380"/>
                    <a:pt x="123190" y="246380"/>
                  </a:cubicBezTo>
                  <a:cubicBezTo>
                    <a:pt x="55118" y="246380"/>
                    <a:pt x="0" y="191262"/>
                    <a:pt x="0" y="123190"/>
                  </a:cubicBezTo>
                  <a:close/>
                </a:path>
              </a:pathLst>
            </a:custGeom>
            <a:solidFill>
              <a:srgbClr val="3D3D3D"/>
            </a:solidFill>
          </p:spPr>
        </p:sp>
        <p:sp>
          <p:nvSpPr>
            <p:cNvPr id="28" name="Freeform 28"/>
            <p:cNvSpPr/>
            <p:nvPr/>
          </p:nvSpPr>
          <p:spPr>
            <a:xfrm>
              <a:off x="0" y="0"/>
              <a:ext cx="271780" cy="271780"/>
            </a:xfrm>
            <a:custGeom>
              <a:avLst/>
              <a:gdLst/>
              <a:ahLst/>
              <a:cxnLst/>
              <a:rect l="l" t="t" r="r" b="b"/>
              <a:pathLst>
                <a:path w="271780" h="271780">
                  <a:moveTo>
                    <a:pt x="0" y="135890"/>
                  </a:moveTo>
                  <a:cubicBezTo>
                    <a:pt x="0" y="60833"/>
                    <a:pt x="60833" y="0"/>
                    <a:pt x="135890" y="0"/>
                  </a:cubicBezTo>
                  <a:lnTo>
                    <a:pt x="135890" y="12700"/>
                  </a:lnTo>
                  <a:lnTo>
                    <a:pt x="135890" y="0"/>
                  </a:lnTo>
                  <a:cubicBezTo>
                    <a:pt x="210947" y="0"/>
                    <a:pt x="271780" y="60833"/>
                    <a:pt x="271780" y="135890"/>
                  </a:cubicBezTo>
                  <a:lnTo>
                    <a:pt x="259080" y="135890"/>
                  </a:lnTo>
                  <a:lnTo>
                    <a:pt x="271780" y="135890"/>
                  </a:lnTo>
                  <a:cubicBezTo>
                    <a:pt x="271780" y="210947"/>
                    <a:pt x="210947" y="271780"/>
                    <a:pt x="135890" y="271780"/>
                  </a:cubicBezTo>
                  <a:lnTo>
                    <a:pt x="135890" y="259080"/>
                  </a:lnTo>
                  <a:lnTo>
                    <a:pt x="135890" y="271780"/>
                  </a:lnTo>
                  <a:cubicBezTo>
                    <a:pt x="60833" y="271780"/>
                    <a:pt x="0" y="210947"/>
                    <a:pt x="0" y="135890"/>
                  </a:cubicBezTo>
                  <a:lnTo>
                    <a:pt x="12700" y="135890"/>
                  </a:lnTo>
                  <a:lnTo>
                    <a:pt x="25400" y="135890"/>
                  </a:lnTo>
                  <a:lnTo>
                    <a:pt x="12700" y="135890"/>
                  </a:lnTo>
                  <a:lnTo>
                    <a:pt x="0" y="135890"/>
                  </a:lnTo>
                  <a:moveTo>
                    <a:pt x="25400" y="135890"/>
                  </a:moveTo>
                  <a:cubicBezTo>
                    <a:pt x="25400" y="142875"/>
                    <a:pt x="19685" y="148590"/>
                    <a:pt x="12700" y="148590"/>
                  </a:cubicBezTo>
                  <a:cubicBezTo>
                    <a:pt x="5715" y="148590"/>
                    <a:pt x="0" y="142875"/>
                    <a:pt x="0" y="135890"/>
                  </a:cubicBezTo>
                  <a:cubicBezTo>
                    <a:pt x="0" y="128905"/>
                    <a:pt x="5715" y="123190"/>
                    <a:pt x="12700" y="123190"/>
                  </a:cubicBezTo>
                  <a:cubicBezTo>
                    <a:pt x="19685" y="123190"/>
                    <a:pt x="25400" y="128905"/>
                    <a:pt x="25400" y="135890"/>
                  </a:cubicBezTo>
                  <a:cubicBezTo>
                    <a:pt x="25400" y="196977"/>
                    <a:pt x="74930" y="246380"/>
                    <a:pt x="135890" y="246380"/>
                  </a:cubicBezTo>
                  <a:cubicBezTo>
                    <a:pt x="196850" y="246380"/>
                    <a:pt x="246380" y="196850"/>
                    <a:pt x="246380" y="135890"/>
                  </a:cubicBezTo>
                  <a:cubicBezTo>
                    <a:pt x="246380" y="74930"/>
                    <a:pt x="196977" y="25400"/>
                    <a:pt x="135890" y="25400"/>
                  </a:cubicBezTo>
                  <a:lnTo>
                    <a:pt x="135890" y="12700"/>
                  </a:lnTo>
                  <a:lnTo>
                    <a:pt x="135890" y="25400"/>
                  </a:lnTo>
                  <a:cubicBezTo>
                    <a:pt x="74930" y="25400"/>
                    <a:pt x="25400" y="74930"/>
                    <a:pt x="25400" y="135890"/>
                  </a:cubicBezTo>
                  <a:close/>
                </a:path>
              </a:pathLst>
            </a:custGeom>
            <a:solidFill>
              <a:srgbClr val="3D3D3D"/>
            </a:solidFill>
          </p:spPr>
        </p:sp>
      </p:grpSp>
      <p:sp>
        <p:nvSpPr>
          <p:cNvPr id="29" name="TextBox 29"/>
          <p:cNvSpPr txBox="1"/>
          <p:nvPr/>
        </p:nvSpPr>
        <p:spPr>
          <a:xfrm>
            <a:off x="6035025" y="4161550"/>
            <a:ext cx="6217950" cy="2438400"/>
          </a:xfrm>
          <a:prstGeom prst="rect">
            <a:avLst/>
          </a:prstGeom>
        </p:spPr>
        <p:txBody>
          <a:bodyPr lIns="0" tIns="0" rIns="0" bIns="0" rtlCol="0" anchor="t">
            <a:spAutoFit/>
          </a:bodyPr>
          <a:lstStyle/>
          <a:p>
            <a:pPr algn="ctr">
              <a:lnSpc>
                <a:spcPts val="9600"/>
              </a:lnSpc>
            </a:pPr>
            <a:r>
              <a:rPr lang="en-US" sz="8000">
                <a:solidFill>
                  <a:srgbClr val="494949"/>
                </a:solidFill>
                <a:latin typeface="Prompt" panose="00000500000000000000"/>
              </a:rPr>
              <a:t>KHẢO SÁT HỆ THỐNG</a:t>
            </a:r>
            <a:endParaRPr lang="en-US" sz="8000">
              <a:solidFill>
                <a:srgbClr val="494949"/>
              </a:solidFill>
              <a:latin typeface="Prompt" panose="00000500000000000000"/>
            </a:endParaRPr>
          </a:p>
        </p:txBody>
      </p:sp>
      <p:sp>
        <p:nvSpPr>
          <p:cNvPr id="30" name="TextBox 30"/>
          <p:cNvSpPr txBox="1"/>
          <p:nvPr/>
        </p:nvSpPr>
        <p:spPr>
          <a:xfrm>
            <a:off x="6035025" y="2328951"/>
            <a:ext cx="5752350" cy="1228725"/>
          </a:xfrm>
          <a:prstGeom prst="rect">
            <a:avLst/>
          </a:prstGeom>
        </p:spPr>
        <p:txBody>
          <a:bodyPr lIns="0" tIns="0" rIns="0" bIns="0" rtlCol="0" anchor="t">
            <a:spAutoFit/>
          </a:bodyPr>
          <a:lstStyle/>
          <a:p>
            <a:pPr algn="ctr">
              <a:lnSpc>
                <a:spcPts val="9720"/>
              </a:lnSpc>
            </a:pPr>
            <a:r>
              <a:rPr lang="en-US" sz="8100">
                <a:solidFill>
                  <a:srgbClr val="494949"/>
                </a:solidFill>
                <a:latin typeface="Prompt Bold" panose="00000800000000000000"/>
              </a:rPr>
              <a:t>CHƯƠNG 1</a:t>
            </a:r>
            <a:endParaRPr lang="en-US" sz="8100">
              <a:solidFill>
                <a:srgbClr val="494949"/>
              </a:solidFill>
              <a:latin typeface="Prompt Bold" panose="0000080000000000000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8968988" y="8866000"/>
            <a:ext cx="350026" cy="54000"/>
          </a:xfrm>
          <a:custGeom>
            <a:avLst/>
            <a:gdLst/>
            <a:ahLst/>
            <a:cxnLst/>
            <a:rect l="l" t="t" r="r" b="b"/>
            <a:pathLst>
              <a:path w="350026" h="54000">
                <a:moveTo>
                  <a:pt x="0" y="0"/>
                </a:moveTo>
                <a:lnTo>
                  <a:pt x="350026" y="0"/>
                </a:lnTo>
                <a:lnTo>
                  <a:pt x="350026" y="54000"/>
                </a:lnTo>
                <a:lnTo>
                  <a:pt x="0" y="54000"/>
                </a:lnTo>
                <a:lnTo>
                  <a:pt x="0" y="0"/>
                </a:lnTo>
                <a:close/>
              </a:path>
            </a:pathLst>
          </a:custGeom>
          <a:blipFill>
            <a:blip r:embed="rId1">
              <a:extLst>
                <a:ext uri="{96DAC541-7B7A-43D3-8B79-37D633B846F1}">
                  <asvg:svgBlip xmlns:asvg="http://schemas.microsoft.com/office/drawing/2016/SVG/main" r:embed="rId2"/>
                </a:ext>
              </a:extLst>
            </a:blip>
            <a:stretch>
              <a:fillRect/>
            </a:stretch>
          </a:blipFill>
        </p:spPr>
      </p:sp>
      <p:sp>
        <p:nvSpPr>
          <p:cNvPr id="3" name="AutoShape 3"/>
          <p:cNvSpPr/>
          <p:nvPr/>
        </p:nvSpPr>
        <p:spPr>
          <a:xfrm rot="5386959">
            <a:off x="14329607" y="7830000"/>
            <a:ext cx="5021886" cy="0"/>
          </a:xfrm>
          <a:prstGeom prst="line">
            <a:avLst/>
          </a:prstGeom>
          <a:ln w="9525" cap="rnd">
            <a:solidFill>
              <a:srgbClr val="3D3D3D"/>
            </a:solidFill>
            <a:prstDash val="solid"/>
            <a:headEnd type="none" w="sm" len="sm"/>
            <a:tailEnd type="none" w="sm" len="sm"/>
          </a:ln>
        </p:spPr>
      </p:sp>
      <p:sp>
        <p:nvSpPr>
          <p:cNvPr id="4" name="Freeform 4"/>
          <p:cNvSpPr/>
          <p:nvPr/>
        </p:nvSpPr>
        <p:spPr>
          <a:xfrm>
            <a:off x="16258700" y="8584350"/>
            <a:ext cx="1163600" cy="1164700"/>
          </a:xfrm>
          <a:custGeom>
            <a:avLst/>
            <a:gdLst/>
            <a:ahLst/>
            <a:cxnLst/>
            <a:rect l="l" t="t" r="r" b="b"/>
            <a:pathLst>
              <a:path w="1163600" h="1164700">
                <a:moveTo>
                  <a:pt x="0" y="0"/>
                </a:moveTo>
                <a:lnTo>
                  <a:pt x="1163600" y="0"/>
                </a:lnTo>
                <a:lnTo>
                  <a:pt x="1163600" y="1164700"/>
                </a:lnTo>
                <a:lnTo>
                  <a:pt x="0" y="1164700"/>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5" name="Freeform 5"/>
          <p:cNvSpPr/>
          <p:nvPr/>
        </p:nvSpPr>
        <p:spPr>
          <a:xfrm>
            <a:off x="16548476" y="7441200"/>
            <a:ext cx="584050" cy="585150"/>
          </a:xfrm>
          <a:custGeom>
            <a:avLst/>
            <a:gdLst/>
            <a:ahLst/>
            <a:cxnLst/>
            <a:rect l="l" t="t" r="r" b="b"/>
            <a:pathLst>
              <a:path w="584050" h="585150">
                <a:moveTo>
                  <a:pt x="0" y="0"/>
                </a:moveTo>
                <a:lnTo>
                  <a:pt x="584050" y="0"/>
                </a:lnTo>
                <a:lnTo>
                  <a:pt x="584050" y="585150"/>
                </a:lnTo>
                <a:lnTo>
                  <a:pt x="0" y="585150"/>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6" name="Freeform 6"/>
          <p:cNvSpPr/>
          <p:nvPr/>
        </p:nvSpPr>
        <p:spPr>
          <a:xfrm>
            <a:off x="16665526" y="6424950"/>
            <a:ext cx="350000" cy="350000"/>
          </a:xfrm>
          <a:custGeom>
            <a:avLst/>
            <a:gdLst/>
            <a:ahLst/>
            <a:cxnLst/>
            <a:rect l="l" t="t" r="r" b="b"/>
            <a:pathLst>
              <a:path w="350000" h="350000">
                <a:moveTo>
                  <a:pt x="0" y="0"/>
                </a:moveTo>
                <a:lnTo>
                  <a:pt x="350000" y="0"/>
                </a:lnTo>
                <a:lnTo>
                  <a:pt x="350000" y="350000"/>
                </a:lnTo>
                <a:lnTo>
                  <a:pt x="0" y="350000"/>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sp>
      <p:sp>
        <p:nvSpPr>
          <p:cNvPr id="7" name="AutoShape 7"/>
          <p:cNvSpPr/>
          <p:nvPr/>
        </p:nvSpPr>
        <p:spPr>
          <a:xfrm rot="5386959">
            <a:off x="-1063493" y="2502626"/>
            <a:ext cx="5021886" cy="0"/>
          </a:xfrm>
          <a:prstGeom prst="line">
            <a:avLst/>
          </a:prstGeom>
          <a:ln w="9525" cap="rnd">
            <a:solidFill>
              <a:srgbClr val="3D3D3D"/>
            </a:solidFill>
            <a:prstDash val="solid"/>
            <a:headEnd type="none" w="sm" len="sm"/>
            <a:tailEnd type="none" w="sm" len="sm"/>
          </a:ln>
        </p:spPr>
      </p:sp>
      <p:sp>
        <p:nvSpPr>
          <p:cNvPr id="8" name="Freeform 8"/>
          <p:cNvSpPr/>
          <p:nvPr/>
        </p:nvSpPr>
        <p:spPr>
          <a:xfrm>
            <a:off x="865700" y="583576"/>
            <a:ext cx="1163600" cy="1164700"/>
          </a:xfrm>
          <a:custGeom>
            <a:avLst/>
            <a:gdLst/>
            <a:ahLst/>
            <a:cxnLst/>
            <a:rect l="l" t="t" r="r" b="b"/>
            <a:pathLst>
              <a:path w="1163600" h="1164700">
                <a:moveTo>
                  <a:pt x="0" y="0"/>
                </a:moveTo>
                <a:lnTo>
                  <a:pt x="1163600" y="0"/>
                </a:lnTo>
                <a:lnTo>
                  <a:pt x="1163600" y="1164700"/>
                </a:lnTo>
                <a:lnTo>
                  <a:pt x="0" y="1164700"/>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sp>
      <p:sp>
        <p:nvSpPr>
          <p:cNvPr id="9" name="Freeform 9"/>
          <p:cNvSpPr/>
          <p:nvPr/>
        </p:nvSpPr>
        <p:spPr>
          <a:xfrm>
            <a:off x="1155476" y="2306276"/>
            <a:ext cx="584050" cy="585150"/>
          </a:xfrm>
          <a:custGeom>
            <a:avLst/>
            <a:gdLst/>
            <a:ahLst/>
            <a:cxnLst/>
            <a:rect l="l" t="t" r="r" b="b"/>
            <a:pathLst>
              <a:path w="584050" h="585150">
                <a:moveTo>
                  <a:pt x="0" y="0"/>
                </a:moveTo>
                <a:lnTo>
                  <a:pt x="584050" y="0"/>
                </a:lnTo>
                <a:lnTo>
                  <a:pt x="584050" y="585150"/>
                </a:lnTo>
                <a:lnTo>
                  <a:pt x="0" y="585150"/>
                </a:lnTo>
                <a:lnTo>
                  <a:pt x="0" y="0"/>
                </a:lnTo>
                <a:close/>
              </a:path>
            </a:pathLst>
          </a:custGeom>
          <a:blipFill>
            <a:blip r:embed="rId11">
              <a:extLst>
                <a:ext uri="{96DAC541-7B7A-43D3-8B79-37D633B846F1}">
                  <asvg:svgBlip xmlns:asvg="http://schemas.microsoft.com/office/drawing/2016/SVG/main" r:embed="rId12"/>
                </a:ext>
              </a:extLst>
            </a:blip>
            <a:stretch>
              <a:fillRect/>
            </a:stretch>
          </a:blipFill>
        </p:spPr>
      </p:sp>
      <p:sp>
        <p:nvSpPr>
          <p:cNvPr id="10" name="Freeform 10"/>
          <p:cNvSpPr/>
          <p:nvPr/>
        </p:nvSpPr>
        <p:spPr>
          <a:xfrm>
            <a:off x="1272476" y="3557676"/>
            <a:ext cx="350000" cy="350000"/>
          </a:xfrm>
          <a:custGeom>
            <a:avLst/>
            <a:gdLst/>
            <a:ahLst/>
            <a:cxnLst/>
            <a:rect l="l" t="t" r="r" b="b"/>
            <a:pathLst>
              <a:path w="350000" h="350000">
                <a:moveTo>
                  <a:pt x="0" y="0"/>
                </a:moveTo>
                <a:lnTo>
                  <a:pt x="350000" y="0"/>
                </a:lnTo>
                <a:lnTo>
                  <a:pt x="350000" y="350000"/>
                </a:lnTo>
                <a:lnTo>
                  <a:pt x="0" y="350000"/>
                </a:lnTo>
                <a:lnTo>
                  <a:pt x="0" y="0"/>
                </a:lnTo>
                <a:close/>
              </a:path>
            </a:pathLst>
          </a:custGeom>
          <a:blipFill>
            <a:blip r:embed="rId13">
              <a:extLst>
                <a:ext uri="{96DAC541-7B7A-43D3-8B79-37D633B846F1}">
                  <asvg:svgBlip xmlns:asvg="http://schemas.microsoft.com/office/drawing/2016/SVG/main" r:embed="rId14"/>
                </a:ext>
              </a:extLst>
            </a:blip>
            <a:stretch>
              <a:fillRect/>
            </a:stretch>
          </a:blipFill>
        </p:spPr>
      </p:sp>
      <p:sp>
        <p:nvSpPr>
          <p:cNvPr id="11" name="Freeform 11"/>
          <p:cNvSpPr/>
          <p:nvPr/>
        </p:nvSpPr>
        <p:spPr>
          <a:xfrm>
            <a:off x="865700" y="4006326"/>
            <a:ext cx="350026" cy="54000"/>
          </a:xfrm>
          <a:custGeom>
            <a:avLst/>
            <a:gdLst/>
            <a:ahLst/>
            <a:cxnLst/>
            <a:rect l="l" t="t" r="r" b="b"/>
            <a:pathLst>
              <a:path w="350026" h="54000">
                <a:moveTo>
                  <a:pt x="0" y="0"/>
                </a:moveTo>
                <a:lnTo>
                  <a:pt x="350026" y="0"/>
                </a:lnTo>
                <a:lnTo>
                  <a:pt x="350026" y="54000"/>
                </a:lnTo>
                <a:lnTo>
                  <a:pt x="0" y="54000"/>
                </a:lnTo>
                <a:lnTo>
                  <a:pt x="0" y="0"/>
                </a:lnTo>
                <a:close/>
              </a:path>
            </a:pathLst>
          </a:custGeom>
          <a:blipFill>
            <a:blip r:embed="rId1">
              <a:extLst>
                <a:ext uri="{96DAC541-7B7A-43D3-8B79-37D633B846F1}">
                  <asvg:svgBlip xmlns:asvg="http://schemas.microsoft.com/office/drawing/2016/SVG/main" r:embed="rId2"/>
                </a:ext>
              </a:extLst>
            </a:blip>
            <a:stretch>
              <a:fillRect/>
            </a:stretch>
          </a:blipFill>
        </p:spPr>
      </p:sp>
      <p:sp>
        <p:nvSpPr>
          <p:cNvPr id="12" name="Freeform 12"/>
          <p:cNvSpPr/>
          <p:nvPr/>
        </p:nvSpPr>
        <p:spPr>
          <a:xfrm>
            <a:off x="1576200" y="416976"/>
            <a:ext cx="350026" cy="54000"/>
          </a:xfrm>
          <a:custGeom>
            <a:avLst/>
            <a:gdLst/>
            <a:ahLst/>
            <a:cxnLst/>
            <a:rect l="l" t="t" r="r" b="b"/>
            <a:pathLst>
              <a:path w="350026" h="54000">
                <a:moveTo>
                  <a:pt x="0" y="0"/>
                </a:moveTo>
                <a:lnTo>
                  <a:pt x="350026" y="0"/>
                </a:lnTo>
                <a:lnTo>
                  <a:pt x="350026" y="54000"/>
                </a:lnTo>
                <a:lnTo>
                  <a:pt x="0" y="54000"/>
                </a:lnTo>
                <a:lnTo>
                  <a:pt x="0" y="0"/>
                </a:lnTo>
                <a:close/>
              </a:path>
            </a:pathLst>
          </a:custGeom>
          <a:blipFill>
            <a:blip r:embed="rId1">
              <a:extLst>
                <a:ext uri="{96DAC541-7B7A-43D3-8B79-37D633B846F1}">
                  <asvg:svgBlip xmlns:asvg="http://schemas.microsoft.com/office/drawing/2016/SVG/main" r:embed="rId2"/>
                </a:ext>
              </a:extLst>
            </a:blip>
            <a:stretch>
              <a:fillRect/>
            </a:stretch>
          </a:blipFill>
        </p:spPr>
      </p:sp>
      <p:sp>
        <p:nvSpPr>
          <p:cNvPr id="13" name="Freeform 13"/>
          <p:cNvSpPr/>
          <p:nvPr/>
        </p:nvSpPr>
        <p:spPr>
          <a:xfrm>
            <a:off x="16258700" y="9977450"/>
            <a:ext cx="350026" cy="54000"/>
          </a:xfrm>
          <a:custGeom>
            <a:avLst/>
            <a:gdLst/>
            <a:ahLst/>
            <a:cxnLst/>
            <a:rect l="l" t="t" r="r" b="b"/>
            <a:pathLst>
              <a:path w="350026" h="54000">
                <a:moveTo>
                  <a:pt x="0" y="0"/>
                </a:moveTo>
                <a:lnTo>
                  <a:pt x="350026" y="0"/>
                </a:lnTo>
                <a:lnTo>
                  <a:pt x="350026" y="54000"/>
                </a:lnTo>
                <a:lnTo>
                  <a:pt x="0" y="54000"/>
                </a:lnTo>
                <a:lnTo>
                  <a:pt x="0" y="0"/>
                </a:lnTo>
                <a:close/>
              </a:path>
            </a:pathLst>
          </a:custGeom>
          <a:blipFill>
            <a:blip r:embed="rId1">
              <a:extLst>
                <a:ext uri="{96DAC541-7B7A-43D3-8B79-37D633B846F1}">
                  <asvg:svgBlip xmlns:asvg="http://schemas.microsoft.com/office/drawing/2016/SVG/main" r:embed="rId2"/>
                </a:ext>
              </a:extLst>
            </a:blip>
            <a:stretch>
              <a:fillRect/>
            </a:stretch>
          </a:blipFill>
        </p:spPr>
      </p:sp>
      <p:sp>
        <p:nvSpPr>
          <p:cNvPr id="14" name="Freeform 14"/>
          <p:cNvSpPr/>
          <p:nvPr/>
        </p:nvSpPr>
        <p:spPr>
          <a:xfrm>
            <a:off x="16995100" y="6858850"/>
            <a:ext cx="350026" cy="54000"/>
          </a:xfrm>
          <a:custGeom>
            <a:avLst/>
            <a:gdLst/>
            <a:ahLst/>
            <a:cxnLst/>
            <a:rect l="l" t="t" r="r" b="b"/>
            <a:pathLst>
              <a:path w="350026" h="54000">
                <a:moveTo>
                  <a:pt x="0" y="0"/>
                </a:moveTo>
                <a:lnTo>
                  <a:pt x="350026" y="0"/>
                </a:lnTo>
                <a:lnTo>
                  <a:pt x="350026" y="54000"/>
                </a:lnTo>
                <a:lnTo>
                  <a:pt x="0" y="54000"/>
                </a:lnTo>
                <a:lnTo>
                  <a:pt x="0" y="0"/>
                </a:lnTo>
                <a:close/>
              </a:path>
            </a:pathLst>
          </a:custGeom>
          <a:blipFill>
            <a:blip r:embed="rId1">
              <a:extLst>
                <a:ext uri="{96DAC541-7B7A-43D3-8B79-37D633B846F1}">
                  <asvg:svgBlip xmlns:asvg="http://schemas.microsoft.com/office/drawing/2016/SVG/main" r:embed="rId2"/>
                </a:ext>
              </a:extLst>
            </a:blip>
            <a:stretch>
              <a:fillRect/>
            </a:stretch>
          </a:blipFill>
        </p:spPr>
      </p:sp>
      <p:sp>
        <p:nvSpPr>
          <p:cNvPr id="15" name="AutoShape 15"/>
          <p:cNvSpPr/>
          <p:nvPr/>
        </p:nvSpPr>
        <p:spPr>
          <a:xfrm rot="5384913">
            <a:off x="14644004" y="2160900"/>
            <a:ext cx="4340892" cy="0"/>
          </a:xfrm>
          <a:prstGeom prst="line">
            <a:avLst/>
          </a:prstGeom>
          <a:ln w="9525" cap="rnd">
            <a:solidFill>
              <a:srgbClr val="3D3D3D"/>
            </a:solidFill>
            <a:prstDash val="solid"/>
            <a:headEnd type="none" w="sm" len="sm"/>
            <a:tailEnd type="none" w="sm" len="sm"/>
          </a:ln>
        </p:spPr>
      </p:sp>
      <p:sp>
        <p:nvSpPr>
          <p:cNvPr id="16" name="AutoShape 16"/>
          <p:cNvSpPr/>
          <p:nvPr/>
        </p:nvSpPr>
        <p:spPr>
          <a:xfrm rot="5384913">
            <a:off x="-734396" y="8132168"/>
            <a:ext cx="4340892" cy="0"/>
          </a:xfrm>
          <a:prstGeom prst="line">
            <a:avLst/>
          </a:prstGeom>
          <a:ln w="9525" cap="rnd">
            <a:solidFill>
              <a:srgbClr val="3D3D3D"/>
            </a:solidFill>
            <a:prstDash val="solid"/>
            <a:headEnd type="none" w="sm" len="sm"/>
            <a:tailEnd type="none" w="sm" len="sm"/>
          </a:ln>
        </p:spPr>
      </p:sp>
      <p:grpSp>
        <p:nvGrpSpPr>
          <p:cNvPr id="17" name="Group 17"/>
          <p:cNvGrpSpPr/>
          <p:nvPr/>
        </p:nvGrpSpPr>
        <p:grpSpPr>
          <a:xfrm>
            <a:off x="1334125" y="9166251"/>
            <a:ext cx="203850" cy="203850"/>
            <a:chOff x="0" y="0"/>
            <a:chExt cx="271800" cy="271800"/>
          </a:xfrm>
        </p:grpSpPr>
        <p:sp>
          <p:nvSpPr>
            <p:cNvPr id="18" name="Freeform 18"/>
            <p:cNvSpPr/>
            <p:nvPr/>
          </p:nvSpPr>
          <p:spPr>
            <a:xfrm>
              <a:off x="12700" y="12700"/>
              <a:ext cx="246380" cy="246380"/>
            </a:xfrm>
            <a:custGeom>
              <a:avLst/>
              <a:gdLst/>
              <a:ahLst/>
              <a:cxnLst/>
              <a:rect l="l" t="t" r="r" b="b"/>
              <a:pathLst>
                <a:path w="246380" h="246380">
                  <a:moveTo>
                    <a:pt x="0" y="123190"/>
                  </a:moveTo>
                  <a:cubicBezTo>
                    <a:pt x="0" y="55118"/>
                    <a:pt x="55118" y="0"/>
                    <a:pt x="123190" y="0"/>
                  </a:cubicBezTo>
                  <a:cubicBezTo>
                    <a:pt x="191262" y="0"/>
                    <a:pt x="246380" y="55118"/>
                    <a:pt x="246380" y="123190"/>
                  </a:cubicBezTo>
                  <a:cubicBezTo>
                    <a:pt x="246380" y="191262"/>
                    <a:pt x="191262" y="246380"/>
                    <a:pt x="123190" y="246380"/>
                  </a:cubicBezTo>
                  <a:cubicBezTo>
                    <a:pt x="55118" y="246380"/>
                    <a:pt x="0" y="191262"/>
                    <a:pt x="0" y="123190"/>
                  </a:cubicBezTo>
                  <a:close/>
                </a:path>
              </a:pathLst>
            </a:custGeom>
            <a:solidFill>
              <a:srgbClr val="3D3D3D"/>
            </a:solidFill>
          </p:spPr>
        </p:sp>
        <p:sp>
          <p:nvSpPr>
            <p:cNvPr id="19" name="Freeform 19"/>
            <p:cNvSpPr/>
            <p:nvPr/>
          </p:nvSpPr>
          <p:spPr>
            <a:xfrm>
              <a:off x="0" y="0"/>
              <a:ext cx="271780" cy="271780"/>
            </a:xfrm>
            <a:custGeom>
              <a:avLst/>
              <a:gdLst/>
              <a:ahLst/>
              <a:cxnLst/>
              <a:rect l="l" t="t" r="r" b="b"/>
              <a:pathLst>
                <a:path w="271780" h="271780">
                  <a:moveTo>
                    <a:pt x="0" y="135890"/>
                  </a:moveTo>
                  <a:cubicBezTo>
                    <a:pt x="0" y="60833"/>
                    <a:pt x="60833" y="0"/>
                    <a:pt x="135890" y="0"/>
                  </a:cubicBezTo>
                  <a:lnTo>
                    <a:pt x="135890" y="12700"/>
                  </a:lnTo>
                  <a:lnTo>
                    <a:pt x="135890" y="0"/>
                  </a:lnTo>
                  <a:cubicBezTo>
                    <a:pt x="210947" y="0"/>
                    <a:pt x="271780" y="60833"/>
                    <a:pt x="271780" y="135890"/>
                  </a:cubicBezTo>
                  <a:lnTo>
                    <a:pt x="259080" y="135890"/>
                  </a:lnTo>
                  <a:lnTo>
                    <a:pt x="271780" y="135890"/>
                  </a:lnTo>
                  <a:cubicBezTo>
                    <a:pt x="271780" y="210947"/>
                    <a:pt x="210947" y="271780"/>
                    <a:pt x="135890" y="271780"/>
                  </a:cubicBezTo>
                  <a:lnTo>
                    <a:pt x="135890" y="259080"/>
                  </a:lnTo>
                  <a:lnTo>
                    <a:pt x="135890" y="271780"/>
                  </a:lnTo>
                  <a:cubicBezTo>
                    <a:pt x="60833" y="271780"/>
                    <a:pt x="0" y="210947"/>
                    <a:pt x="0" y="135890"/>
                  </a:cubicBezTo>
                  <a:lnTo>
                    <a:pt x="12700" y="135890"/>
                  </a:lnTo>
                  <a:lnTo>
                    <a:pt x="25400" y="135890"/>
                  </a:lnTo>
                  <a:lnTo>
                    <a:pt x="12700" y="135890"/>
                  </a:lnTo>
                  <a:lnTo>
                    <a:pt x="0" y="135890"/>
                  </a:lnTo>
                  <a:moveTo>
                    <a:pt x="25400" y="135890"/>
                  </a:moveTo>
                  <a:cubicBezTo>
                    <a:pt x="25400" y="142875"/>
                    <a:pt x="19685" y="148590"/>
                    <a:pt x="12700" y="148590"/>
                  </a:cubicBezTo>
                  <a:cubicBezTo>
                    <a:pt x="5715" y="148590"/>
                    <a:pt x="0" y="142875"/>
                    <a:pt x="0" y="135890"/>
                  </a:cubicBezTo>
                  <a:cubicBezTo>
                    <a:pt x="0" y="128905"/>
                    <a:pt x="5715" y="123190"/>
                    <a:pt x="12700" y="123190"/>
                  </a:cubicBezTo>
                  <a:cubicBezTo>
                    <a:pt x="19685" y="123190"/>
                    <a:pt x="25400" y="128905"/>
                    <a:pt x="25400" y="135890"/>
                  </a:cubicBezTo>
                  <a:cubicBezTo>
                    <a:pt x="25400" y="196977"/>
                    <a:pt x="74930" y="246380"/>
                    <a:pt x="135890" y="246380"/>
                  </a:cubicBezTo>
                  <a:cubicBezTo>
                    <a:pt x="196850" y="246380"/>
                    <a:pt x="246380" y="196850"/>
                    <a:pt x="246380" y="135890"/>
                  </a:cubicBezTo>
                  <a:cubicBezTo>
                    <a:pt x="246380" y="74930"/>
                    <a:pt x="196977" y="25400"/>
                    <a:pt x="135890" y="25400"/>
                  </a:cubicBezTo>
                  <a:lnTo>
                    <a:pt x="135890" y="12700"/>
                  </a:lnTo>
                  <a:lnTo>
                    <a:pt x="135890" y="25400"/>
                  </a:lnTo>
                  <a:cubicBezTo>
                    <a:pt x="74930" y="25400"/>
                    <a:pt x="25400" y="74930"/>
                    <a:pt x="25400" y="135890"/>
                  </a:cubicBezTo>
                  <a:close/>
                </a:path>
              </a:pathLst>
            </a:custGeom>
            <a:solidFill>
              <a:srgbClr val="3D3D3D"/>
            </a:solidFill>
          </p:spPr>
        </p:sp>
      </p:grpSp>
      <p:grpSp>
        <p:nvGrpSpPr>
          <p:cNvPr id="20" name="Group 20"/>
          <p:cNvGrpSpPr/>
          <p:nvPr/>
        </p:nvGrpSpPr>
        <p:grpSpPr>
          <a:xfrm>
            <a:off x="1334125" y="7871151"/>
            <a:ext cx="203850" cy="203850"/>
            <a:chOff x="0" y="0"/>
            <a:chExt cx="271800" cy="271800"/>
          </a:xfrm>
        </p:grpSpPr>
        <p:sp>
          <p:nvSpPr>
            <p:cNvPr id="21" name="Freeform 21"/>
            <p:cNvSpPr/>
            <p:nvPr/>
          </p:nvSpPr>
          <p:spPr>
            <a:xfrm>
              <a:off x="12700" y="12700"/>
              <a:ext cx="246380" cy="246380"/>
            </a:xfrm>
            <a:custGeom>
              <a:avLst/>
              <a:gdLst/>
              <a:ahLst/>
              <a:cxnLst/>
              <a:rect l="l" t="t" r="r" b="b"/>
              <a:pathLst>
                <a:path w="246380" h="246380">
                  <a:moveTo>
                    <a:pt x="0" y="123190"/>
                  </a:moveTo>
                  <a:cubicBezTo>
                    <a:pt x="0" y="55118"/>
                    <a:pt x="55118" y="0"/>
                    <a:pt x="123190" y="0"/>
                  </a:cubicBezTo>
                  <a:cubicBezTo>
                    <a:pt x="191262" y="0"/>
                    <a:pt x="246380" y="55118"/>
                    <a:pt x="246380" y="123190"/>
                  </a:cubicBezTo>
                  <a:cubicBezTo>
                    <a:pt x="246380" y="191262"/>
                    <a:pt x="191262" y="246380"/>
                    <a:pt x="123190" y="246380"/>
                  </a:cubicBezTo>
                  <a:cubicBezTo>
                    <a:pt x="55118" y="246380"/>
                    <a:pt x="0" y="191262"/>
                    <a:pt x="0" y="123190"/>
                  </a:cubicBezTo>
                  <a:close/>
                </a:path>
              </a:pathLst>
            </a:custGeom>
            <a:solidFill>
              <a:srgbClr val="3D3D3D"/>
            </a:solidFill>
          </p:spPr>
        </p:sp>
        <p:sp>
          <p:nvSpPr>
            <p:cNvPr id="22" name="Freeform 22"/>
            <p:cNvSpPr/>
            <p:nvPr/>
          </p:nvSpPr>
          <p:spPr>
            <a:xfrm>
              <a:off x="0" y="0"/>
              <a:ext cx="271780" cy="271780"/>
            </a:xfrm>
            <a:custGeom>
              <a:avLst/>
              <a:gdLst/>
              <a:ahLst/>
              <a:cxnLst/>
              <a:rect l="l" t="t" r="r" b="b"/>
              <a:pathLst>
                <a:path w="271780" h="271780">
                  <a:moveTo>
                    <a:pt x="0" y="135890"/>
                  </a:moveTo>
                  <a:cubicBezTo>
                    <a:pt x="0" y="60833"/>
                    <a:pt x="60833" y="0"/>
                    <a:pt x="135890" y="0"/>
                  </a:cubicBezTo>
                  <a:lnTo>
                    <a:pt x="135890" y="12700"/>
                  </a:lnTo>
                  <a:lnTo>
                    <a:pt x="135890" y="0"/>
                  </a:lnTo>
                  <a:cubicBezTo>
                    <a:pt x="210947" y="0"/>
                    <a:pt x="271780" y="60833"/>
                    <a:pt x="271780" y="135890"/>
                  </a:cubicBezTo>
                  <a:lnTo>
                    <a:pt x="259080" y="135890"/>
                  </a:lnTo>
                  <a:lnTo>
                    <a:pt x="271780" y="135890"/>
                  </a:lnTo>
                  <a:cubicBezTo>
                    <a:pt x="271780" y="210947"/>
                    <a:pt x="210947" y="271780"/>
                    <a:pt x="135890" y="271780"/>
                  </a:cubicBezTo>
                  <a:lnTo>
                    <a:pt x="135890" y="259080"/>
                  </a:lnTo>
                  <a:lnTo>
                    <a:pt x="135890" y="271780"/>
                  </a:lnTo>
                  <a:cubicBezTo>
                    <a:pt x="60833" y="271780"/>
                    <a:pt x="0" y="210947"/>
                    <a:pt x="0" y="135890"/>
                  </a:cubicBezTo>
                  <a:lnTo>
                    <a:pt x="12700" y="135890"/>
                  </a:lnTo>
                  <a:lnTo>
                    <a:pt x="25400" y="135890"/>
                  </a:lnTo>
                  <a:lnTo>
                    <a:pt x="12700" y="135890"/>
                  </a:lnTo>
                  <a:lnTo>
                    <a:pt x="0" y="135890"/>
                  </a:lnTo>
                  <a:moveTo>
                    <a:pt x="25400" y="135890"/>
                  </a:moveTo>
                  <a:cubicBezTo>
                    <a:pt x="25400" y="142875"/>
                    <a:pt x="19685" y="148590"/>
                    <a:pt x="12700" y="148590"/>
                  </a:cubicBezTo>
                  <a:cubicBezTo>
                    <a:pt x="5715" y="148590"/>
                    <a:pt x="0" y="142875"/>
                    <a:pt x="0" y="135890"/>
                  </a:cubicBezTo>
                  <a:cubicBezTo>
                    <a:pt x="0" y="128905"/>
                    <a:pt x="5715" y="123190"/>
                    <a:pt x="12700" y="123190"/>
                  </a:cubicBezTo>
                  <a:cubicBezTo>
                    <a:pt x="19685" y="123190"/>
                    <a:pt x="25400" y="128905"/>
                    <a:pt x="25400" y="135890"/>
                  </a:cubicBezTo>
                  <a:cubicBezTo>
                    <a:pt x="25400" y="196977"/>
                    <a:pt x="74930" y="246380"/>
                    <a:pt x="135890" y="246380"/>
                  </a:cubicBezTo>
                  <a:cubicBezTo>
                    <a:pt x="196850" y="246380"/>
                    <a:pt x="246380" y="196850"/>
                    <a:pt x="246380" y="135890"/>
                  </a:cubicBezTo>
                  <a:cubicBezTo>
                    <a:pt x="246380" y="74930"/>
                    <a:pt x="196977" y="25400"/>
                    <a:pt x="135890" y="25400"/>
                  </a:cubicBezTo>
                  <a:lnTo>
                    <a:pt x="135890" y="12700"/>
                  </a:lnTo>
                  <a:lnTo>
                    <a:pt x="135890" y="25400"/>
                  </a:lnTo>
                  <a:cubicBezTo>
                    <a:pt x="74930" y="25400"/>
                    <a:pt x="25400" y="74930"/>
                    <a:pt x="25400" y="135890"/>
                  </a:cubicBezTo>
                  <a:close/>
                </a:path>
              </a:pathLst>
            </a:custGeom>
            <a:solidFill>
              <a:srgbClr val="3D3D3D"/>
            </a:solidFill>
          </p:spPr>
        </p:sp>
      </p:grpSp>
      <p:grpSp>
        <p:nvGrpSpPr>
          <p:cNvPr id="23" name="Group 23"/>
          <p:cNvGrpSpPr/>
          <p:nvPr/>
        </p:nvGrpSpPr>
        <p:grpSpPr>
          <a:xfrm>
            <a:off x="16712525" y="2897475"/>
            <a:ext cx="203850" cy="203850"/>
            <a:chOff x="0" y="0"/>
            <a:chExt cx="271800" cy="271800"/>
          </a:xfrm>
        </p:grpSpPr>
        <p:sp>
          <p:nvSpPr>
            <p:cNvPr id="24" name="Freeform 24"/>
            <p:cNvSpPr/>
            <p:nvPr/>
          </p:nvSpPr>
          <p:spPr>
            <a:xfrm>
              <a:off x="12700" y="12700"/>
              <a:ext cx="246380" cy="246380"/>
            </a:xfrm>
            <a:custGeom>
              <a:avLst/>
              <a:gdLst/>
              <a:ahLst/>
              <a:cxnLst/>
              <a:rect l="l" t="t" r="r" b="b"/>
              <a:pathLst>
                <a:path w="246380" h="246380">
                  <a:moveTo>
                    <a:pt x="0" y="123190"/>
                  </a:moveTo>
                  <a:cubicBezTo>
                    <a:pt x="0" y="55118"/>
                    <a:pt x="55118" y="0"/>
                    <a:pt x="123190" y="0"/>
                  </a:cubicBezTo>
                  <a:cubicBezTo>
                    <a:pt x="191262" y="0"/>
                    <a:pt x="246380" y="55118"/>
                    <a:pt x="246380" y="123190"/>
                  </a:cubicBezTo>
                  <a:cubicBezTo>
                    <a:pt x="246380" y="191262"/>
                    <a:pt x="191262" y="246380"/>
                    <a:pt x="123190" y="246380"/>
                  </a:cubicBezTo>
                  <a:cubicBezTo>
                    <a:pt x="55118" y="246380"/>
                    <a:pt x="0" y="191262"/>
                    <a:pt x="0" y="123190"/>
                  </a:cubicBezTo>
                  <a:close/>
                </a:path>
              </a:pathLst>
            </a:custGeom>
            <a:solidFill>
              <a:srgbClr val="3D3D3D"/>
            </a:solidFill>
          </p:spPr>
        </p:sp>
        <p:sp>
          <p:nvSpPr>
            <p:cNvPr id="25" name="Freeform 25"/>
            <p:cNvSpPr/>
            <p:nvPr/>
          </p:nvSpPr>
          <p:spPr>
            <a:xfrm>
              <a:off x="0" y="0"/>
              <a:ext cx="271780" cy="271780"/>
            </a:xfrm>
            <a:custGeom>
              <a:avLst/>
              <a:gdLst/>
              <a:ahLst/>
              <a:cxnLst/>
              <a:rect l="l" t="t" r="r" b="b"/>
              <a:pathLst>
                <a:path w="271780" h="271780">
                  <a:moveTo>
                    <a:pt x="0" y="135890"/>
                  </a:moveTo>
                  <a:cubicBezTo>
                    <a:pt x="0" y="60833"/>
                    <a:pt x="60833" y="0"/>
                    <a:pt x="135890" y="0"/>
                  </a:cubicBezTo>
                  <a:lnTo>
                    <a:pt x="135890" y="12700"/>
                  </a:lnTo>
                  <a:lnTo>
                    <a:pt x="135890" y="0"/>
                  </a:lnTo>
                  <a:cubicBezTo>
                    <a:pt x="210947" y="0"/>
                    <a:pt x="271780" y="60833"/>
                    <a:pt x="271780" y="135890"/>
                  </a:cubicBezTo>
                  <a:lnTo>
                    <a:pt x="259080" y="135890"/>
                  </a:lnTo>
                  <a:lnTo>
                    <a:pt x="271780" y="135890"/>
                  </a:lnTo>
                  <a:cubicBezTo>
                    <a:pt x="271780" y="210947"/>
                    <a:pt x="210947" y="271780"/>
                    <a:pt x="135890" y="271780"/>
                  </a:cubicBezTo>
                  <a:lnTo>
                    <a:pt x="135890" y="259080"/>
                  </a:lnTo>
                  <a:lnTo>
                    <a:pt x="135890" y="271780"/>
                  </a:lnTo>
                  <a:cubicBezTo>
                    <a:pt x="60833" y="271780"/>
                    <a:pt x="0" y="210947"/>
                    <a:pt x="0" y="135890"/>
                  </a:cubicBezTo>
                  <a:lnTo>
                    <a:pt x="12700" y="135890"/>
                  </a:lnTo>
                  <a:lnTo>
                    <a:pt x="25400" y="135890"/>
                  </a:lnTo>
                  <a:lnTo>
                    <a:pt x="12700" y="135890"/>
                  </a:lnTo>
                  <a:lnTo>
                    <a:pt x="0" y="135890"/>
                  </a:lnTo>
                  <a:moveTo>
                    <a:pt x="25400" y="135890"/>
                  </a:moveTo>
                  <a:cubicBezTo>
                    <a:pt x="25400" y="142875"/>
                    <a:pt x="19685" y="148590"/>
                    <a:pt x="12700" y="148590"/>
                  </a:cubicBezTo>
                  <a:cubicBezTo>
                    <a:pt x="5715" y="148590"/>
                    <a:pt x="0" y="142875"/>
                    <a:pt x="0" y="135890"/>
                  </a:cubicBezTo>
                  <a:cubicBezTo>
                    <a:pt x="0" y="128905"/>
                    <a:pt x="5715" y="123190"/>
                    <a:pt x="12700" y="123190"/>
                  </a:cubicBezTo>
                  <a:cubicBezTo>
                    <a:pt x="19685" y="123190"/>
                    <a:pt x="25400" y="128905"/>
                    <a:pt x="25400" y="135890"/>
                  </a:cubicBezTo>
                  <a:cubicBezTo>
                    <a:pt x="25400" y="196977"/>
                    <a:pt x="74930" y="246380"/>
                    <a:pt x="135890" y="246380"/>
                  </a:cubicBezTo>
                  <a:cubicBezTo>
                    <a:pt x="196850" y="246380"/>
                    <a:pt x="246380" y="196850"/>
                    <a:pt x="246380" y="135890"/>
                  </a:cubicBezTo>
                  <a:cubicBezTo>
                    <a:pt x="246380" y="74930"/>
                    <a:pt x="196977" y="25400"/>
                    <a:pt x="135890" y="25400"/>
                  </a:cubicBezTo>
                  <a:lnTo>
                    <a:pt x="135890" y="12700"/>
                  </a:lnTo>
                  <a:lnTo>
                    <a:pt x="135890" y="25400"/>
                  </a:lnTo>
                  <a:cubicBezTo>
                    <a:pt x="74930" y="25400"/>
                    <a:pt x="25400" y="74930"/>
                    <a:pt x="25400" y="135890"/>
                  </a:cubicBezTo>
                  <a:close/>
                </a:path>
              </a:pathLst>
            </a:custGeom>
            <a:solidFill>
              <a:srgbClr val="3D3D3D"/>
            </a:solidFill>
          </p:spPr>
        </p:sp>
      </p:grpSp>
      <p:grpSp>
        <p:nvGrpSpPr>
          <p:cNvPr id="26" name="Group 26"/>
          <p:cNvGrpSpPr/>
          <p:nvPr/>
        </p:nvGrpSpPr>
        <p:grpSpPr>
          <a:xfrm>
            <a:off x="16712525" y="460225"/>
            <a:ext cx="203850" cy="203850"/>
            <a:chOff x="0" y="0"/>
            <a:chExt cx="271800" cy="271800"/>
          </a:xfrm>
        </p:grpSpPr>
        <p:sp>
          <p:nvSpPr>
            <p:cNvPr id="27" name="Freeform 27"/>
            <p:cNvSpPr/>
            <p:nvPr/>
          </p:nvSpPr>
          <p:spPr>
            <a:xfrm>
              <a:off x="12700" y="12700"/>
              <a:ext cx="246380" cy="246380"/>
            </a:xfrm>
            <a:custGeom>
              <a:avLst/>
              <a:gdLst/>
              <a:ahLst/>
              <a:cxnLst/>
              <a:rect l="l" t="t" r="r" b="b"/>
              <a:pathLst>
                <a:path w="246380" h="246380">
                  <a:moveTo>
                    <a:pt x="0" y="123190"/>
                  </a:moveTo>
                  <a:cubicBezTo>
                    <a:pt x="0" y="55118"/>
                    <a:pt x="55118" y="0"/>
                    <a:pt x="123190" y="0"/>
                  </a:cubicBezTo>
                  <a:cubicBezTo>
                    <a:pt x="191262" y="0"/>
                    <a:pt x="246380" y="55118"/>
                    <a:pt x="246380" y="123190"/>
                  </a:cubicBezTo>
                  <a:cubicBezTo>
                    <a:pt x="246380" y="191262"/>
                    <a:pt x="191262" y="246380"/>
                    <a:pt x="123190" y="246380"/>
                  </a:cubicBezTo>
                  <a:cubicBezTo>
                    <a:pt x="55118" y="246380"/>
                    <a:pt x="0" y="191262"/>
                    <a:pt x="0" y="123190"/>
                  </a:cubicBezTo>
                  <a:close/>
                </a:path>
              </a:pathLst>
            </a:custGeom>
            <a:solidFill>
              <a:srgbClr val="3D3D3D"/>
            </a:solidFill>
          </p:spPr>
        </p:sp>
        <p:sp>
          <p:nvSpPr>
            <p:cNvPr id="28" name="Freeform 28"/>
            <p:cNvSpPr/>
            <p:nvPr/>
          </p:nvSpPr>
          <p:spPr>
            <a:xfrm>
              <a:off x="0" y="0"/>
              <a:ext cx="271780" cy="271780"/>
            </a:xfrm>
            <a:custGeom>
              <a:avLst/>
              <a:gdLst/>
              <a:ahLst/>
              <a:cxnLst/>
              <a:rect l="l" t="t" r="r" b="b"/>
              <a:pathLst>
                <a:path w="271780" h="271780">
                  <a:moveTo>
                    <a:pt x="0" y="135890"/>
                  </a:moveTo>
                  <a:cubicBezTo>
                    <a:pt x="0" y="60833"/>
                    <a:pt x="60833" y="0"/>
                    <a:pt x="135890" y="0"/>
                  </a:cubicBezTo>
                  <a:lnTo>
                    <a:pt x="135890" y="12700"/>
                  </a:lnTo>
                  <a:lnTo>
                    <a:pt x="135890" y="0"/>
                  </a:lnTo>
                  <a:cubicBezTo>
                    <a:pt x="210947" y="0"/>
                    <a:pt x="271780" y="60833"/>
                    <a:pt x="271780" y="135890"/>
                  </a:cubicBezTo>
                  <a:lnTo>
                    <a:pt x="259080" y="135890"/>
                  </a:lnTo>
                  <a:lnTo>
                    <a:pt x="271780" y="135890"/>
                  </a:lnTo>
                  <a:cubicBezTo>
                    <a:pt x="271780" y="210947"/>
                    <a:pt x="210947" y="271780"/>
                    <a:pt x="135890" y="271780"/>
                  </a:cubicBezTo>
                  <a:lnTo>
                    <a:pt x="135890" y="259080"/>
                  </a:lnTo>
                  <a:lnTo>
                    <a:pt x="135890" y="271780"/>
                  </a:lnTo>
                  <a:cubicBezTo>
                    <a:pt x="60833" y="271780"/>
                    <a:pt x="0" y="210947"/>
                    <a:pt x="0" y="135890"/>
                  </a:cubicBezTo>
                  <a:lnTo>
                    <a:pt x="12700" y="135890"/>
                  </a:lnTo>
                  <a:lnTo>
                    <a:pt x="25400" y="135890"/>
                  </a:lnTo>
                  <a:lnTo>
                    <a:pt x="12700" y="135890"/>
                  </a:lnTo>
                  <a:lnTo>
                    <a:pt x="0" y="135890"/>
                  </a:lnTo>
                  <a:moveTo>
                    <a:pt x="25400" y="135890"/>
                  </a:moveTo>
                  <a:cubicBezTo>
                    <a:pt x="25400" y="142875"/>
                    <a:pt x="19685" y="148590"/>
                    <a:pt x="12700" y="148590"/>
                  </a:cubicBezTo>
                  <a:cubicBezTo>
                    <a:pt x="5715" y="148590"/>
                    <a:pt x="0" y="142875"/>
                    <a:pt x="0" y="135890"/>
                  </a:cubicBezTo>
                  <a:cubicBezTo>
                    <a:pt x="0" y="128905"/>
                    <a:pt x="5715" y="123190"/>
                    <a:pt x="12700" y="123190"/>
                  </a:cubicBezTo>
                  <a:cubicBezTo>
                    <a:pt x="19685" y="123190"/>
                    <a:pt x="25400" y="128905"/>
                    <a:pt x="25400" y="135890"/>
                  </a:cubicBezTo>
                  <a:cubicBezTo>
                    <a:pt x="25400" y="196977"/>
                    <a:pt x="74930" y="246380"/>
                    <a:pt x="135890" y="246380"/>
                  </a:cubicBezTo>
                  <a:cubicBezTo>
                    <a:pt x="196850" y="246380"/>
                    <a:pt x="246380" y="196850"/>
                    <a:pt x="246380" y="135890"/>
                  </a:cubicBezTo>
                  <a:cubicBezTo>
                    <a:pt x="246380" y="74930"/>
                    <a:pt x="196977" y="25400"/>
                    <a:pt x="135890" y="25400"/>
                  </a:cubicBezTo>
                  <a:lnTo>
                    <a:pt x="135890" y="12700"/>
                  </a:lnTo>
                  <a:lnTo>
                    <a:pt x="135890" y="25400"/>
                  </a:lnTo>
                  <a:cubicBezTo>
                    <a:pt x="74930" y="25400"/>
                    <a:pt x="25400" y="74930"/>
                    <a:pt x="25400" y="135890"/>
                  </a:cubicBezTo>
                  <a:close/>
                </a:path>
              </a:pathLst>
            </a:custGeom>
            <a:solidFill>
              <a:srgbClr val="3D3D3D"/>
            </a:solidFill>
          </p:spPr>
        </p:sp>
      </p:grpSp>
      <p:grpSp>
        <p:nvGrpSpPr>
          <p:cNvPr id="29" name="Group 29"/>
          <p:cNvGrpSpPr/>
          <p:nvPr/>
        </p:nvGrpSpPr>
        <p:grpSpPr>
          <a:xfrm>
            <a:off x="7750363" y="664075"/>
            <a:ext cx="2437250" cy="2437250"/>
            <a:chOff x="0" y="0"/>
            <a:chExt cx="3249667" cy="3249667"/>
          </a:xfrm>
        </p:grpSpPr>
        <p:sp>
          <p:nvSpPr>
            <p:cNvPr id="30" name="Freeform 30"/>
            <p:cNvSpPr/>
            <p:nvPr/>
          </p:nvSpPr>
          <p:spPr>
            <a:xfrm>
              <a:off x="0" y="0"/>
              <a:ext cx="3249667" cy="3249667"/>
            </a:xfrm>
            <a:custGeom>
              <a:avLst/>
              <a:gdLst/>
              <a:ahLst/>
              <a:cxnLst/>
              <a:rect l="l" t="t" r="r" b="b"/>
              <a:pathLst>
                <a:path w="3249667" h="3249667">
                  <a:moveTo>
                    <a:pt x="0" y="0"/>
                  </a:moveTo>
                  <a:lnTo>
                    <a:pt x="3249667" y="0"/>
                  </a:lnTo>
                  <a:lnTo>
                    <a:pt x="3249667" y="3249667"/>
                  </a:lnTo>
                  <a:lnTo>
                    <a:pt x="0" y="3249667"/>
                  </a:lnTo>
                  <a:lnTo>
                    <a:pt x="0" y="0"/>
                  </a:lnTo>
                  <a:close/>
                </a:path>
              </a:pathLst>
            </a:custGeom>
            <a:blipFill>
              <a:blip r:embed="rId15">
                <a:extLst>
                  <a:ext uri="{96DAC541-7B7A-43D3-8B79-37D633B846F1}">
                    <asvg:svgBlip xmlns:asvg="http://schemas.microsoft.com/office/drawing/2016/SVG/main" r:embed="rId16"/>
                  </a:ext>
                </a:extLst>
              </a:blip>
              <a:stretch>
                <a:fillRect/>
              </a:stretch>
            </a:blipFill>
          </p:spPr>
        </p:sp>
        <p:sp>
          <p:nvSpPr>
            <p:cNvPr id="31" name="TextBox 31"/>
            <p:cNvSpPr txBox="1"/>
            <p:nvPr/>
          </p:nvSpPr>
          <p:spPr>
            <a:xfrm>
              <a:off x="686822" y="921895"/>
              <a:ext cx="1876022" cy="1282052"/>
            </a:xfrm>
            <a:prstGeom prst="rect">
              <a:avLst/>
            </a:prstGeom>
          </p:spPr>
          <p:txBody>
            <a:bodyPr lIns="0" tIns="0" rIns="0" bIns="0" rtlCol="0" anchor="t">
              <a:spAutoFit/>
            </a:bodyPr>
            <a:lstStyle/>
            <a:p>
              <a:pPr algn="ctr">
                <a:lnSpc>
                  <a:spcPts val="7870"/>
                </a:lnSpc>
              </a:pPr>
              <a:r>
                <a:rPr lang="en-US" sz="5705">
                  <a:solidFill>
                    <a:srgbClr val="494949"/>
                  </a:solidFill>
                  <a:latin typeface="Arimo Bold" panose="020B0704020202020204"/>
                </a:rPr>
                <a:t>1.1</a:t>
              </a:r>
              <a:endParaRPr lang="en-US" sz="5705">
                <a:solidFill>
                  <a:srgbClr val="494949"/>
                </a:solidFill>
                <a:latin typeface="Arimo Bold" panose="020B0704020202020204"/>
              </a:endParaRPr>
            </a:p>
          </p:txBody>
        </p:sp>
      </p:grpSp>
      <p:sp>
        <p:nvSpPr>
          <p:cNvPr id="32" name="TextBox 32"/>
          <p:cNvSpPr txBox="1"/>
          <p:nvPr/>
        </p:nvSpPr>
        <p:spPr>
          <a:xfrm>
            <a:off x="4425825" y="3519576"/>
            <a:ext cx="9436350" cy="861695"/>
          </a:xfrm>
          <a:prstGeom prst="rect">
            <a:avLst/>
          </a:prstGeom>
        </p:spPr>
        <p:txBody>
          <a:bodyPr lIns="0" tIns="0" rIns="0" bIns="0" rtlCol="0" anchor="t">
            <a:spAutoFit/>
          </a:bodyPr>
          <a:lstStyle/>
          <a:p>
            <a:pPr algn="ctr">
              <a:lnSpc>
                <a:spcPts val="6720"/>
              </a:lnSpc>
            </a:pPr>
            <a:r>
              <a:rPr lang="en-US" sz="5600">
                <a:solidFill>
                  <a:srgbClr val="494949"/>
                </a:solidFill>
                <a:latin typeface="Arimo Bold" panose="020B0704020202020204"/>
              </a:rPr>
              <a:t>Địa điểm khảo sát</a:t>
            </a:r>
            <a:endParaRPr lang="en-US" sz="5600">
              <a:solidFill>
                <a:srgbClr val="494949"/>
              </a:solidFill>
              <a:latin typeface="Arimo Bold" panose="020B0704020202020204"/>
            </a:endParaRPr>
          </a:p>
        </p:txBody>
      </p:sp>
      <p:sp>
        <p:nvSpPr>
          <p:cNvPr id="33" name="TextBox 33"/>
          <p:cNvSpPr txBox="1"/>
          <p:nvPr/>
        </p:nvSpPr>
        <p:spPr>
          <a:xfrm>
            <a:off x="4600839" y="4914175"/>
            <a:ext cx="9436350" cy="2954655"/>
          </a:xfrm>
          <a:prstGeom prst="rect">
            <a:avLst/>
          </a:prstGeom>
        </p:spPr>
        <p:txBody>
          <a:bodyPr lIns="0" tIns="0" rIns="0" bIns="0" rtlCol="0" anchor="t">
            <a:spAutoFit/>
          </a:bodyPr>
          <a:lstStyle/>
          <a:p>
            <a:pPr algn="ctr">
              <a:lnSpc>
                <a:spcPts val="3840"/>
              </a:lnSpc>
            </a:pPr>
            <a:r>
              <a:rPr lang="en-US" sz="3200">
                <a:solidFill>
                  <a:srgbClr val="494949"/>
                </a:solidFill>
                <a:latin typeface="Arimo" panose="020B0604020202020204"/>
              </a:rPr>
              <a:t>Nhà Hàng Quốc Hương: Nổi tiếng với thực đơn đa dạng và dịch vụ tốt, nhà hàng này thu hút nhiều khách hàng và có quy mô vừa. Chúng em sẽ khảo sát quy trình đặt bàn và thanh toán của nhà hàng, nhằm thu thập thông tin và đánh giá thực tế về quy trình hoạt động cũng như nhu cầu của khách hàng. </a:t>
            </a:r>
            <a:endParaRPr lang="en-US" sz="3200">
              <a:solidFill>
                <a:srgbClr val="494949"/>
              </a:solidFill>
              <a:latin typeface="Arimo" panose="020B0604020202020204"/>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rot="5391795">
            <a:off x="-2959286" y="3979284"/>
            <a:ext cx="7982273" cy="0"/>
          </a:xfrm>
          <a:prstGeom prst="line">
            <a:avLst/>
          </a:prstGeom>
          <a:ln w="9525" cap="rnd">
            <a:solidFill>
              <a:srgbClr val="3D3D3D"/>
            </a:solidFill>
            <a:prstDash val="solid"/>
            <a:headEnd type="none" w="sm" len="sm"/>
            <a:tailEnd type="none" w="sm" len="sm"/>
          </a:ln>
        </p:spPr>
      </p:sp>
      <p:sp>
        <p:nvSpPr>
          <p:cNvPr id="3" name="AutoShape 3"/>
          <p:cNvSpPr/>
          <p:nvPr/>
        </p:nvSpPr>
        <p:spPr>
          <a:xfrm rot="5382870">
            <a:off x="15420501" y="1899684"/>
            <a:ext cx="3823097" cy="0"/>
          </a:xfrm>
          <a:prstGeom prst="line">
            <a:avLst/>
          </a:prstGeom>
          <a:ln w="9525" cap="rnd">
            <a:solidFill>
              <a:srgbClr val="3D3D3D"/>
            </a:solidFill>
            <a:prstDash val="solid"/>
            <a:headEnd type="none" w="sm" len="sm"/>
            <a:tailEnd type="none" w="sm" len="sm"/>
          </a:ln>
        </p:spPr>
      </p:sp>
      <p:sp>
        <p:nvSpPr>
          <p:cNvPr id="4" name="Freeform 4"/>
          <p:cNvSpPr/>
          <p:nvPr/>
        </p:nvSpPr>
        <p:spPr>
          <a:xfrm>
            <a:off x="686550" y="6601558"/>
            <a:ext cx="689472" cy="690770"/>
          </a:xfrm>
          <a:custGeom>
            <a:avLst/>
            <a:gdLst/>
            <a:ahLst/>
            <a:cxnLst/>
            <a:rect l="l" t="t" r="r" b="b"/>
            <a:pathLst>
              <a:path w="689472" h="690770">
                <a:moveTo>
                  <a:pt x="0" y="0"/>
                </a:moveTo>
                <a:lnTo>
                  <a:pt x="689472" y="0"/>
                </a:lnTo>
                <a:lnTo>
                  <a:pt x="689472" y="690770"/>
                </a:lnTo>
                <a:lnTo>
                  <a:pt x="0" y="690770"/>
                </a:lnTo>
                <a:lnTo>
                  <a:pt x="0" y="0"/>
                </a:lnTo>
                <a:close/>
              </a:path>
            </a:pathLst>
          </a:custGeom>
          <a:blipFill>
            <a:blip r:embed="rId1">
              <a:extLst>
                <a:ext uri="{96DAC541-7B7A-43D3-8B79-37D633B846F1}">
                  <asvg:svgBlip xmlns:asvg="http://schemas.microsoft.com/office/drawing/2016/SVG/main" r:embed="rId2"/>
                </a:ext>
              </a:extLst>
            </a:blip>
            <a:stretch>
              <a:fillRect/>
            </a:stretch>
          </a:blipFill>
        </p:spPr>
      </p:sp>
      <p:sp>
        <p:nvSpPr>
          <p:cNvPr id="5" name="Freeform 5"/>
          <p:cNvSpPr/>
          <p:nvPr/>
        </p:nvSpPr>
        <p:spPr>
          <a:xfrm>
            <a:off x="17040026" y="1429484"/>
            <a:ext cx="584050" cy="585150"/>
          </a:xfrm>
          <a:custGeom>
            <a:avLst/>
            <a:gdLst/>
            <a:ahLst/>
            <a:cxnLst/>
            <a:rect l="l" t="t" r="r" b="b"/>
            <a:pathLst>
              <a:path w="584050" h="585150">
                <a:moveTo>
                  <a:pt x="0" y="0"/>
                </a:moveTo>
                <a:lnTo>
                  <a:pt x="584050" y="0"/>
                </a:lnTo>
                <a:lnTo>
                  <a:pt x="584050" y="585150"/>
                </a:lnTo>
                <a:lnTo>
                  <a:pt x="0" y="585150"/>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6" name="Freeform 6"/>
          <p:cNvSpPr/>
          <p:nvPr/>
        </p:nvSpPr>
        <p:spPr>
          <a:xfrm>
            <a:off x="523422" y="930154"/>
            <a:ext cx="1015124" cy="1015968"/>
          </a:xfrm>
          <a:custGeom>
            <a:avLst/>
            <a:gdLst/>
            <a:ahLst/>
            <a:cxnLst/>
            <a:rect l="l" t="t" r="r" b="b"/>
            <a:pathLst>
              <a:path w="1015124" h="1015968">
                <a:moveTo>
                  <a:pt x="0" y="0"/>
                </a:moveTo>
                <a:lnTo>
                  <a:pt x="1015124" y="0"/>
                </a:lnTo>
                <a:lnTo>
                  <a:pt x="1015124" y="1015968"/>
                </a:lnTo>
                <a:lnTo>
                  <a:pt x="0" y="1015968"/>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7" name="Freeform 7"/>
          <p:cNvSpPr/>
          <p:nvPr/>
        </p:nvSpPr>
        <p:spPr>
          <a:xfrm>
            <a:off x="3638048" y="7787632"/>
            <a:ext cx="350026" cy="54000"/>
          </a:xfrm>
          <a:custGeom>
            <a:avLst/>
            <a:gdLst/>
            <a:ahLst/>
            <a:cxnLst/>
            <a:rect l="l" t="t" r="r" b="b"/>
            <a:pathLst>
              <a:path w="350026" h="54000">
                <a:moveTo>
                  <a:pt x="0" y="0"/>
                </a:moveTo>
                <a:lnTo>
                  <a:pt x="350026" y="0"/>
                </a:lnTo>
                <a:lnTo>
                  <a:pt x="350026" y="54000"/>
                </a:lnTo>
                <a:lnTo>
                  <a:pt x="0" y="54000"/>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sp>
      <p:sp>
        <p:nvSpPr>
          <p:cNvPr id="8" name="Freeform 8"/>
          <p:cNvSpPr/>
          <p:nvPr/>
        </p:nvSpPr>
        <p:spPr>
          <a:xfrm>
            <a:off x="8968988" y="7787656"/>
            <a:ext cx="350026" cy="54000"/>
          </a:xfrm>
          <a:custGeom>
            <a:avLst/>
            <a:gdLst/>
            <a:ahLst/>
            <a:cxnLst/>
            <a:rect l="l" t="t" r="r" b="b"/>
            <a:pathLst>
              <a:path w="350026" h="54000">
                <a:moveTo>
                  <a:pt x="0" y="0"/>
                </a:moveTo>
                <a:lnTo>
                  <a:pt x="350026" y="0"/>
                </a:lnTo>
                <a:lnTo>
                  <a:pt x="350026" y="54000"/>
                </a:lnTo>
                <a:lnTo>
                  <a:pt x="0" y="54000"/>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sp>
      <p:sp>
        <p:nvSpPr>
          <p:cNvPr id="9" name="Freeform 9"/>
          <p:cNvSpPr/>
          <p:nvPr/>
        </p:nvSpPr>
        <p:spPr>
          <a:xfrm>
            <a:off x="14299928" y="7787632"/>
            <a:ext cx="350026" cy="54000"/>
          </a:xfrm>
          <a:custGeom>
            <a:avLst/>
            <a:gdLst/>
            <a:ahLst/>
            <a:cxnLst/>
            <a:rect l="l" t="t" r="r" b="b"/>
            <a:pathLst>
              <a:path w="350026" h="54000">
                <a:moveTo>
                  <a:pt x="0" y="0"/>
                </a:moveTo>
                <a:lnTo>
                  <a:pt x="350026" y="0"/>
                </a:lnTo>
                <a:lnTo>
                  <a:pt x="350026" y="54000"/>
                </a:lnTo>
                <a:lnTo>
                  <a:pt x="0" y="54000"/>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sp>
      <p:sp>
        <p:nvSpPr>
          <p:cNvPr id="10" name="TextBox 10"/>
          <p:cNvSpPr txBox="1"/>
          <p:nvPr/>
        </p:nvSpPr>
        <p:spPr>
          <a:xfrm>
            <a:off x="3123233" y="836234"/>
            <a:ext cx="12060037" cy="1723390"/>
          </a:xfrm>
          <a:prstGeom prst="rect">
            <a:avLst/>
          </a:prstGeom>
        </p:spPr>
        <p:txBody>
          <a:bodyPr lIns="0" tIns="0" rIns="0" bIns="0" rtlCol="0" anchor="t">
            <a:spAutoFit/>
          </a:bodyPr>
          <a:lstStyle/>
          <a:p>
            <a:pPr algn="ctr">
              <a:lnSpc>
                <a:spcPts val="6720"/>
              </a:lnSpc>
            </a:pPr>
            <a:r>
              <a:rPr lang="en-US" sz="5600">
                <a:solidFill>
                  <a:srgbClr val="494949"/>
                </a:solidFill>
                <a:latin typeface="Arimo Bold" panose="020B0704020202020204"/>
              </a:rPr>
              <a:t>1.2. Khảo sát hiện trạng và thu thập thông tin  </a:t>
            </a:r>
            <a:endParaRPr lang="en-US" sz="5600">
              <a:solidFill>
                <a:srgbClr val="494949"/>
              </a:solidFill>
              <a:latin typeface="Arimo Bold" panose="020B0704020202020204"/>
            </a:endParaRPr>
          </a:p>
        </p:txBody>
      </p:sp>
      <p:sp>
        <p:nvSpPr>
          <p:cNvPr id="11" name="TextBox 11"/>
          <p:cNvSpPr txBox="1"/>
          <p:nvPr/>
        </p:nvSpPr>
        <p:spPr>
          <a:xfrm>
            <a:off x="1801509" y="5057601"/>
            <a:ext cx="4023103" cy="665480"/>
          </a:xfrm>
          <a:prstGeom prst="rect">
            <a:avLst/>
          </a:prstGeom>
        </p:spPr>
        <p:txBody>
          <a:bodyPr lIns="0" tIns="0" rIns="0" bIns="0" rtlCol="0" anchor="t">
            <a:spAutoFit/>
          </a:bodyPr>
          <a:lstStyle/>
          <a:p>
            <a:pPr algn="ctr">
              <a:lnSpc>
                <a:spcPts val="5190"/>
              </a:lnSpc>
            </a:pPr>
            <a:r>
              <a:rPr lang="en-US" sz="5600">
                <a:solidFill>
                  <a:schemeClr val="accent1"/>
                </a:solidFill>
                <a:latin typeface="Arimo Bold" panose="020B0704020202020204"/>
              </a:rPr>
              <a:t>1.2.1.</a:t>
            </a:r>
            <a:endParaRPr lang="en-US" sz="5600">
              <a:solidFill>
                <a:schemeClr val="accent1"/>
              </a:solidFill>
              <a:latin typeface="Arimo Bold" panose="020B0704020202020204"/>
              <a:cs typeface="Times New Roman" panose="02020603050405020304" charset="0"/>
            </a:endParaRPr>
          </a:p>
        </p:txBody>
      </p:sp>
      <p:sp>
        <p:nvSpPr>
          <p:cNvPr id="12" name="TextBox 12"/>
          <p:cNvSpPr txBox="1"/>
          <p:nvPr/>
        </p:nvSpPr>
        <p:spPr>
          <a:xfrm>
            <a:off x="1976522" y="6129308"/>
            <a:ext cx="4023103" cy="1183640"/>
          </a:xfrm>
          <a:prstGeom prst="rect">
            <a:avLst/>
          </a:prstGeom>
        </p:spPr>
        <p:txBody>
          <a:bodyPr lIns="0" tIns="0" rIns="0" bIns="0" rtlCol="0" anchor="t">
            <a:spAutoFit/>
          </a:bodyPr>
          <a:lstStyle/>
          <a:p>
            <a:pPr algn="ctr">
              <a:lnSpc>
                <a:spcPts val="4615"/>
              </a:lnSpc>
            </a:pPr>
            <a:r>
              <a:rPr lang="en-US" sz="3845">
                <a:solidFill>
                  <a:srgbClr val="494949"/>
                </a:solidFill>
                <a:latin typeface="Arimo" panose="020B0604020202020204"/>
              </a:rPr>
              <a:t>Mô tả hoạt động của cửa hàng</a:t>
            </a:r>
            <a:endParaRPr lang="en-US" sz="3845">
              <a:solidFill>
                <a:srgbClr val="494949"/>
              </a:solidFill>
              <a:latin typeface="Arimo" panose="020B0604020202020204"/>
            </a:endParaRPr>
          </a:p>
        </p:txBody>
      </p:sp>
      <p:sp>
        <p:nvSpPr>
          <p:cNvPr id="13" name="Freeform 13"/>
          <p:cNvSpPr/>
          <p:nvPr/>
        </p:nvSpPr>
        <p:spPr>
          <a:xfrm>
            <a:off x="3307061" y="3741587"/>
            <a:ext cx="1011611" cy="891255"/>
          </a:xfrm>
          <a:custGeom>
            <a:avLst/>
            <a:gdLst/>
            <a:ahLst/>
            <a:cxnLst/>
            <a:rect l="l" t="t" r="r" b="b"/>
            <a:pathLst>
              <a:path w="1011611" h="891255">
                <a:moveTo>
                  <a:pt x="0" y="0"/>
                </a:moveTo>
                <a:lnTo>
                  <a:pt x="1011611" y="0"/>
                </a:lnTo>
                <a:lnTo>
                  <a:pt x="1011611" y="891255"/>
                </a:lnTo>
                <a:lnTo>
                  <a:pt x="0" y="891255"/>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sp>
      <p:sp>
        <p:nvSpPr>
          <p:cNvPr id="14" name="TextBox 14"/>
          <p:cNvSpPr txBox="1"/>
          <p:nvPr/>
        </p:nvSpPr>
        <p:spPr>
          <a:xfrm>
            <a:off x="7193303" y="5088431"/>
            <a:ext cx="3919899" cy="665480"/>
          </a:xfrm>
          <a:prstGeom prst="rect">
            <a:avLst/>
          </a:prstGeom>
        </p:spPr>
        <p:txBody>
          <a:bodyPr lIns="0" tIns="0" rIns="0" bIns="0" rtlCol="0" anchor="t">
            <a:spAutoFit/>
          </a:bodyPr>
          <a:lstStyle/>
          <a:p>
            <a:pPr algn="ctr">
              <a:lnSpc>
                <a:spcPts val="5190"/>
              </a:lnSpc>
              <a:buClrTx/>
              <a:buSzTx/>
              <a:buFontTx/>
            </a:pPr>
            <a:r>
              <a:rPr lang="en-US" sz="5600">
                <a:solidFill>
                  <a:schemeClr val="accent1"/>
                </a:solidFill>
                <a:latin typeface="Arimo Bold" panose="020B0704020202020204"/>
              </a:rPr>
              <a:t>1.2.2.</a:t>
            </a:r>
            <a:endParaRPr lang="en-US" sz="5600">
              <a:solidFill>
                <a:schemeClr val="accent1"/>
              </a:solidFill>
              <a:latin typeface="Arimo Bold" panose="020B0704020202020204"/>
            </a:endParaRPr>
          </a:p>
        </p:txBody>
      </p:sp>
      <p:sp>
        <p:nvSpPr>
          <p:cNvPr id="15" name="TextBox 15"/>
          <p:cNvSpPr txBox="1"/>
          <p:nvPr/>
        </p:nvSpPr>
        <p:spPr>
          <a:xfrm>
            <a:off x="7162782" y="6406542"/>
            <a:ext cx="3919899" cy="591820"/>
          </a:xfrm>
          <a:prstGeom prst="rect">
            <a:avLst/>
          </a:prstGeom>
        </p:spPr>
        <p:txBody>
          <a:bodyPr lIns="0" tIns="0" rIns="0" bIns="0" rtlCol="0" anchor="t">
            <a:spAutoFit/>
          </a:bodyPr>
          <a:lstStyle/>
          <a:p>
            <a:pPr algn="ctr">
              <a:lnSpc>
                <a:spcPts val="4615"/>
              </a:lnSpc>
              <a:buClrTx/>
              <a:buSzTx/>
              <a:buFontTx/>
            </a:pPr>
            <a:r>
              <a:rPr lang="en-US" sz="3845">
                <a:solidFill>
                  <a:srgbClr val="494949"/>
                </a:solidFill>
                <a:latin typeface="Arimo" panose="020B0604020202020204"/>
              </a:rPr>
              <a:t>Thực trạng </a:t>
            </a:r>
            <a:endParaRPr lang="en-US" sz="3845">
              <a:solidFill>
                <a:srgbClr val="494949"/>
              </a:solidFill>
              <a:latin typeface="Arimo" panose="020B0604020202020204"/>
            </a:endParaRPr>
          </a:p>
        </p:txBody>
      </p:sp>
      <p:sp>
        <p:nvSpPr>
          <p:cNvPr id="16" name="Freeform 16"/>
          <p:cNvSpPr/>
          <p:nvPr/>
        </p:nvSpPr>
        <p:spPr>
          <a:xfrm>
            <a:off x="8649586" y="3815971"/>
            <a:ext cx="985660" cy="987942"/>
          </a:xfrm>
          <a:custGeom>
            <a:avLst/>
            <a:gdLst/>
            <a:ahLst/>
            <a:cxnLst/>
            <a:rect l="l" t="t" r="r" b="b"/>
            <a:pathLst>
              <a:path w="985660" h="987942">
                <a:moveTo>
                  <a:pt x="0" y="0"/>
                </a:moveTo>
                <a:lnTo>
                  <a:pt x="985660" y="0"/>
                </a:lnTo>
                <a:lnTo>
                  <a:pt x="985660" y="987942"/>
                </a:lnTo>
                <a:lnTo>
                  <a:pt x="0" y="987942"/>
                </a:lnTo>
                <a:lnTo>
                  <a:pt x="0" y="0"/>
                </a:lnTo>
                <a:close/>
              </a:path>
            </a:pathLst>
          </a:custGeom>
          <a:blipFill>
            <a:blip r:embed="rId11">
              <a:extLst>
                <a:ext uri="{96DAC541-7B7A-43D3-8B79-37D633B846F1}">
                  <asvg:svgBlip xmlns:asvg="http://schemas.microsoft.com/office/drawing/2016/SVG/main" r:embed="rId12"/>
                </a:ext>
              </a:extLst>
            </a:blip>
            <a:stretch>
              <a:fillRect/>
            </a:stretch>
          </a:blipFill>
        </p:spPr>
      </p:sp>
      <p:sp>
        <p:nvSpPr>
          <p:cNvPr id="17" name="TextBox 17"/>
          <p:cNvSpPr txBox="1"/>
          <p:nvPr/>
        </p:nvSpPr>
        <p:spPr>
          <a:xfrm>
            <a:off x="12650822" y="5111835"/>
            <a:ext cx="3998265" cy="665480"/>
          </a:xfrm>
          <a:prstGeom prst="rect">
            <a:avLst/>
          </a:prstGeom>
        </p:spPr>
        <p:txBody>
          <a:bodyPr lIns="0" tIns="0" rIns="0" bIns="0" rtlCol="0" anchor="t">
            <a:spAutoFit/>
          </a:bodyPr>
          <a:lstStyle/>
          <a:p>
            <a:pPr algn="ctr">
              <a:lnSpc>
                <a:spcPts val="5190"/>
              </a:lnSpc>
              <a:buClrTx/>
              <a:buSzTx/>
              <a:buFontTx/>
            </a:pPr>
            <a:r>
              <a:rPr lang="en-US" sz="5600">
                <a:solidFill>
                  <a:schemeClr val="accent1"/>
                </a:solidFill>
                <a:latin typeface="Arimo Bold" panose="020B0704020202020204"/>
              </a:rPr>
              <a:t>1.2.3.</a:t>
            </a:r>
            <a:endParaRPr lang="en-US" sz="5600">
              <a:solidFill>
                <a:schemeClr val="accent1"/>
              </a:solidFill>
              <a:latin typeface="Arimo Bold" panose="020B0704020202020204"/>
            </a:endParaRPr>
          </a:p>
        </p:txBody>
      </p:sp>
      <p:sp>
        <p:nvSpPr>
          <p:cNvPr id="18" name="TextBox 18"/>
          <p:cNvSpPr txBox="1"/>
          <p:nvPr/>
        </p:nvSpPr>
        <p:spPr>
          <a:xfrm>
            <a:off x="12650822" y="6153812"/>
            <a:ext cx="3998265" cy="1175385"/>
          </a:xfrm>
          <a:prstGeom prst="rect">
            <a:avLst/>
          </a:prstGeom>
        </p:spPr>
        <p:txBody>
          <a:bodyPr lIns="0" tIns="0" rIns="0" bIns="0" rtlCol="0" anchor="t">
            <a:spAutoFit/>
          </a:bodyPr>
          <a:lstStyle/>
          <a:p>
            <a:pPr algn="ctr">
              <a:lnSpc>
                <a:spcPts val="4585"/>
              </a:lnSpc>
            </a:pPr>
            <a:r>
              <a:rPr lang="en-US" sz="3845">
                <a:solidFill>
                  <a:srgbClr val="494949"/>
                </a:solidFill>
                <a:latin typeface="Arimo" panose="020B0604020202020204"/>
              </a:rPr>
              <a:t>Xác định mục tiêu của hệ thống mới </a:t>
            </a:r>
            <a:endParaRPr lang="en-US" sz="3820">
              <a:solidFill>
                <a:srgbClr val="494949"/>
              </a:solidFill>
              <a:latin typeface="Times New Roman" panose="02020603050405020304" charset="0"/>
              <a:cs typeface="Times New Roman" panose="02020603050405020304" charset="0"/>
            </a:endParaRPr>
          </a:p>
        </p:txBody>
      </p:sp>
      <p:sp>
        <p:nvSpPr>
          <p:cNvPr id="19" name="Freeform 19"/>
          <p:cNvSpPr/>
          <p:nvPr/>
        </p:nvSpPr>
        <p:spPr>
          <a:xfrm>
            <a:off x="14147200" y="3815971"/>
            <a:ext cx="1008036" cy="1005277"/>
          </a:xfrm>
          <a:custGeom>
            <a:avLst/>
            <a:gdLst/>
            <a:ahLst/>
            <a:cxnLst/>
            <a:rect l="l" t="t" r="r" b="b"/>
            <a:pathLst>
              <a:path w="1008036" h="1005277">
                <a:moveTo>
                  <a:pt x="0" y="0"/>
                </a:moveTo>
                <a:lnTo>
                  <a:pt x="1008036" y="0"/>
                </a:lnTo>
                <a:lnTo>
                  <a:pt x="1008036" y="1005277"/>
                </a:lnTo>
                <a:lnTo>
                  <a:pt x="0" y="1005277"/>
                </a:lnTo>
                <a:lnTo>
                  <a:pt x="0" y="0"/>
                </a:lnTo>
                <a:close/>
              </a:path>
            </a:pathLst>
          </a:custGeom>
          <a:blipFill>
            <a:blip r:embed="rId13">
              <a:extLst>
                <a:ext uri="{96DAC541-7B7A-43D3-8B79-37D633B846F1}">
                  <asvg:svgBlip xmlns:asvg="http://schemas.microsoft.com/office/drawing/2016/SVG/main" r:embed="rId14"/>
                </a:ext>
              </a:extLst>
            </a:blip>
            <a:stretch>
              <a:fillRect/>
            </a:stretch>
          </a:blipFill>
        </p:spPr>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rot="2700000">
            <a:off x="15898964" y="1740250"/>
            <a:ext cx="2113471" cy="0"/>
          </a:xfrm>
          <a:prstGeom prst="line">
            <a:avLst/>
          </a:prstGeom>
          <a:ln w="9525" cap="rnd">
            <a:solidFill>
              <a:srgbClr val="3D3D3D"/>
            </a:solidFill>
            <a:prstDash val="solid"/>
            <a:headEnd type="none" w="sm" len="sm"/>
            <a:tailEnd type="none" w="sm" len="sm"/>
          </a:ln>
        </p:spPr>
      </p:sp>
      <p:sp>
        <p:nvSpPr>
          <p:cNvPr id="3" name="AutoShape 3"/>
          <p:cNvSpPr/>
          <p:nvPr/>
        </p:nvSpPr>
        <p:spPr>
          <a:xfrm rot="1168354">
            <a:off x="1081262" y="987076"/>
            <a:ext cx="2593177" cy="0"/>
          </a:xfrm>
          <a:prstGeom prst="line">
            <a:avLst/>
          </a:prstGeom>
          <a:ln w="9525" cap="rnd">
            <a:solidFill>
              <a:srgbClr val="3D3D3D"/>
            </a:solidFill>
            <a:prstDash val="solid"/>
            <a:headEnd type="none" w="sm" len="sm"/>
            <a:tailEnd type="none" w="sm" len="sm"/>
          </a:ln>
        </p:spPr>
      </p:sp>
      <p:sp>
        <p:nvSpPr>
          <p:cNvPr id="4" name="AutoShape 4"/>
          <p:cNvSpPr/>
          <p:nvPr/>
        </p:nvSpPr>
        <p:spPr>
          <a:xfrm rot="7903957">
            <a:off x="-306937" y="1202676"/>
            <a:ext cx="1779074" cy="0"/>
          </a:xfrm>
          <a:prstGeom prst="line">
            <a:avLst/>
          </a:prstGeom>
          <a:ln w="9525" cap="rnd">
            <a:solidFill>
              <a:srgbClr val="3D3D3D"/>
            </a:solidFill>
            <a:prstDash val="solid"/>
            <a:headEnd type="none" w="sm" len="sm"/>
            <a:tailEnd type="none" w="sm" len="sm"/>
          </a:ln>
        </p:spPr>
      </p:sp>
      <p:sp>
        <p:nvSpPr>
          <p:cNvPr id="5" name="Freeform 5"/>
          <p:cNvSpPr/>
          <p:nvPr/>
        </p:nvSpPr>
        <p:spPr>
          <a:xfrm>
            <a:off x="847500" y="250726"/>
            <a:ext cx="584050" cy="585150"/>
          </a:xfrm>
          <a:custGeom>
            <a:avLst/>
            <a:gdLst/>
            <a:ahLst/>
            <a:cxnLst/>
            <a:rect l="l" t="t" r="r" b="b"/>
            <a:pathLst>
              <a:path w="584050" h="585150">
                <a:moveTo>
                  <a:pt x="0" y="0"/>
                </a:moveTo>
                <a:lnTo>
                  <a:pt x="584050" y="0"/>
                </a:lnTo>
                <a:lnTo>
                  <a:pt x="584050" y="585150"/>
                </a:lnTo>
                <a:lnTo>
                  <a:pt x="0" y="585150"/>
                </a:lnTo>
                <a:lnTo>
                  <a:pt x="0" y="0"/>
                </a:lnTo>
                <a:close/>
              </a:path>
            </a:pathLst>
          </a:custGeom>
          <a:blipFill>
            <a:blip r:embed="rId1">
              <a:extLst>
                <a:ext uri="{96DAC541-7B7A-43D3-8B79-37D633B846F1}">
                  <asvg:svgBlip xmlns:asvg="http://schemas.microsoft.com/office/drawing/2016/SVG/main" r:embed="rId2"/>
                </a:ext>
              </a:extLst>
            </a:blip>
            <a:stretch>
              <a:fillRect/>
            </a:stretch>
          </a:blipFill>
        </p:spPr>
      </p:sp>
      <p:sp>
        <p:nvSpPr>
          <p:cNvPr id="6" name="Freeform 6"/>
          <p:cNvSpPr/>
          <p:nvPr/>
        </p:nvSpPr>
        <p:spPr>
          <a:xfrm>
            <a:off x="3277478" y="1116326"/>
            <a:ext cx="586222" cy="586776"/>
          </a:xfrm>
          <a:custGeom>
            <a:avLst/>
            <a:gdLst/>
            <a:ahLst/>
            <a:cxnLst/>
            <a:rect l="l" t="t" r="r" b="b"/>
            <a:pathLst>
              <a:path w="586222" h="586776">
                <a:moveTo>
                  <a:pt x="0" y="0"/>
                </a:moveTo>
                <a:lnTo>
                  <a:pt x="586222" y="0"/>
                </a:lnTo>
                <a:lnTo>
                  <a:pt x="586222" y="586776"/>
                </a:lnTo>
                <a:lnTo>
                  <a:pt x="0" y="586776"/>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7" name="Freeform 7"/>
          <p:cNvSpPr/>
          <p:nvPr/>
        </p:nvSpPr>
        <p:spPr>
          <a:xfrm>
            <a:off x="3183500" y="725200"/>
            <a:ext cx="350026" cy="54000"/>
          </a:xfrm>
          <a:custGeom>
            <a:avLst/>
            <a:gdLst/>
            <a:ahLst/>
            <a:cxnLst/>
            <a:rect l="l" t="t" r="r" b="b"/>
            <a:pathLst>
              <a:path w="350026" h="54000">
                <a:moveTo>
                  <a:pt x="0" y="0"/>
                </a:moveTo>
                <a:lnTo>
                  <a:pt x="350026" y="0"/>
                </a:lnTo>
                <a:lnTo>
                  <a:pt x="350026" y="54000"/>
                </a:lnTo>
                <a:lnTo>
                  <a:pt x="0" y="54000"/>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8" name="AutoShape 8"/>
          <p:cNvSpPr/>
          <p:nvPr/>
        </p:nvSpPr>
        <p:spPr>
          <a:xfrm rot="9211909">
            <a:off x="16174614" y="508150"/>
            <a:ext cx="2261272" cy="0"/>
          </a:xfrm>
          <a:prstGeom prst="line">
            <a:avLst/>
          </a:prstGeom>
          <a:ln w="9525" cap="rnd">
            <a:solidFill>
              <a:srgbClr val="3D3D3D"/>
            </a:solidFill>
            <a:prstDash val="solid"/>
            <a:headEnd type="none" w="sm" len="sm"/>
            <a:tailEnd type="none" w="sm" len="sm"/>
          </a:ln>
        </p:spPr>
      </p:sp>
      <p:sp>
        <p:nvSpPr>
          <p:cNvPr id="9" name="Freeform 9"/>
          <p:cNvSpPr/>
          <p:nvPr/>
        </p:nvSpPr>
        <p:spPr>
          <a:xfrm>
            <a:off x="15647750" y="404750"/>
            <a:ext cx="1163600" cy="1164700"/>
          </a:xfrm>
          <a:custGeom>
            <a:avLst/>
            <a:gdLst/>
            <a:ahLst/>
            <a:cxnLst/>
            <a:rect l="l" t="t" r="r" b="b"/>
            <a:pathLst>
              <a:path w="1163600" h="1164700">
                <a:moveTo>
                  <a:pt x="0" y="0"/>
                </a:moveTo>
                <a:lnTo>
                  <a:pt x="1163600" y="0"/>
                </a:lnTo>
                <a:lnTo>
                  <a:pt x="1163600" y="1164700"/>
                </a:lnTo>
                <a:lnTo>
                  <a:pt x="0" y="1164700"/>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sp>
      <p:sp>
        <p:nvSpPr>
          <p:cNvPr id="10" name="Freeform 10"/>
          <p:cNvSpPr/>
          <p:nvPr/>
        </p:nvSpPr>
        <p:spPr>
          <a:xfrm>
            <a:off x="17397300" y="2234976"/>
            <a:ext cx="584050" cy="585150"/>
          </a:xfrm>
          <a:custGeom>
            <a:avLst/>
            <a:gdLst/>
            <a:ahLst/>
            <a:cxnLst/>
            <a:rect l="l" t="t" r="r" b="b"/>
            <a:pathLst>
              <a:path w="584050" h="585150">
                <a:moveTo>
                  <a:pt x="0" y="0"/>
                </a:moveTo>
                <a:lnTo>
                  <a:pt x="584050" y="0"/>
                </a:lnTo>
                <a:lnTo>
                  <a:pt x="584050" y="585150"/>
                </a:lnTo>
                <a:lnTo>
                  <a:pt x="0" y="585150"/>
                </a:lnTo>
                <a:lnTo>
                  <a:pt x="0" y="0"/>
                </a:lnTo>
                <a:close/>
              </a:path>
            </a:pathLst>
          </a:custGeom>
          <a:blipFill>
            <a:blip r:embed="rId1">
              <a:extLst>
                <a:ext uri="{96DAC541-7B7A-43D3-8B79-37D633B846F1}">
                  <asvg:svgBlip xmlns:asvg="http://schemas.microsoft.com/office/drawing/2016/SVG/main" r:embed="rId2"/>
                </a:ext>
              </a:extLst>
            </a:blip>
            <a:stretch>
              <a:fillRect/>
            </a:stretch>
          </a:blipFill>
        </p:spPr>
      </p:sp>
      <p:sp>
        <p:nvSpPr>
          <p:cNvPr id="11" name="Freeform 11"/>
          <p:cNvSpPr/>
          <p:nvPr/>
        </p:nvSpPr>
        <p:spPr>
          <a:xfrm>
            <a:off x="17356700" y="3163600"/>
            <a:ext cx="350026" cy="54000"/>
          </a:xfrm>
          <a:custGeom>
            <a:avLst/>
            <a:gdLst/>
            <a:ahLst/>
            <a:cxnLst/>
            <a:rect l="l" t="t" r="r" b="b"/>
            <a:pathLst>
              <a:path w="350026" h="54000">
                <a:moveTo>
                  <a:pt x="0" y="0"/>
                </a:moveTo>
                <a:lnTo>
                  <a:pt x="350026" y="0"/>
                </a:lnTo>
                <a:lnTo>
                  <a:pt x="350026" y="54000"/>
                </a:lnTo>
                <a:lnTo>
                  <a:pt x="0" y="54000"/>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12" name="TextBox 12"/>
          <p:cNvSpPr txBox="1"/>
          <p:nvPr/>
        </p:nvSpPr>
        <p:spPr>
          <a:xfrm>
            <a:off x="3228975" y="938025"/>
            <a:ext cx="11829750" cy="1723390"/>
          </a:xfrm>
          <a:prstGeom prst="rect">
            <a:avLst/>
          </a:prstGeom>
        </p:spPr>
        <p:txBody>
          <a:bodyPr lIns="0" tIns="0" rIns="0" bIns="0" rtlCol="0" anchor="t">
            <a:spAutoFit/>
          </a:bodyPr>
          <a:lstStyle/>
          <a:p>
            <a:pPr algn="ctr">
              <a:lnSpc>
                <a:spcPts val="6720"/>
              </a:lnSpc>
            </a:pPr>
            <a:r>
              <a:rPr lang="en-US" sz="5600">
                <a:solidFill>
                  <a:srgbClr val="494949"/>
                </a:solidFill>
                <a:latin typeface="Arimo Bold" panose="020B0704020202020204"/>
              </a:rPr>
              <a:t>1.2.1. Mô tả hoạt động của </a:t>
            </a:r>
            <a:endParaRPr lang="en-US" sz="5600">
              <a:solidFill>
                <a:srgbClr val="494949"/>
              </a:solidFill>
              <a:latin typeface="Arimo Bold" panose="020B0704020202020204"/>
            </a:endParaRPr>
          </a:p>
          <a:p>
            <a:pPr algn="ctr">
              <a:lnSpc>
                <a:spcPts val="6720"/>
              </a:lnSpc>
            </a:pPr>
            <a:r>
              <a:rPr lang="en-US" sz="5600">
                <a:solidFill>
                  <a:srgbClr val="494949"/>
                </a:solidFill>
                <a:latin typeface="Arimo Bold" panose="020B0704020202020204"/>
              </a:rPr>
              <a:t>cửa hàng</a:t>
            </a:r>
            <a:endParaRPr lang="en-US" sz="5600">
              <a:solidFill>
                <a:srgbClr val="494949"/>
              </a:solidFill>
              <a:latin typeface="Arimo Bold" panose="020B0704020202020204"/>
            </a:endParaRPr>
          </a:p>
        </p:txBody>
      </p:sp>
      <p:grpSp>
        <p:nvGrpSpPr>
          <p:cNvPr id="13" name="Group 13"/>
          <p:cNvGrpSpPr/>
          <p:nvPr/>
        </p:nvGrpSpPr>
        <p:grpSpPr>
          <a:xfrm>
            <a:off x="2862605" y="3174769"/>
            <a:ext cx="4864072" cy="1594844"/>
            <a:chOff x="0" y="-47625"/>
            <a:chExt cx="6485428" cy="2126458"/>
          </a:xfrm>
        </p:grpSpPr>
        <p:sp>
          <p:nvSpPr>
            <p:cNvPr id="14" name="TextBox 14"/>
            <p:cNvSpPr txBox="1"/>
            <p:nvPr/>
          </p:nvSpPr>
          <p:spPr>
            <a:xfrm>
              <a:off x="2583649" y="523257"/>
              <a:ext cx="3901779" cy="582507"/>
            </a:xfrm>
            <a:prstGeom prst="rect">
              <a:avLst/>
            </a:prstGeom>
          </p:spPr>
          <p:txBody>
            <a:bodyPr lIns="0" tIns="0" rIns="0" bIns="0" rtlCol="0" anchor="t">
              <a:spAutoFit/>
            </a:bodyPr>
            <a:lstStyle/>
            <a:p>
              <a:pPr algn="l">
                <a:lnSpc>
                  <a:spcPts val="3410"/>
                </a:lnSpc>
              </a:pPr>
              <a:r>
                <a:rPr lang="en-US" sz="2840">
                  <a:solidFill>
                    <a:srgbClr val="000000"/>
                  </a:solidFill>
                  <a:latin typeface="+mj-lt"/>
                  <a:cs typeface="+mj-lt"/>
                </a:rPr>
                <a:t>Quản lý bàn</a:t>
              </a:r>
              <a:endParaRPr lang="en-US" sz="2840">
                <a:solidFill>
                  <a:srgbClr val="000000"/>
                </a:solidFill>
                <a:latin typeface="+mj-lt"/>
                <a:cs typeface="+mj-lt"/>
              </a:endParaRPr>
            </a:p>
          </p:txBody>
        </p:sp>
        <p:sp>
          <p:nvSpPr>
            <p:cNvPr id="15" name="TextBox 15"/>
            <p:cNvSpPr txBox="1"/>
            <p:nvPr/>
          </p:nvSpPr>
          <p:spPr>
            <a:xfrm>
              <a:off x="0" y="-47625"/>
              <a:ext cx="2290363" cy="2126458"/>
            </a:xfrm>
            <a:prstGeom prst="rect">
              <a:avLst/>
            </a:prstGeom>
          </p:spPr>
          <p:txBody>
            <a:bodyPr lIns="0" tIns="0" rIns="0" bIns="0" rtlCol="0" anchor="t">
              <a:spAutoFit/>
            </a:bodyPr>
            <a:lstStyle/>
            <a:p>
              <a:pPr algn="ctr">
                <a:lnSpc>
                  <a:spcPts val="13640"/>
                </a:lnSpc>
              </a:pPr>
              <a:r>
                <a:rPr lang="en-US" sz="11365">
                  <a:solidFill>
                    <a:srgbClr val="77C6FC"/>
                  </a:solidFill>
                  <a:latin typeface="+mj-lt"/>
                  <a:cs typeface="+mj-lt"/>
                </a:rPr>
                <a:t>01</a:t>
              </a:r>
              <a:endParaRPr lang="en-US" sz="11365">
                <a:solidFill>
                  <a:srgbClr val="77C6FC"/>
                </a:solidFill>
                <a:latin typeface="+mj-lt"/>
                <a:cs typeface="+mj-lt"/>
              </a:endParaRPr>
            </a:p>
          </p:txBody>
        </p:sp>
      </p:grpSp>
      <p:grpSp>
        <p:nvGrpSpPr>
          <p:cNvPr id="16" name="Group 16"/>
          <p:cNvGrpSpPr/>
          <p:nvPr/>
        </p:nvGrpSpPr>
        <p:grpSpPr>
          <a:xfrm>
            <a:off x="2815100" y="7607141"/>
            <a:ext cx="4781259" cy="1559441"/>
            <a:chOff x="0" y="-47625"/>
            <a:chExt cx="6375013" cy="2079254"/>
          </a:xfrm>
        </p:grpSpPr>
        <p:sp>
          <p:nvSpPr>
            <p:cNvPr id="17" name="TextBox 17"/>
            <p:cNvSpPr txBox="1"/>
            <p:nvPr/>
          </p:nvSpPr>
          <p:spPr>
            <a:xfrm>
              <a:off x="2545547" y="600822"/>
              <a:ext cx="3829466" cy="1143846"/>
            </a:xfrm>
            <a:prstGeom prst="rect">
              <a:avLst/>
            </a:prstGeom>
          </p:spPr>
          <p:txBody>
            <a:bodyPr lIns="0" tIns="0" rIns="0" bIns="0" rtlCol="0" anchor="t">
              <a:spAutoFit/>
            </a:bodyPr>
            <a:lstStyle/>
            <a:p>
              <a:pPr algn="l">
                <a:lnSpc>
                  <a:spcPts val="3345"/>
                </a:lnSpc>
              </a:pPr>
              <a:r>
                <a:rPr lang="en-US" sz="2790">
                  <a:solidFill>
                    <a:srgbClr val="000000"/>
                  </a:solidFill>
                  <a:latin typeface="+mj-lt"/>
                  <a:cs typeface="+mj-lt"/>
                </a:rPr>
                <a:t>Danh mục món ăn</a:t>
              </a:r>
              <a:endParaRPr lang="en-US" sz="2790">
                <a:solidFill>
                  <a:srgbClr val="000000"/>
                </a:solidFill>
                <a:latin typeface="+mj-lt"/>
                <a:cs typeface="+mj-lt"/>
              </a:endParaRPr>
            </a:p>
          </p:txBody>
        </p:sp>
        <p:sp>
          <p:nvSpPr>
            <p:cNvPr id="18" name="TextBox 18"/>
            <p:cNvSpPr txBox="1"/>
            <p:nvPr/>
          </p:nvSpPr>
          <p:spPr>
            <a:xfrm>
              <a:off x="0" y="-47625"/>
              <a:ext cx="2247915" cy="2079254"/>
            </a:xfrm>
            <a:prstGeom prst="rect">
              <a:avLst/>
            </a:prstGeom>
          </p:spPr>
          <p:txBody>
            <a:bodyPr lIns="0" tIns="0" rIns="0" bIns="0" rtlCol="0" anchor="t">
              <a:spAutoFit/>
            </a:bodyPr>
            <a:lstStyle/>
            <a:p>
              <a:pPr algn="ctr">
                <a:lnSpc>
                  <a:spcPts val="13385"/>
                </a:lnSpc>
              </a:pPr>
              <a:r>
                <a:rPr lang="en-US" sz="11155">
                  <a:solidFill>
                    <a:srgbClr val="77C6FC"/>
                  </a:solidFill>
                  <a:latin typeface="+mj-lt"/>
                  <a:cs typeface="+mj-lt"/>
                </a:rPr>
                <a:t>03</a:t>
              </a:r>
              <a:endParaRPr lang="en-US" sz="11155">
                <a:solidFill>
                  <a:srgbClr val="77C6FC"/>
                </a:solidFill>
                <a:latin typeface="+mj-lt"/>
                <a:cs typeface="+mj-lt"/>
              </a:endParaRPr>
            </a:p>
          </p:txBody>
        </p:sp>
      </p:grpSp>
      <p:grpSp>
        <p:nvGrpSpPr>
          <p:cNvPr id="19" name="Group 19"/>
          <p:cNvGrpSpPr/>
          <p:nvPr/>
        </p:nvGrpSpPr>
        <p:grpSpPr>
          <a:xfrm>
            <a:off x="10363266" y="3162330"/>
            <a:ext cx="4440704" cy="1438906"/>
            <a:chOff x="0" y="-38100"/>
            <a:chExt cx="5920939" cy="1918541"/>
          </a:xfrm>
        </p:grpSpPr>
        <p:sp>
          <p:nvSpPr>
            <p:cNvPr id="20" name="TextBox 20"/>
            <p:cNvSpPr txBox="1"/>
            <p:nvPr/>
          </p:nvSpPr>
          <p:spPr>
            <a:xfrm>
              <a:off x="2284100" y="602697"/>
              <a:ext cx="3636839" cy="529167"/>
            </a:xfrm>
            <a:prstGeom prst="rect">
              <a:avLst/>
            </a:prstGeom>
          </p:spPr>
          <p:txBody>
            <a:bodyPr lIns="0" tIns="0" rIns="0" bIns="0" rtlCol="0" anchor="t">
              <a:spAutoFit/>
            </a:bodyPr>
            <a:lstStyle/>
            <a:p>
              <a:pPr algn="l">
                <a:lnSpc>
                  <a:spcPts val="3095"/>
                </a:lnSpc>
              </a:pPr>
              <a:r>
                <a:rPr lang="en-US" sz="2580">
                  <a:solidFill>
                    <a:srgbClr val="000000"/>
                  </a:solidFill>
                  <a:latin typeface="+mj-lt"/>
                  <a:cs typeface="+mj-lt"/>
                </a:rPr>
                <a:t>Phiếu đặt đồ ăn</a:t>
              </a:r>
              <a:endParaRPr lang="en-US" sz="2580">
                <a:solidFill>
                  <a:srgbClr val="000000"/>
                </a:solidFill>
                <a:latin typeface="+mj-lt"/>
                <a:cs typeface="+mj-lt"/>
              </a:endParaRPr>
            </a:p>
          </p:txBody>
        </p:sp>
        <p:sp>
          <p:nvSpPr>
            <p:cNvPr id="21" name="TextBox 21"/>
            <p:cNvSpPr txBox="1"/>
            <p:nvPr/>
          </p:nvSpPr>
          <p:spPr>
            <a:xfrm>
              <a:off x="0" y="-38100"/>
              <a:ext cx="2080631" cy="1918541"/>
            </a:xfrm>
            <a:prstGeom prst="rect">
              <a:avLst/>
            </a:prstGeom>
          </p:spPr>
          <p:txBody>
            <a:bodyPr lIns="0" tIns="0" rIns="0" bIns="0" rtlCol="0" anchor="t">
              <a:spAutoFit/>
            </a:bodyPr>
            <a:lstStyle/>
            <a:p>
              <a:pPr algn="ctr">
                <a:lnSpc>
                  <a:spcPts val="12390"/>
                </a:lnSpc>
              </a:pPr>
              <a:r>
                <a:rPr lang="en-US" sz="10325">
                  <a:solidFill>
                    <a:srgbClr val="77C6FC"/>
                  </a:solidFill>
                  <a:latin typeface="+mj-lt"/>
                  <a:cs typeface="+mj-lt"/>
                </a:rPr>
                <a:t>04</a:t>
              </a:r>
              <a:endParaRPr lang="en-US" sz="10325">
                <a:solidFill>
                  <a:srgbClr val="77C6FC"/>
                </a:solidFill>
                <a:latin typeface="+mj-lt"/>
                <a:cs typeface="+mj-lt"/>
              </a:endParaRPr>
            </a:p>
          </p:txBody>
        </p:sp>
      </p:grpSp>
      <p:grpSp>
        <p:nvGrpSpPr>
          <p:cNvPr id="22" name="Group 22"/>
          <p:cNvGrpSpPr/>
          <p:nvPr/>
        </p:nvGrpSpPr>
        <p:grpSpPr>
          <a:xfrm>
            <a:off x="2816860" y="5462905"/>
            <a:ext cx="4724400" cy="1666240"/>
            <a:chOff x="0" y="-38100"/>
            <a:chExt cx="5952520" cy="2222035"/>
          </a:xfrm>
        </p:grpSpPr>
        <p:sp>
          <p:nvSpPr>
            <p:cNvPr id="23" name="TextBox 23"/>
            <p:cNvSpPr txBox="1"/>
            <p:nvPr/>
          </p:nvSpPr>
          <p:spPr>
            <a:xfrm>
              <a:off x="2403478" y="547136"/>
              <a:ext cx="3549042" cy="1111017"/>
            </a:xfrm>
            <a:prstGeom prst="rect">
              <a:avLst/>
            </a:prstGeom>
          </p:spPr>
          <p:txBody>
            <a:bodyPr lIns="0" tIns="0" rIns="0" bIns="0" rtlCol="0" anchor="t">
              <a:spAutoFit/>
            </a:bodyPr>
            <a:lstStyle/>
            <a:p>
              <a:pPr algn="l">
                <a:lnSpc>
                  <a:spcPts val="3250"/>
                </a:lnSpc>
              </a:pPr>
              <a:r>
                <a:rPr lang="en-US" sz="2705">
                  <a:solidFill>
                    <a:srgbClr val="000000"/>
                  </a:solidFill>
                  <a:latin typeface="+mj-lt"/>
                  <a:cs typeface="+mj-lt"/>
                </a:rPr>
                <a:t>Quản lý khách hàng</a:t>
              </a:r>
              <a:endParaRPr lang="en-US" sz="2705">
                <a:solidFill>
                  <a:srgbClr val="000000"/>
                </a:solidFill>
                <a:latin typeface="+mj-lt"/>
                <a:cs typeface="+mj-lt"/>
              </a:endParaRPr>
            </a:p>
          </p:txBody>
        </p:sp>
        <p:sp>
          <p:nvSpPr>
            <p:cNvPr id="24" name="TextBox 24"/>
            <p:cNvSpPr txBox="1"/>
            <p:nvPr/>
          </p:nvSpPr>
          <p:spPr>
            <a:xfrm>
              <a:off x="0" y="-38100"/>
              <a:ext cx="2182244" cy="2222035"/>
            </a:xfrm>
            <a:prstGeom prst="rect">
              <a:avLst/>
            </a:prstGeom>
          </p:spPr>
          <p:txBody>
            <a:bodyPr lIns="0" tIns="0" rIns="0" bIns="0" rtlCol="0" anchor="t">
              <a:spAutoFit/>
            </a:bodyPr>
            <a:lstStyle/>
            <a:p>
              <a:pPr algn="ctr">
                <a:lnSpc>
                  <a:spcPts val="12995"/>
                </a:lnSpc>
              </a:pPr>
              <a:r>
                <a:rPr lang="en-US" sz="10830">
                  <a:solidFill>
                    <a:srgbClr val="77C6FC"/>
                  </a:solidFill>
                  <a:latin typeface="+mj-lt"/>
                  <a:cs typeface="+mj-lt"/>
                </a:rPr>
                <a:t>02</a:t>
              </a:r>
              <a:endParaRPr lang="en-US" sz="10830">
                <a:solidFill>
                  <a:srgbClr val="77C6FC"/>
                </a:solidFill>
                <a:latin typeface="+mj-lt"/>
                <a:cs typeface="+mj-lt"/>
              </a:endParaRPr>
            </a:p>
          </p:txBody>
        </p:sp>
      </p:grpSp>
      <p:grpSp>
        <p:nvGrpSpPr>
          <p:cNvPr id="25" name="Group 25"/>
          <p:cNvGrpSpPr/>
          <p:nvPr/>
        </p:nvGrpSpPr>
        <p:grpSpPr>
          <a:xfrm>
            <a:off x="10317546" y="5470145"/>
            <a:ext cx="4649764" cy="1677707"/>
            <a:chOff x="0" y="-47625"/>
            <a:chExt cx="6199685" cy="2236942"/>
          </a:xfrm>
        </p:grpSpPr>
        <p:sp>
          <p:nvSpPr>
            <p:cNvPr id="26" name="TextBox 26"/>
            <p:cNvSpPr txBox="1"/>
            <p:nvPr/>
          </p:nvSpPr>
          <p:spPr>
            <a:xfrm>
              <a:off x="0" y="-47625"/>
              <a:ext cx="2174927" cy="2236942"/>
            </a:xfrm>
            <a:prstGeom prst="rect">
              <a:avLst/>
            </a:prstGeom>
          </p:spPr>
          <p:txBody>
            <a:bodyPr lIns="0" tIns="0" rIns="0" bIns="0" rtlCol="0" anchor="t">
              <a:spAutoFit/>
            </a:bodyPr>
            <a:lstStyle/>
            <a:p>
              <a:pPr algn="ctr">
                <a:lnSpc>
                  <a:spcPts val="12950"/>
                </a:lnSpc>
              </a:pPr>
              <a:r>
                <a:rPr lang="en-US" sz="10790">
                  <a:solidFill>
                    <a:srgbClr val="77C6FC"/>
                  </a:solidFill>
                  <a:latin typeface="+mj-lt"/>
                  <a:cs typeface="+mj-lt"/>
                </a:rPr>
                <a:t>05</a:t>
              </a:r>
              <a:endParaRPr lang="en-US" sz="10790">
                <a:solidFill>
                  <a:srgbClr val="77C6FC"/>
                </a:solidFill>
                <a:latin typeface="+mj-lt"/>
                <a:cs typeface="+mj-lt"/>
              </a:endParaRPr>
            </a:p>
          </p:txBody>
        </p:sp>
        <p:sp>
          <p:nvSpPr>
            <p:cNvPr id="27" name="TextBox 27"/>
            <p:cNvSpPr txBox="1"/>
            <p:nvPr/>
          </p:nvSpPr>
          <p:spPr>
            <a:xfrm>
              <a:off x="2398023" y="533039"/>
              <a:ext cx="3801662" cy="1105746"/>
            </a:xfrm>
            <a:prstGeom prst="rect">
              <a:avLst/>
            </a:prstGeom>
          </p:spPr>
          <p:txBody>
            <a:bodyPr lIns="0" tIns="0" rIns="0" bIns="0" rtlCol="0" anchor="t">
              <a:spAutoFit/>
            </a:bodyPr>
            <a:lstStyle/>
            <a:p>
              <a:pPr algn="l">
                <a:lnSpc>
                  <a:spcPts val="3235"/>
                </a:lnSpc>
              </a:pPr>
              <a:r>
                <a:rPr lang="en-US" sz="2700">
                  <a:solidFill>
                    <a:srgbClr val="000000"/>
                  </a:solidFill>
                  <a:latin typeface="+mj-lt"/>
                  <a:cs typeface="+mj-lt"/>
                </a:rPr>
                <a:t>Hóa đơn thanh toán</a:t>
              </a:r>
              <a:endParaRPr lang="en-US" sz="2700">
                <a:solidFill>
                  <a:srgbClr val="000000"/>
                </a:solidFill>
                <a:latin typeface="+mj-lt"/>
                <a:cs typeface="+mj-lt"/>
              </a:endParaRPr>
            </a:p>
          </p:txBody>
        </p:sp>
      </p:grpSp>
      <p:grpSp>
        <p:nvGrpSpPr>
          <p:cNvPr id="31" name="Group 30"/>
          <p:cNvGrpSpPr/>
          <p:nvPr/>
        </p:nvGrpSpPr>
        <p:grpSpPr>
          <a:xfrm>
            <a:off x="10287000" y="7658100"/>
            <a:ext cx="4649470" cy="1659890"/>
            <a:chOff x="17568" y="11734"/>
            <a:chExt cx="7322" cy="2614"/>
          </a:xfrm>
        </p:grpSpPr>
        <p:sp>
          <p:nvSpPr>
            <p:cNvPr id="29" name="TextBox 26"/>
            <p:cNvSpPr txBox="1"/>
            <p:nvPr/>
          </p:nvSpPr>
          <p:spPr>
            <a:xfrm>
              <a:off x="17568" y="11734"/>
              <a:ext cx="2569" cy="2615"/>
            </a:xfrm>
            <a:prstGeom prst="rect">
              <a:avLst/>
            </a:prstGeom>
          </p:spPr>
          <p:txBody>
            <a:bodyPr lIns="0" tIns="0" rIns="0" bIns="0" rtlCol="0" anchor="t">
              <a:spAutoFit/>
            </a:bodyPr>
            <a:p>
              <a:pPr algn="ctr">
                <a:lnSpc>
                  <a:spcPts val="12950"/>
                </a:lnSpc>
              </a:pPr>
              <a:r>
                <a:rPr lang="en-US" sz="10790">
                  <a:solidFill>
                    <a:srgbClr val="77C6FC"/>
                  </a:solidFill>
                  <a:latin typeface="+mj-lt"/>
                  <a:cs typeface="+mj-lt"/>
                </a:rPr>
                <a:t>06</a:t>
              </a:r>
              <a:endParaRPr lang="en-US" sz="10790">
                <a:solidFill>
                  <a:srgbClr val="77C6FC"/>
                </a:solidFill>
                <a:latin typeface="+mj-lt"/>
                <a:cs typeface="+mj-lt"/>
              </a:endParaRPr>
            </a:p>
          </p:txBody>
        </p:sp>
        <p:sp>
          <p:nvSpPr>
            <p:cNvPr id="30" name="TextBox 27"/>
            <p:cNvSpPr txBox="1"/>
            <p:nvPr/>
          </p:nvSpPr>
          <p:spPr>
            <a:xfrm>
              <a:off x="20400" y="12420"/>
              <a:ext cx="4490" cy="653"/>
            </a:xfrm>
            <a:prstGeom prst="rect">
              <a:avLst/>
            </a:prstGeom>
          </p:spPr>
          <p:txBody>
            <a:bodyPr lIns="0" tIns="0" rIns="0" bIns="0" rtlCol="0" anchor="t">
              <a:spAutoFit/>
            </a:bodyPr>
            <a:p>
              <a:pPr algn="l">
                <a:lnSpc>
                  <a:spcPts val="3235"/>
                </a:lnSpc>
              </a:pPr>
              <a:r>
                <a:rPr lang="en-US" sz="2700">
                  <a:solidFill>
                    <a:srgbClr val="000000"/>
                  </a:solidFill>
                  <a:latin typeface="+mj-lt"/>
                  <a:cs typeface="+mj-lt"/>
                </a:rPr>
                <a:t>Báo cáo, thống kê</a:t>
              </a:r>
              <a:endParaRPr lang="en-US" sz="2700">
                <a:solidFill>
                  <a:srgbClr val="000000"/>
                </a:solidFill>
                <a:latin typeface="+mj-lt"/>
                <a:cs typeface="+mj-lt"/>
              </a:endParaRPr>
            </a:p>
          </p:txBody>
        </p:sp>
      </p:gr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rot="2700000">
            <a:off x="15898964" y="1740250"/>
            <a:ext cx="2113471" cy="0"/>
          </a:xfrm>
          <a:prstGeom prst="line">
            <a:avLst/>
          </a:prstGeom>
          <a:ln w="9525" cap="rnd">
            <a:solidFill>
              <a:srgbClr val="3D3D3D"/>
            </a:solidFill>
            <a:prstDash val="solid"/>
            <a:headEnd type="none" w="sm" len="sm"/>
            <a:tailEnd type="none" w="sm" len="sm"/>
          </a:ln>
        </p:spPr>
      </p:sp>
      <p:sp>
        <p:nvSpPr>
          <p:cNvPr id="3" name="AutoShape 3"/>
          <p:cNvSpPr/>
          <p:nvPr/>
        </p:nvSpPr>
        <p:spPr>
          <a:xfrm rot="1168354">
            <a:off x="1081262" y="987076"/>
            <a:ext cx="2593177" cy="0"/>
          </a:xfrm>
          <a:prstGeom prst="line">
            <a:avLst/>
          </a:prstGeom>
          <a:ln w="9525" cap="rnd">
            <a:solidFill>
              <a:srgbClr val="3D3D3D"/>
            </a:solidFill>
            <a:prstDash val="solid"/>
            <a:headEnd type="none" w="sm" len="sm"/>
            <a:tailEnd type="none" w="sm" len="sm"/>
          </a:ln>
        </p:spPr>
      </p:sp>
      <p:sp>
        <p:nvSpPr>
          <p:cNvPr id="4" name="AutoShape 4"/>
          <p:cNvSpPr/>
          <p:nvPr/>
        </p:nvSpPr>
        <p:spPr>
          <a:xfrm rot="7903957">
            <a:off x="-306937" y="1202676"/>
            <a:ext cx="1779074" cy="0"/>
          </a:xfrm>
          <a:prstGeom prst="line">
            <a:avLst/>
          </a:prstGeom>
          <a:ln w="9525" cap="rnd">
            <a:solidFill>
              <a:srgbClr val="3D3D3D"/>
            </a:solidFill>
            <a:prstDash val="solid"/>
            <a:headEnd type="none" w="sm" len="sm"/>
            <a:tailEnd type="none" w="sm" len="sm"/>
          </a:ln>
        </p:spPr>
      </p:sp>
      <p:sp>
        <p:nvSpPr>
          <p:cNvPr id="5" name="Freeform 5"/>
          <p:cNvSpPr/>
          <p:nvPr/>
        </p:nvSpPr>
        <p:spPr>
          <a:xfrm>
            <a:off x="847500" y="250726"/>
            <a:ext cx="584050" cy="585150"/>
          </a:xfrm>
          <a:custGeom>
            <a:avLst/>
            <a:gdLst/>
            <a:ahLst/>
            <a:cxnLst/>
            <a:rect l="l" t="t" r="r" b="b"/>
            <a:pathLst>
              <a:path w="584050" h="585150">
                <a:moveTo>
                  <a:pt x="0" y="0"/>
                </a:moveTo>
                <a:lnTo>
                  <a:pt x="584050" y="0"/>
                </a:lnTo>
                <a:lnTo>
                  <a:pt x="584050" y="585150"/>
                </a:lnTo>
                <a:lnTo>
                  <a:pt x="0" y="585150"/>
                </a:lnTo>
                <a:lnTo>
                  <a:pt x="0" y="0"/>
                </a:lnTo>
                <a:close/>
              </a:path>
            </a:pathLst>
          </a:custGeom>
          <a:blipFill>
            <a:blip r:embed="rId1">
              <a:extLst>
                <a:ext uri="{96DAC541-7B7A-43D3-8B79-37D633B846F1}">
                  <asvg:svgBlip xmlns:asvg="http://schemas.microsoft.com/office/drawing/2016/SVG/main" r:embed="rId2"/>
                </a:ext>
              </a:extLst>
            </a:blip>
            <a:stretch>
              <a:fillRect/>
            </a:stretch>
          </a:blipFill>
        </p:spPr>
      </p:sp>
      <p:sp>
        <p:nvSpPr>
          <p:cNvPr id="6" name="Freeform 6"/>
          <p:cNvSpPr/>
          <p:nvPr/>
        </p:nvSpPr>
        <p:spPr>
          <a:xfrm>
            <a:off x="3277478" y="1116326"/>
            <a:ext cx="586222" cy="586776"/>
          </a:xfrm>
          <a:custGeom>
            <a:avLst/>
            <a:gdLst/>
            <a:ahLst/>
            <a:cxnLst/>
            <a:rect l="l" t="t" r="r" b="b"/>
            <a:pathLst>
              <a:path w="586222" h="586776">
                <a:moveTo>
                  <a:pt x="0" y="0"/>
                </a:moveTo>
                <a:lnTo>
                  <a:pt x="586222" y="0"/>
                </a:lnTo>
                <a:lnTo>
                  <a:pt x="586222" y="586776"/>
                </a:lnTo>
                <a:lnTo>
                  <a:pt x="0" y="586776"/>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7" name="Freeform 7"/>
          <p:cNvSpPr/>
          <p:nvPr/>
        </p:nvSpPr>
        <p:spPr>
          <a:xfrm>
            <a:off x="3183500" y="725200"/>
            <a:ext cx="350026" cy="54000"/>
          </a:xfrm>
          <a:custGeom>
            <a:avLst/>
            <a:gdLst/>
            <a:ahLst/>
            <a:cxnLst/>
            <a:rect l="l" t="t" r="r" b="b"/>
            <a:pathLst>
              <a:path w="350026" h="54000">
                <a:moveTo>
                  <a:pt x="0" y="0"/>
                </a:moveTo>
                <a:lnTo>
                  <a:pt x="350026" y="0"/>
                </a:lnTo>
                <a:lnTo>
                  <a:pt x="350026" y="54000"/>
                </a:lnTo>
                <a:lnTo>
                  <a:pt x="0" y="54000"/>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8" name="AutoShape 8"/>
          <p:cNvSpPr/>
          <p:nvPr/>
        </p:nvSpPr>
        <p:spPr>
          <a:xfrm rot="9211909">
            <a:off x="16174614" y="508150"/>
            <a:ext cx="2261272" cy="0"/>
          </a:xfrm>
          <a:prstGeom prst="line">
            <a:avLst/>
          </a:prstGeom>
          <a:ln w="9525" cap="rnd">
            <a:solidFill>
              <a:srgbClr val="3D3D3D"/>
            </a:solidFill>
            <a:prstDash val="solid"/>
            <a:headEnd type="none" w="sm" len="sm"/>
            <a:tailEnd type="none" w="sm" len="sm"/>
          </a:ln>
        </p:spPr>
      </p:sp>
      <p:sp>
        <p:nvSpPr>
          <p:cNvPr id="9" name="Freeform 9"/>
          <p:cNvSpPr/>
          <p:nvPr/>
        </p:nvSpPr>
        <p:spPr>
          <a:xfrm>
            <a:off x="15647750" y="404750"/>
            <a:ext cx="1163600" cy="1164700"/>
          </a:xfrm>
          <a:custGeom>
            <a:avLst/>
            <a:gdLst/>
            <a:ahLst/>
            <a:cxnLst/>
            <a:rect l="l" t="t" r="r" b="b"/>
            <a:pathLst>
              <a:path w="1163600" h="1164700">
                <a:moveTo>
                  <a:pt x="0" y="0"/>
                </a:moveTo>
                <a:lnTo>
                  <a:pt x="1163600" y="0"/>
                </a:lnTo>
                <a:lnTo>
                  <a:pt x="1163600" y="1164700"/>
                </a:lnTo>
                <a:lnTo>
                  <a:pt x="0" y="1164700"/>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sp>
      <p:sp>
        <p:nvSpPr>
          <p:cNvPr id="10" name="Freeform 10"/>
          <p:cNvSpPr/>
          <p:nvPr/>
        </p:nvSpPr>
        <p:spPr>
          <a:xfrm>
            <a:off x="17397300" y="2234976"/>
            <a:ext cx="584050" cy="585150"/>
          </a:xfrm>
          <a:custGeom>
            <a:avLst/>
            <a:gdLst/>
            <a:ahLst/>
            <a:cxnLst/>
            <a:rect l="l" t="t" r="r" b="b"/>
            <a:pathLst>
              <a:path w="584050" h="585150">
                <a:moveTo>
                  <a:pt x="0" y="0"/>
                </a:moveTo>
                <a:lnTo>
                  <a:pt x="584050" y="0"/>
                </a:lnTo>
                <a:lnTo>
                  <a:pt x="584050" y="585150"/>
                </a:lnTo>
                <a:lnTo>
                  <a:pt x="0" y="585150"/>
                </a:lnTo>
                <a:lnTo>
                  <a:pt x="0" y="0"/>
                </a:lnTo>
                <a:close/>
              </a:path>
            </a:pathLst>
          </a:custGeom>
          <a:blipFill>
            <a:blip r:embed="rId1">
              <a:extLst>
                <a:ext uri="{96DAC541-7B7A-43D3-8B79-37D633B846F1}">
                  <asvg:svgBlip xmlns:asvg="http://schemas.microsoft.com/office/drawing/2016/SVG/main" r:embed="rId2"/>
                </a:ext>
              </a:extLst>
            </a:blip>
            <a:stretch>
              <a:fillRect/>
            </a:stretch>
          </a:blipFill>
        </p:spPr>
      </p:sp>
      <p:sp>
        <p:nvSpPr>
          <p:cNvPr id="11" name="Freeform 11"/>
          <p:cNvSpPr/>
          <p:nvPr/>
        </p:nvSpPr>
        <p:spPr>
          <a:xfrm>
            <a:off x="17356700" y="3163600"/>
            <a:ext cx="350026" cy="54000"/>
          </a:xfrm>
          <a:custGeom>
            <a:avLst/>
            <a:gdLst/>
            <a:ahLst/>
            <a:cxnLst/>
            <a:rect l="l" t="t" r="r" b="b"/>
            <a:pathLst>
              <a:path w="350026" h="54000">
                <a:moveTo>
                  <a:pt x="0" y="0"/>
                </a:moveTo>
                <a:lnTo>
                  <a:pt x="350026" y="0"/>
                </a:lnTo>
                <a:lnTo>
                  <a:pt x="350026" y="54000"/>
                </a:lnTo>
                <a:lnTo>
                  <a:pt x="0" y="54000"/>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grpSp>
        <p:nvGrpSpPr>
          <p:cNvPr id="12" name="Group 12"/>
          <p:cNvGrpSpPr/>
          <p:nvPr/>
        </p:nvGrpSpPr>
        <p:grpSpPr>
          <a:xfrm>
            <a:off x="2004099" y="3317490"/>
            <a:ext cx="2359025" cy="3517900"/>
            <a:chOff x="0" y="-48261"/>
            <a:chExt cx="3145367" cy="4690534"/>
          </a:xfrm>
        </p:grpSpPr>
        <p:grpSp>
          <p:nvGrpSpPr>
            <p:cNvPr id="13" name="Group 13"/>
            <p:cNvGrpSpPr/>
            <p:nvPr/>
          </p:nvGrpSpPr>
          <p:grpSpPr>
            <a:xfrm>
              <a:off x="0" y="-48261"/>
              <a:ext cx="3145367" cy="4690534"/>
              <a:chOff x="0" y="-9533"/>
              <a:chExt cx="621307" cy="926525"/>
            </a:xfrm>
          </p:grpSpPr>
          <p:sp>
            <p:nvSpPr>
              <p:cNvPr id="14" name="Freeform 14"/>
              <p:cNvSpPr/>
              <p:nvPr/>
            </p:nvSpPr>
            <p:spPr>
              <a:xfrm>
                <a:off x="0" y="0"/>
                <a:ext cx="621307" cy="916992"/>
              </a:xfrm>
              <a:custGeom>
                <a:avLst/>
                <a:gdLst/>
                <a:ahLst/>
                <a:cxnLst/>
                <a:rect l="l" t="t" r="r" b="b"/>
                <a:pathLst>
                  <a:path w="621248" h="1541372">
                    <a:moveTo>
                      <a:pt x="167389" y="0"/>
                    </a:moveTo>
                    <a:lnTo>
                      <a:pt x="453859" y="0"/>
                    </a:lnTo>
                    <a:cubicBezTo>
                      <a:pt x="498253" y="0"/>
                      <a:pt x="540829" y="17636"/>
                      <a:pt x="572221" y="49027"/>
                    </a:cubicBezTo>
                    <a:cubicBezTo>
                      <a:pt x="603612" y="80419"/>
                      <a:pt x="621248" y="122995"/>
                      <a:pt x="621248" y="167389"/>
                    </a:cubicBezTo>
                    <a:lnTo>
                      <a:pt x="621248" y="1373983"/>
                    </a:lnTo>
                    <a:cubicBezTo>
                      <a:pt x="621248" y="1466429"/>
                      <a:pt x="546305" y="1541372"/>
                      <a:pt x="453859" y="1541372"/>
                    </a:cubicBezTo>
                    <a:lnTo>
                      <a:pt x="167389" y="1541372"/>
                    </a:lnTo>
                    <a:cubicBezTo>
                      <a:pt x="122995" y="1541372"/>
                      <a:pt x="80419" y="1523737"/>
                      <a:pt x="49027" y="1492345"/>
                    </a:cubicBezTo>
                    <a:cubicBezTo>
                      <a:pt x="17636" y="1460953"/>
                      <a:pt x="0" y="1418377"/>
                      <a:pt x="0" y="1373983"/>
                    </a:cubicBezTo>
                    <a:lnTo>
                      <a:pt x="0" y="167389"/>
                    </a:lnTo>
                    <a:cubicBezTo>
                      <a:pt x="0" y="122995"/>
                      <a:pt x="17636" y="80419"/>
                      <a:pt x="49027" y="49027"/>
                    </a:cubicBezTo>
                    <a:cubicBezTo>
                      <a:pt x="80419" y="17636"/>
                      <a:pt x="122995" y="0"/>
                      <a:pt x="167389" y="0"/>
                    </a:cubicBezTo>
                    <a:close/>
                  </a:path>
                </a:pathLst>
              </a:custGeom>
              <a:solidFill>
                <a:srgbClr val="477797"/>
              </a:solidFill>
            </p:spPr>
          </p:sp>
          <p:sp>
            <p:nvSpPr>
              <p:cNvPr id="15" name="TextBox 15"/>
              <p:cNvSpPr txBox="1"/>
              <p:nvPr/>
            </p:nvSpPr>
            <p:spPr>
              <a:xfrm>
                <a:off x="0" y="-9533"/>
                <a:ext cx="621307" cy="857788"/>
              </a:xfrm>
              <a:prstGeom prst="rect">
                <a:avLst/>
              </a:prstGeom>
            </p:spPr>
            <p:txBody>
              <a:bodyPr lIns="50800" tIns="50800" rIns="50800" bIns="50800" rtlCol="0" anchor="ctr"/>
              <a:lstStyle/>
              <a:p>
                <a:pPr algn="ctr">
                  <a:lnSpc>
                    <a:spcPts val="2880"/>
                  </a:lnSpc>
                </a:pPr>
              </a:p>
            </p:txBody>
          </p:sp>
        </p:grpSp>
        <p:sp>
          <p:nvSpPr>
            <p:cNvPr id="16" name="TextBox 16"/>
            <p:cNvSpPr txBox="1"/>
            <p:nvPr/>
          </p:nvSpPr>
          <p:spPr>
            <a:xfrm>
              <a:off x="579120" y="964352"/>
              <a:ext cx="2035387" cy="2795693"/>
            </a:xfrm>
            <a:prstGeom prst="rect">
              <a:avLst/>
            </a:prstGeom>
          </p:spPr>
          <p:txBody>
            <a:bodyPr wrap="square" lIns="0" tIns="0" rIns="0" bIns="0" rtlCol="0" anchor="t">
              <a:spAutoFit/>
            </a:bodyPr>
            <a:lstStyle/>
            <a:p>
              <a:pPr algn="ctr">
                <a:lnSpc>
                  <a:spcPts val="5450"/>
                </a:lnSpc>
              </a:pPr>
              <a:r>
                <a:rPr lang="en-US" sz="4540" b="1">
                  <a:solidFill>
                    <a:srgbClr val="FFFFFF"/>
                  </a:solidFill>
                  <a:latin typeface="+mj-lt"/>
                  <a:cs typeface="+mj-lt"/>
                </a:rPr>
                <a:t>QUẢN LÝ BÀN</a:t>
              </a:r>
              <a:endParaRPr lang="en-US" sz="4540" b="1">
                <a:solidFill>
                  <a:srgbClr val="FFFFFF"/>
                </a:solidFill>
                <a:latin typeface="+mj-lt"/>
                <a:cs typeface="+mj-lt"/>
              </a:endParaRPr>
            </a:p>
          </p:txBody>
        </p:sp>
      </p:grpSp>
      <p:sp>
        <p:nvSpPr>
          <p:cNvPr id="17" name="TextBox 17"/>
          <p:cNvSpPr txBox="1"/>
          <p:nvPr/>
        </p:nvSpPr>
        <p:spPr>
          <a:xfrm>
            <a:off x="5100361" y="3160450"/>
            <a:ext cx="10875792" cy="4272915"/>
          </a:xfrm>
          <a:prstGeom prst="rect">
            <a:avLst/>
          </a:prstGeom>
        </p:spPr>
        <p:txBody>
          <a:bodyPr lIns="0" tIns="0" rIns="0" bIns="0" rtlCol="0" anchor="t">
            <a:spAutoFit/>
          </a:bodyPr>
          <a:lstStyle/>
          <a:p>
            <a:pPr marL="824230" lvl="1" indent="-457200" algn="just">
              <a:lnSpc>
                <a:spcPts val="4760"/>
              </a:lnSpc>
              <a:buFont typeface="Arial" panose="020B0604020202020204" pitchFamily="34" charset="0"/>
              <a:buChar char="•"/>
            </a:pPr>
            <a:r>
              <a:rPr lang="en-US" sz="3400">
                <a:solidFill>
                  <a:srgbClr val="000000"/>
                </a:solidFill>
                <a:latin typeface="Faustina" panose="00000500000000000000"/>
              </a:rPr>
              <a:t>Chức năng quản lý bàn cho phép nhân viên nhà hàng theo dõi, điều chỉnh và tối ưu hóa việc sử dụng các bàn ăn trong nhà hàng. </a:t>
            </a:r>
            <a:endParaRPr lang="en-US" sz="3400">
              <a:solidFill>
                <a:srgbClr val="000000"/>
              </a:solidFill>
              <a:latin typeface="Faustina" panose="00000500000000000000"/>
            </a:endParaRPr>
          </a:p>
          <a:p>
            <a:pPr marL="824230" lvl="1" indent="-457200" algn="just">
              <a:lnSpc>
                <a:spcPts val="4760"/>
              </a:lnSpc>
              <a:buFont typeface="Arial" panose="020B0604020202020204" pitchFamily="34" charset="0"/>
              <a:buChar char="•"/>
            </a:pPr>
            <a:r>
              <a:rPr lang="en-US" sz="3400">
                <a:solidFill>
                  <a:srgbClr val="000000"/>
                </a:solidFill>
                <a:latin typeface="Faustina" panose="00000500000000000000"/>
              </a:rPr>
              <a:t>Điều này giúp đảm bảo rằng không gian được sử dụng hiệu quả và khách hàng có trải nghiệm tốt nhất. </a:t>
            </a:r>
            <a:endParaRPr lang="en-US" sz="3400">
              <a:solidFill>
                <a:srgbClr val="000000"/>
              </a:solidFill>
              <a:latin typeface="Faustina" panose="00000500000000000000"/>
            </a:endParaRPr>
          </a:p>
          <a:p>
            <a:pPr marL="824230" lvl="1" indent="-457200" algn="just">
              <a:lnSpc>
                <a:spcPts val="4760"/>
              </a:lnSpc>
              <a:buFont typeface="Arial" panose="020B0604020202020204" pitchFamily="34" charset="0"/>
              <a:buChar char="•"/>
            </a:pPr>
            <a:r>
              <a:rPr lang="en-US" sz="3400">
                <a:solidFill>
                  <a:srgbClr val="000000"/>
                </a:solidFill>
                <a:latin typeface="Faustina" panose="00000500000000000000"/>
              </a:rPr>
              <a:t>Thông tin quản lý bàn bao gồm: mã bàn, số bàn, ngày đặt, tên khách hàng, số điện thoại, ngày đặt.</a:t>
            </a:r>
            <a:endParaRPr lang="en-US" sz="3400">
              <a:solidFill>
                <a:srgbClr val="000000"/>
              </a:solidFill>
              <a:latin typeface="Faustina" panose="0000050000000000000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rot="5386959">
            <a:off x="14329607" y="7830000"/>
            <a:ext cx="5021886" cy="0"/>
          </a:xfrm>
          <a:prstGeom prst="line">
            <a:avLst/>
          </a:prstGeom>
          <a:ln w="9525" cap="rnd">
            <a:solidFill>
              <a:srgbClr val="3D3D3D"/>
            </a:solidFill>
            <a:prstDash val="solid"/>
            <a:headEnd type="none" w="sm" len="sm"/>
            <a:tailEnd type="none" w="sm" len="sm"/>
          </a:ln>
        </p:spPr>
      </p:sp>
      <p:sp>
        <p:nvSpPr>
          <p:cNvPr id="3" name="Freeform 3"/>
          <p:cNvSpPr/>
          <p:nvPr/>
        </p:nvSpPr>
        <p:spPr>
          <a:xfrm>
            <a:off x="16258700" y="8584350"/>
            <a:ext cx="1163600" cy="1164700"/>
          </a:xfrm>
          <a:custGeom>
            <a:avLst/>
            <a:gdLst/>
            <a:ahLst/>
            <a:cxnLst/>
            <a:rect l="l" t="t" r="r" b="b"/>
            <a:pathLst>
              <a:path w="1163600" h="1164700">
                <a:moveTo>
                  <a:pt x="0" y="0"/>
                </a:moveTo>
                <a:lnTo>
                  <a:pt x="1163600" y="0"/>
                </a:lnTo>
                <a:lnTo>
                  <a:pt x="1163600" y="1164700"/>
                </a:lnTo>
                <a:lnTo>
                  <a:pt x="0" y="1164700"/>
                </a:lnTo>
                <a:lnTo>
                  <a:pt x="0" y="0"/>
                </a:lnTo>
                <a:close/>
              </a:path>
            </a:pathLst>
          </a:custGeom>
          <a:blipFill>
            <a:blip r:embed="rId1">
              <a:extLst>
                <a:ext uri="{96DAC541-7B7A-43D3-8B79-37D633B846F1}">
                  <asvg:svgBlip xmlns:asvg="http://schemas.microsoft.com/office/drawing/2016/SVG/main" r:embed="rId2"/>
                </a:ext>
              </a:extLst>
            </a:blip>
            <a:stretch>
              <a:fillRect/>
            </a:stretch>
          </a:blipFill>
        </p:spPr>
      </p:sp>
      <p:sp>
        <p:nvSpPr>
          <p:cNvPr id="4" name="Freeform 4"/>
          <p:cNvSpPr/>
          <p:nvPr/>
        </p:nvSpPr>
        <p:spPr>
          <a:xfrm>
            <a:off x="16548476" y="7441200"/>
            <a:ext cx="584050" cy="585150"/>
          </a:xfrm>
          <a:custGeom>
            <a:avLst/>
            <a:gdLst/>
            <a:ahLst/>
            <a:cxnLst/>
            <a:rect l="l" t="t" r="r" b="b"/>
            <a:pathLst>
              <a:path w="584050" h="585150">
                <a:moveTo>
                  <a:pt x="0" y="0"/>
                </a:moveTo>
                <a:lnTo>
                  <a:pt x="584050" y="0"/>
                </a:lnTo>
                <a:lnTo>
                  <a:pt x="584050" y="585150"/>
                </a:lnTo>
                <a:lnTo>
                  <a:pt x="0" y="585150"/>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5" name="Freeform 5"/>
          <p:cNvSpPr/>
          <p:nvPr/>
        </p:nvSpPr>
        <p:spPr>
          <a:xfrm>
            <a:off x="16665526" y="6424950"/>
            <a:ext cx="350000" cy="350000"/>
          </a:xfrm>
          <a:custGeom>
            <a:avLst/>
            <a:gdLst/>
            <a:ahLst/>
            <a:cxnLst/>
            <a:rect l="l" t="t" r="r" b="b"/>
            <a:pathLst>
              <a:path w="350000" h="350000">
                <a:moveTo>
                  <a:pt x="0" y="0"/>
                </a:moveTo>
                <a:lnTo>
                  <a:pt x="350000" y="0"/>
                </a:lnTo>
                <a:lnTo>
                  <a:pt x="350000" y="350000"/>
                </a:lnTo>
                <a:lnTo>
                  <a:pt x="0" y="350000"/>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6" name="AutoShape 6"/>
          <p:cNvSpPr/>
          <p:nvPr/>
        </p:nvSpPr>
        <p:spPr>
          <a:xfrm rot="5386959">
            <a:off x="-1063493" y="2502626"/>
            <a:ext cx="5021886" cy="0"/>
          </a:xfrm>
          <a:prstGeom prst="line">
            <a:avLst/>
          </a:prstGeom>
          <a:ln w="9525" cap="rnd">
            <a:solidFill>
              <a:srgbClr val="3D3D3D"/>
            </a:solidFill>
            <a:prstDash val="solid"/>
            <a:headEnd type="none" w="sm" len="sm"/>
            <a:tailEnd type="none" w="sm" len="sm"/>
          </a:ln>
        </p:spPr>
      </p:sp>
      <p:sp>
        <p:nvSpPr>
          <p:cNvPr id="7" name="Freeform 7"/>
          <p:cNvSpPr/>
          <p:nvPr/>
        </p:nvSpPr>
        <p:spPr>
          <a:xfrm>
            <a:off x="865700" y="583576"/>
            <a:ext cx="1163600" cy="1164700"/>
          </a:xfrm>
          <a:custGeom>
            <a:avLst/>
            <a:gdLst/>
            <a:ahLst/>
            <a:cxnLst/>
            <a:rect l="l" t="t" r="r" b="b"/>
            <a:pathLst>
              <a:path w="1163600" h="1164700">
                <a:moveTo>
                  <a:pt x="0" y="0"/>
                </a:moveTo>
                <a:lnTo>
                  <a:pt x="1163600" y="0"/>
                </a:lnTo>
                <a:lnTo>
                  <a:pt x="1163600" y="1164700"/>
                </a:lnTo>
                <a:lnTo>
                  <a:pt x="0" y="1164700"/>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sp>
      <p:sp>
        <p:nvSpPr>
          <p:cNvPr id="8" name="Freeform 8"/>
          <p:cNvSpPr/>
          <p:nvPr/>
        </p:nvSpPr>
        <p:spPr>
          <a:xfrm>
            <a:off x="1155476" y="2306276"/>
            <a:ext cx="584050" cy="585150"/>
          </a:xfrm>
          <a:custGeom>
            <a:avLst/>
            <a:gdLst/>
            <a:ahLst/>
            <a:cxnLst/>
            <a:rect l="l" t="t" r="r" b="b"/>
            <a:pathLst>
              <a:path w="584050" h="585150">
                <a:moveTo>
                  <a:pt x="0" y="0"/>
                </a:moveTo>
                <a:lnTo>
                  <a:pt x="584050" y="0"/>
                </a:lnTo>
                <a:lnTo>
                  <a:pt x="584050" y="585150"/>
                </a:lnTo>
                <a:lnTo>
                  <a:pt x="0" y="585150"/>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sp>
      <p:sp>
        <p:nvSpPr>
          <p:cNvPr id="9" name="Freeform 9"/>
          <p:cNvSpPr/>
          <p:nvPr/>
        </p:nvSpPr>
        <p:spPr>
          <a:xfrm>
            <a:off x="1272476" y="3557676"/>
            <a:ext cx="350000" cy="350000"/>
          </a:xfrm>
          <a:custGeom>
            <a:avLst/>
            <a:gdLst/>
            <a:ahLst/>
            <a:cxnLst/>
            <a:rect l="l" t="t" r="r" b="b"/>
            <a:pathLst>
              <a:path w="350000" h="350000">
                <a:moveTo>
                  <a:pt x="0" y="0"/>
                </a:moveTo>
                <a:lnTo>
                  <a:pt x="350000" y="0"/>
                </a:lnTo>
                <a:lnTo>
                  <a:pt x="350000" y="350000"/>
                </a:lnTo>
                <a:lnTo>
                  <a:pt x="0" y="350000"/>
                </a:lnTo>
                <a:lnTo>
                  <a:pt x="0" y="0"/>
                </a:lnTo>
                <a:close/>
              </a:path>
            </a:pathLst>
          </a:custGeom>
          <a:blipFill>
            <a:blip r:embed="rId11">
              <a:extLst>
                <a:ext uri="{96DAC541-7B7A-43D3-8B79-37D633B846F1}">
                  <asvg:svgBlip xmlns:asvg="http://schemas.microsoft.com/office/drawing/2016/SVG/main" r:embed="rId12"/>
                </a:ext>
              </a:extLst>
            </a:blip>
            <a:stretch>
              <a:fillRect/>
            </a:stretch>
          </a:blipFill>
        </p:spPr>
      </p:sp>
      <p:sp>
        <p:nvSpPr>
          <p:cNvPr id="10" name="Freeform 10"/>
          <p:cNvSpPr/>
          <p:nvPr/>
        </p:nvSpPr>
        <p:spPr>
          <a:xfrm>
            <a:off x="865700" y="4006326"/>
            <a:ext cx="350026" cy="54000"/>
          </a:xfrm>
          <a:custGeom>
            <a:avLst/>
            <a:gdLst/>
            <a:ahLst/>
            <a:cxnLst/>
            <a:rect l="l" t="t" r="r" b="b"/>
            <a:pathLst>
              <a:path w="350026" h="54000">
                <a:moveTo>
                  <a:pt x="0" y="0"/>
                </a:moveTo>
                <a:lnTo>
                  <a:pt x="350026" y="0"/>
                </a:lnTo>
                <a:lnTo>
                  <a:pt x="350026" y="54000"/>
                </a:lnTo>
                <a:lnTo>
                  <a:pt x="0" y="54000"/>
                </a:lnTo>
                <a:lnTo>
                  <a:pt x="0" y="0"/>
                </a:lnTo>
                <a:close/>
              </a:path>
            </a:pathLst>
          </a:custGeom>
          <a:blipFill>
            <a:blip r:embed="rId13">
              <a:extLst>
                <a:ext uri="{96DAC541-7B7A-43D3-8B79-37D633B846F1}">
                  <asvg:svgBlip xmlns:asvg="http://schemas.microsoft.com/office/drawing/2016/SVG/main" r:embed="rId14"/>
                </a:ext>
              </a:extLst>
            </a:blip>
            <a:stretch>
              <a:fillRect/>
            </a:stretch>
          </a:blipFill>
        </p:spPr>
      </p:sp>
      <p:sp>
        <p:nvSpPr>
          <p:cNvPr id="11" name="Freeform 11"/>
          <p:cNvSpPr/>
          <p:nvPr/>
        </p:nvSpPr>
        <p:spPr>
          <a:xfrm>
            <a:off x="1576200" y="416976"/>
            <a:ext cx="350026" cy="54000"/>
          </a:xfrm>
          <a:custGeom>
            <a:avLst/>
            <a:gdLst/>
            <a:ahLst/>
            <a:cxnLst/>
            <a:rect l="l" t="t" r="r" b="b"/>
            <a:pathLst>
              <a:path w="350026" h="54000">
                <a:moveTo>
                  <a:pt x="0" y="0"/>
                </a:moveTo>
                <a:lnTo>
                  <a:pt x="350026" y="0"/>
                </a:lnTo>
                <a:lnTo>
                  <a:pt x="350026" y="54000"/>
                </a:lnTo>
                <a:lnTo>
                  <a:pt x="0" y="54000"/>
                </a:lnTo>
                <a:lnTo>
                  <a:pt x="0" y="0"/>
                </a:lnTo>
                <a:close/>
              </a:path>
            </a:pathLst>
          </a:custGeom>
          <a:blipFill>
            <a:blip r:embed="rId13">
              <a:extLst>
                <a:ext uri="{96DAC541-7B7A-43D3-8B79-37D633B846F1}">
                  <asvg:svgBlip xmlns:asvg="http://schemas.microsoft.com/office/drawing/2016/SVG/main" r:embed="rId14"/>
                </a:ext>
              </a:extLst>
            </a:blip>
            <a:stretch>
              <a:fillRect/>
            </a:stretch>
          </a:blipFill>
        </p:spPr>
      </p:sp>
      <p:sp>
        <p:nvSpPr>
          <p:cNvPr id="12" name="Freeform 12"/>
          <p:cNvSpPr/>
          <p:nvPr/>
        </p:nvSpPr>
        <p:spPr>
          <a:xfrm>
            <a:off x="16258700" y="9977450"/>
            <a:ext cx="350026" cy="54000"/>
          </a:xfrm>
          <a:custGeom>
            <a:avLst/>
            <a:gdLst/>
            <a:ahLst/>
            <a:cxnLst/>
            <a:rect l="l" t="t" r="r" b="b"/>
            <a:pathLst>
              <a:path w="350026" h="54000">
                <a:moveTo>
                  <a:pt x="0" y="0"/>
                </a:moveTo>
                <a:lnTo>
                  <a:pt x="350026" y="0"/>
                </a:lnTo>
                <a:lnTo>
                  <a:pt x="350026" y="54000"/>
                </a:lnTo>
                <a:lnTo>
                  <a:pt x="0" y="54000"/>
                </a:lnTo>
                <a:lnTo>
                  <a:pt x="0" y="0"/>
                </a:lnTo>
                <a:close/>
              </a:path>
            </a:pathLst>
          </a:custGeom>
          <a:blipFill>
            <a:blip r:embed="rId13">
              <a:extLst>
                <a:ext uri="{96DAC541-7B7A-43D3-8B79-37D633B846F1}">
                  <asvg:svgBlip xmlns:asvg="http://schemas.microsoft.com/office/drawing/2016/SVG/main" r:embed="rId14"/>
                </a:ext>
              </a:extLst>
            </a:blip>
            <a:stretch>
              <a:fillRect/>
            </a:stretch>
          </a:blipFill>
        </p:spPr>
      </p:sp>
      <p:sp>
        <p:nvSpPr>
          <p:cNvPr id="13" name="Freeform 13"/>
          <p:cNvSpPr/>
          <p:nvPr/>
        </p:nvSpPr>
        <p:spPr>
          <a:xfrm>
            <a:off x="16995100" y="6858850"/>
            <a:ext cx="350026" cy="54000"/>
          </a:xfrm>
          <a:custGeom>
            <a:avLst/>
            <a:gdLst/>
            <a:ahLst/>
            <a:cxnLst/>
            <a:rect l="l" t="t" r="r" b="b"/>
            <a:pathLst>
              <a:path w="350026" h="54000">
                <a:moveTo>
                  <a:pt x="0" y="0"/>
                </a:moveTo>
                <a:lnTo>
                  <a:pt x="350026" y="0"/>
                </a:lnTo>
                <a:lnTo>
                  <a:pt x="350026" y="54000"/>
                </a:lnTo>
                <a:lnTo>
                  <a:pt x="0" y="54000"/>
                </a:lnTo>
                <a:lnTo>
                  <a:pt x="0" y="0"/>
                </a:lnTo>
                <a:close/>
              </a:path>
            </a:pathLst>
          </a:custGeom>
          <a:blipFill>
            <a:blip r:embed="rId13">
              <a:extLst>
                <a:ext uri="{96DAC541-7B7A-43D3-8B79-37D633B846F1}">
                  <asvg:svgBlip xmlns:asvg="http://schemas.microsoft.com/office/drawing/2016/SVG/main" r:embed="rId14"/>
                </a:ext>
              </a:extLst>
            </a:blip>
            <a:stretch>
              <a:fillRect/>
            </a:stretch>
          </a:blipFill>
        </p:spPr>
      </p:sp>
      <p:sp>
        <p:nvSpPr>
          <p:cNvPr id="14" name="AutoShape 14"/>
          <p:cNvSpPr/>
          <p:nvPr/>
        </p:nvSpPr>
        <p:spPr>
          <a:xfrm rot="5384913">
            <a:off x="14644004" y="2160900"/>
            <a:ext cx="4340892" cy="0"/>
          </a:xfrm>
          <a:prstGeom prst="line">
            <a:avLst/>
          </a:prstGeom>
          <a:ln w="9525" cap="rnd">
            <a:solidFill>
              <a:srgbClr val="3D3D3D"/>
            </a:solidFill>
            <a:prstDash val="solid"/>
            <a:headEnd type="none" w="sm" len="sm"/>
            <a:tailEnd type="none" w="sm" len="sm"/>
          </a:ln>
        </p:spPr>
      </p:sp>
      <p:sp>
        <p:nvSpPr>
          <p:cNvPr id="15" name="AutoShape 15"/>
          <p:cNvSpPr/>
          <p:nvPr/>
        </p:nvSpPr>
        <p:spPr>
          <a:xfrm rot="5384913">
            <a:off x="-734396" y="8132168"/>
            <a:ext cx="4340892" cy="0"/>
          </a:xfrm>
          <a:prstGeom prst="line">
            <a:avLst/>
          </a:prstGeom>
          <a:ln w="9525" cap="rnd">
            <a:solidFill>
              <a:srgbClr val="3D3D3D"/>
            </a:solidFill>
            <a:prstDash val="solid"/>
            <a:headEnd type="none" w="sm" len="sm"/>
            <a:tailEnd type="none" w="sm" len="sm"/>
          </a:ln>
        </p:spPr>
      </p:sp>
      <p:grpSp>
        <p:nvGrpSpPr>
          <p:cNvPr id="16" name="Group 16"/>
          <p:cNvGrpSpPr/>
          <p:nvPr/>
        </p:nvGrpSpPr>
        <p:grpSpPr>
          <a:xfrm>
            <a:off x="1334125" y="9166251"/>
            <a:ext cx="203850" cy="203850"/>
            <a:chOff x="0" y="0"/>
            <a:chExt cx="271800" cy="271800"/>
          </a:xfrm>
        </p:grpSpPr>
        <p:sp>
          <p:nvSpPr>
            <p:cNvPr id="17" name="Freeform 17"/>
            <p:cNvSpPr/>
            <p:nvPr/>
          </p:nvSpPr>
          <p:spPr>
            <a:xfrm>
              <a:off x="12700" y="12700"/>
              <a:ext cx="246380" cy="246380"/>
            </a:xfrm>
            <a:custGeom>
              <a:avLst/>
              <a:gdLst/>
              <a:ahLst/>
              <a:cxnLst/>
              <a:rect l="l" t="t" r="r" b="b"/>
              <a:pathLst>
                <a:path w="246380" h="246380">
                  <a:moveTo>
                    <a:pt x="0" y="123190"/>
                  </a:moveTo>
                  <a:cubicBezTo>
                    <a:pt x="0" y="55118"/>
                    <a:pt x="55118" y="0"/>
                    <a:pt x="123190" y="0"/>
                  </a:cubicBezTo>
                  <a:cubicBezTo>
                    <a:pt x="191262" y="0"/>
                    <a:pt x="246380" y="55118"/>
                    <a:pt x="246380" y="123190"/>
                  </a:cubicBezTo>
                  <a:cubicBezTo>
                    <a:pt x="246380" y="191262"/>
                    <a:pt x="191262" y="246380"/>
                    <a:pt x="123190" y="246380"/>
                  </a:cubicBezTo>
                  <a:cubicBezTo>
                    <a:pt x="55118" y="246380"/>
                    <a:pt x="0" y="191262"/>
                    <a:pt x="0" y="123190"/>
                  </a:cubicBezTo>
                  <a:close/>
                </a:path>
              </a:pathLst>
            </a:custGeom>
            <a:solidFill>
              <a:srgbClr val="3D3D3D"/>
            </a:solidFill>
          </p:spPr>
        </p:sp>
        <p:sp>
          <p:nvSpPr>
            <p:cNvPr id="18" name="Freeform 18"/>
            <p:cNvSpPr/>
            <p:nvPr/>
          </p:nvSpPr>
          <p:spPr>
            <a:xfrm>
              <a:off x="0" y="0"/>
              <a:ext cx="271780" cy="271780"/>
            </a:xfrm>
            <a:custGeom>
              <a:avLst/>
              <a:gdLst/>
              <a:ahLst/>
              <a:cxnLst/>
              <a:rect l="l" t="t" r="r" b="b"/>
              <a:pathLst>
                <a:path w="271780" h="271780">
                  <a:moveTo>
                    <a:pt x="0" y="135890"/>
                  </a:moveTo>
                  <a:cubicBezTo>
                    <a:pt x="0" y="60833"/>
                    <a:pt x="60833" y="0"/>
                    <a:pt x="135890" y="0"/>
                  </a:cubicBezTo>
                  <a:lnTo>
                    <a:pt x="135890" y="12700"/>
                  </a:lnTo>
                  <a:lnTo>
                    <a:pt x="135890" y="0"/>
                  </a:lnTo>
                  <a:cubicBezTo>
                    <a:pt x="210947" y="0"/>
                    <a:pt x="271780" y="60833"/>
                    <a:pt x="271780" y="135890"/>
                  </a:cubicBezTo>
                  <a:lnTo>
                    <a:pt x="259080" y="135890"/>
                  </a:lnTo>
                  <a:lnTo>
                    <a:pt x="271780" y="135890"/>
                  </a:lnTo>
                  <a:cubicBezTo>
                    <a:pt x="271780" y="210947"/>
                    <a:pt x="210947" y="271780"/>
                    <a:pt x="135890" y="271780"/>
                  </a:cubicBezTo>
                  <a:lnTo>
                    <a:pt x="135890" y="259080"/>
                  </a:lnTo>
                  <a:lnTo>
                    <a:pt x="135890" y="271780"/>
                  </a:lnTo>
                  <a:cubicBezTo>
                    <a:pt x="60833" y="271780"/>
                    <a:pt x="0" y="210947"/>
                    <a:pt x="0" y="135890"/>
                  </a:cubicBezTo>
                  <a:lnTo>
                    <a:pt x="12700" y="135890"/>
                  </a:lnTo>
                  <a:lnTo>
                    <a:pt x="25400" y="135890"/>
                  </a:lnTo>
                  <a:lnTo>
                    <a:pt x="12700" y="135890"/>
                  </a:lnTo>
                  <a:lnTo>
                    <a:pt x="0" y="135890"/>
                  </a:lnTo>
                  <a:moveTo>
                    <a:pt x="25400" y="135890"/>
                  </a:moveTo>
                  <a:cubicBezTo>
                    <a:pt x="25400" y="142875"/>
                    <a:pt x="19685" y="148590"/>
                    <a:pt x="12700" y="148590"/>
                  </a:cubicBezTo>
                  <a:cubicBezTo>
                    <a:pt x="5715" y="148590"/>
                    <a:pt x="0" y="142875"/>
                    <a:pt x="0" y="135890"/>
                  </a:cubicBezTo>
                  <a:cubicBezTo>
                    <a:pt x="0" y="128905"/>
                    <a:pt x="5715" y="123190"/>
                    <a:pt x="12700" y="123190"/>
                  </a:cubicBezTo>
                  <a:cubicBezTo>
                    <a:pt x="19685" y="123190"/>
                    <a:pt x="25400" y="128905"/>
                    <a:pt x="25400" y="135890"/>
                  </a:cubicBezTo>
                  <a:cubicBezTo>
                    <a:pt x="25400" y="196977"/>
                    <a:pt x="74930" y="246380"/>
                    <a:pt x="135890" y="246380"/>
                  </a:cubicBezTo>
                  <a:cubicBezTo>
                    <a:pt x="196850" y="246380"/>
                    <a:pt x="246380" y="196850"/>
                    <a:pt x="246380" y="135890"/>
                  </a:cubicBezTo>
                  <a:cubicBezTo>
                    <a:pt x="246380" y="74930"/>
                    <a:pt x="196977" y="25400"/>
                    <a:pt x="135890" y="25400"/>
                  </a:cubicBezTo>
                  <a:lnTo>
                    <a:pt x="135890" y="12700"/>
                  </a:lnTo>
                  <a:lnTo>
                    <a:pt x="135890" y="25400"/>
                  </a:lnTo>
                  <a:cubicBezTo>
                    <a:pt x="74930" y="25400"/>
                    <a:pt x="25400" y="74930"/>
                    <a:pt x="25400" y="135890"/>
                  </a:cubicBezTo>
                  <a:close/>
                </a:path>
              </a:pathLst>
            </a:custGeom>
            <a:solidFill>
              <a:srgbClr val="3D3D3D"/>
            </a:solidFill>
          </p:spPr>
        </p:sp>
      </p:grpSp>
      <p:grpSp>
        <p:nvGrpSpPr>
          <p:cNvPr id="19" name="Group 19"/>
          <p:cNvGrpSpPr/>
          <p:nvPr/>
        </p:nvGrpSpPr>
        <p:grpSpPr>
          <a:xfrm>
            <a:off x="1334125" y="7871151"/>
            <a:ext cx="203850" cy="203850"/>
            <a:chOff x="0" y="0"/>
            <a:chExt cx="271800" cy="271800"/>
          </a:xfrm>
        </p:grpSpPr>
        <p:sp>
          <p:nvSpPr>
            <p:cNvPr id="20" name="Freeform 20"/>
            <p:cNvSpPr/>
            <p:nvPr/>
          </p:nvSpPr>
          <p:spPr>
            <a:xfrm>
              <a:off x="12700" y="12700"/>
              <a:ext cx="246380" cy="246380"/>
            </a:xfrm>
            <a:custGeom>
              <a:avLst/>
              <a:gdLst/>
              <a:ahLst/>
              <a:cxnLst/>
              <a:rect l="l" t="t" r="r" b="b"/>
              <a:pathLst>
                <a:path w="246380" h="246380">
                  <a:moveTo>
                    <a:pt x="0" y="123190"/>
                  </a:moveTo>
                  <a:cubicBezTo>
                    <a:pt x="0" y="55118"/>
                    <a:pt x="55118" y="0"/>
                    <a:pt x="123190" y="0"/>
                  </a:cubicBezTo>
                  <a:cubicBezTo>
                    <a:pt x="191262" y="0"/>
                    <a:pt x="246380" y="55118"/>
                    <a:pt x="246380" y="123190"/>
                  </a:cubicBezTo>
                  <a:cubicBezTo>
                    <a:pt x="246380" y="191262"/>
                    <a:pt x="191262" y="246380"/>
                    <a:pt x="123190" y="246380"/>
                  </a:cubicBezTo>
                  <a:cubicBezTo>
                    <a:pt x="55118" y="246380"/>
                    <a:pt x="0" y="191262"/>
                    <a:pt x="0" y="123190"/>
                  </a:cubicBezTo>
                  <a:close/>
                </a:path>
              </a:pathLst>
            </a:custGeom>
            <a:solidFill>
              <a:srgbClr val="3D3D3D"/>
            </a:solidFill>
          </p:spPr>
        </p:sp>
        <p:sp>
          <p:nvSpPr>
            <p:cNvPr id="21" name="Freeform 21"/>
            <p:cNvSpPr/>
            <p:nvPr/>
          </p:nvSpPr>
          <p:spPr>
            <a:xfrm>
              <a:off x="0" y="0"/>
              <a:ext cx="271780" cy="271780"/>
            </a:xfrm>
            <a:custGeom>
              <a:avLst/>
              <a:gdLst/>
              <a:ahLst/>
              <a:cxnLst/>
              <a:rect l="l" t="t" r="r" b="b"/>
              <a:pathLst>
                <a:path w="271780" h="271780">
                  <a:moveTo>
                    <a:pt x="0" y="135890"/>
                  </a:moveTo>
                  <a:cubicBezTo>
                    <a:pt x="0" y="60833"/>
                    <a:pt x="60833" y="0"/>
                    <a:pt x="135890" y="0"/>
                  </a:cubicBezTo>
                  <a:lnTo>
                    <a:pt x="135890" y="12700"/>
                  </a:lnTo>
                  <a:lnTo>
                    <a:pt x="135890" y="0"/>
                  </a:lnTo>
                  <a:cubicBezTo>
                    <a:pt x="210947" y="0"/>
                    <a:pt x="271780" y="60833"/>
                    <a:pt x="271780" y="135890"/>
                  </a:cubicBezTo>
                  <a:lnTo>
                    <a:pt x="259080" y="135890"/>
                  </a:lnTo>
                  <a:lnTo>
                    <a:pt x="271780" y="135890"/>
                  </a:lnTo>
                  <a:cubicBezTo>
                    <a:pt x="271780" y="210947"/>
                    <a:pt x="210947" y="271780"/>
                    <a:pt x="135890" y="271780"/>
                  </a:cubicBezTo>
                  <a:lnTo>
                    <a:pt x="135890" y="259080"/>
                  </a:lnTo>
                  <a:lnTo>
                    <a:pt x="135890" y="271780"/>
                  </a:lnTo>
                  <a:cubicBezTo>
                    <a:pt x="60833" y="271780"/>
                    <a:pt x="0" y="210947"/>
                    <a:pt x="0" y="135890"/>
                  </a:cubicBezTo>
                  <a:lnTo>
                    <a:pt x="12700" y="135890"/>
                  </a:lnTo>
                  <a:lnTo>
                    <a:pt x="25400" y="135890"/>
                  </a:lnTo>
                  <a:lnTo>
                    <a:pt x="12700" y="135890"/>
                  </a:lnTo>
                  <a:lnTo>
                    <a:pt x="0" y="135890"/>
                  </a:lnTo>
                  <a:moveTo>
                    <a:pt x="25400" y="135890"/>
                  </a:moveTo>
                  <a:cubicBezTo>
                    <a:pt x="25400" y="142875"/>
                    <a:pt x="19685" y="148590"/>
                    <a:pt x="12700" y="148590"/>
                  </a:cubicBezTo>
                  <a:cubicBezTo>
                    <a:pt x="5715" y="148590"/>
                    <a:pt x="0" y="142875"/>
                    <a:pt x="0" y="135890"/>
                  </a:cubicBezTo>
                  <a:cubicBezTo>
                    <a:pt x="0" y="128905"/>
                    <a:pt x="5715" y="123190"/>
                    <a:pt x="12700" y="123190"/>
                  </a:cubicBezTo>
                  <a:cubicBezTo>
                    <a:pt x="19685" y="123190"/>
                    <a:pt x="25400" y="128905"/>
                    <a:pt x="25400" y="135890"/>
                  </a:cubicBezTo>
                  <a:cubicBezTo>
                    <a:pt x="25400" y="196977"/>
                    <a:pt x="74930" y="246380"/>
                    <a:pt x="135890" y="246380"/>
                  </a:cubicBezTo>
                  <a:cubicBezTo>
                    <a:pt x="196850" y="246380"/>
                    <a:pt x="246380" y="196850"/>
                    <a:pt x="246380" y="135890"/>
                  </a:cubicBezTo>
                  <a:cubicBezTo>
                    <a:pt x="246380" y="74930"/>
                    <a:pt x="196977" y="25400"/>
                    <a:pt x="135890" y="25400"/>
                  </a:cubicBezTo>
                  <a:lnTo>
                    <a:pt x="135890" y="12700"/>
                  </a:lnTo>
                  <a:lnTo>
                    <a:pt x="135890" y="25400"/>
                  </a:lnTo>
                  <a:cubicBezTo>
                    <a:pt x="74930" y="25400"/>
                    <a:pt x="25400" y="74930"/>
                    <a:pt x="25400" y="135890"/>
                  </a:cubicBezTo>
                  <a:close/>
                </a:path>
              </a:pathLst>
            </a:custGeom>
            <a:solidFill>
              <a:srgbClr val="3D3D3D"/>
            </a:solidFill>
          </p:spPr>
        </p:sp>
      </p:grpSp>
      <p:grpSp>
        <p:nvGrpSpPr>
          <p:cNvPr id="22" name="Group 22"/>
          <p:cNvGrpSpPr/>
          <p:nvPr/>
        </p:nvGrpSpPr>
        <p:grpSpPr>
          <a:xfrm>
            <a:off x="16712525" y="2897475"/>
            <a:ext cx="203850" cy="203850"/>
            <a:chOff x="0" y="0"/>
            <a:chExt cx="271800" cy="271800"/>
          </a:xfrm>
        </p:grpSpPr>
        <p:sp>
          <p:nvSpPr>
            <p:cNvPr id="23" name="Freeform 23"/>
            <p:cNvSpPr/>
            <p:nvPr/>
          </p:nvSpPr>
          <p:spPr>
            <a:xfrm>
              <a:off x="12700" y="12700"/>
              <a:ext cx="246380" cy="246380"/>
            </a:xfrm>
            <a:custGeom>
              <a:avLst/>
              <a:gdLst/>
              <a:ahLst/>
              <a:cxnLst/>
              <a:rect l="l" t="t" r="r" b="b"/>
              <a:pathLst>
                <a:path w="246380" h="246380">
                  <a:moveTo>
                    <a:pt x="0" y="123190"/>
                  </a:moveTo>
                  <a:cubicBezTo>
                    <a:pt x="0" y="55118"/>
                    <a:pt x="55118" y="0"/>
                    <a:pt x="123190" y="0"/>
                  </a:cubicBezTo>
                  <a:cubicBezTo>
                    <a:pt x="191262" y="0"/>
                    <a:pt x="246380" y="55118"/>
                    <a:pt x="246380" y="123190"/>
                  </a:cubicBezTo>
                  <a:cubicBezTo>
                    <a:pt x="246380" y="191262"/>
                    <a:pt x="191262" y="246380"/>
                    <a:pt x="123190" y="246380"/>
                  </a:cubicBezTo>
                  <a:cubicBezTo>
                    <a:pt x="55118" y="246380"/>
                    <a:pt x="0" y="191262"/>
                    <a:pt x="0" y="123190"/>
                  </a:cubicBezTo>
                  <a:close/>
                </a:path>
              </a:pathLst>
            </a:custGeom>
            <a:solidFill>
              <a:srgbClr val="3D3D3D"/>
            </a:solidFill>
          </p:spPr>
        </p:sp>
        <p:sp>
          <p:nvSpPr>
            <p:cNvPr id="24" name="Freeform 24"/>
            <p:cNvSpPr/>
            <p:nvPr/>
          </p:nvSpPr>
          <p:spPr>
            <a:xfrm>
              <a:off x="0" y="0"/>
              <a:ext cx="271780" cy="271780"/>
            </a:xfrm>
            <a:custGeom>
              <a:avLst/>
              <a:gdLst/>
              <a:ahLst/>
              <a:cxnLst/>
              <a:rect l="l" t="t" r="r" b="b"/>
              <a:pathLst>
                <a:path w="271780" h="271780">
                  <a:moveTo>
                    <a:pt x="0" y="135890"/>
                  </a:moveTo>
                  <a:cubicBezTo>
                    <a:pt x="0" y="60833"/>
                    <a:pt x="60833" y="0"/>
                    <a:pt x="135890" y="0"/>
                  </a:cubicBezTo>
                  <a:lnTo>
                    <a:pt x="135890" y="12700"/>
                  </a:lnTo>
                  <a:lnTo>
                    <a:pt x="135890" y="0"/>
                  </a:lnTo>
                  <a:cubicBezTo>
                    <a:pt x="210947" y="0"/>
                    <a:pt x="271780" y="60833"/>
                    <a:pt x="271780" y="135890"/>
                  </a:cubicBezTo>
                  <a:lnTo>
                    <a:pt x="259080" y="135890"/>
                  </a:lnTo>
                  <a:lnTo>
                    <a:pt x="271780" y="135890"/>
                  </a:lnTo>
                  <a:cubicBezTo>
                    <a:pt x="271780" y="210947"/>
                    <a:pt x="210947" y="271780"/>
                    <a:pt x="135890" y="271780"/>
                  </a:cubicBezTo>
                  <a:lnTo>
                    <a:pt x="135890" y="259080"/>
                  </a:lnTo>
                  <a:lnTo>
                    <a:pt x="135890" y="271780"/>
                  </a:lnTo>
                  <a:cubicBezTo>
                    <a:pt x="60833" y="271780"/>
                    <a:pt x="0" y="210947"/>
                    <a:pt x="0" y="135890"/>
                  </a:cubicBezTo>
                  <a:lnTo>
                    <a:pt x="12700" y="135890"/>
                  </a:lnTo>
                  <a:lnTo>
                    <a:pt x="25400" y="135890"/>
                  </a:lnTo>
                  <a:lnTo>
                    <a:pt x="12700" y="135890"/>
                  </a:lnTo>
                  <a:lnTo>
                    <a:pt x="0" y="135890"/>
                  </a:lnTo>
                  <a:moveTo>
                    <a:pt x="25400" y="135890"/>
                  </a:moveTo>
                  <a:cubicBezTo>
                    <a:pt x="25400" y="142875"/>
                    <a:pt x="19685" y="148590"/>
                    <a:pt x="12700" y="148590"/>
                  </a:cubicBezTo>
                  <a:cubicBezTo>
                    <a:pt x="5715" y="148590"/>
                    <a:pt x="0" y="142875"/>
                    <a:pt x="0" y="135890"/>
                  </a:cubicBezTo>
                  <a:cubicBezTo>
                    <a:pt x="0" y="128905"/>
                    <a:pt x="5715" y="123190"/>
                    <a:pt x="12700" y="123190"/>
                  </a:cubicBezTo>
                  <a:cubicBezTo>
                    <a:pt x="19685" y="123190"/>
                    <a:pt x="25400" y="128905"/>
                    <a:pt x="25400" y="135890"/>
                  </a:cubicBezTo>
                  <a:cubicBezTo>
                    <a:pt x="25400" y="196977"/>
                    <a:pt x="74930" y="246380"/>
                    <a:pt x="135890" y="246380"/>
                  </a:cubicBezTo>
                  <a:cubicBezTo>
                    <a:pt x="196850" y="246380"/>
                    <a:pt x="246380" y="196850"/>
                    <a:pt x="246380" y="135890"/>
                  </a:cubicBezTo>
                  <a:cubicBezTo>
                    <a:pt x="246380" y="74930"/>
                    <a:pt x="196977" y="25400"/>
                    <a:pt x="135890" y="25400"/>
                  </a:cubicBezTo>
                  <a:lnTo>
                    <a:pt x="135890" y="12700"/>
                  </a:lnTo>
                  <a:lnTo>
                    <a:pt x="135890" y="25400"/>
                  </a:lnTo>
                  <a:cubicBezTo>
                    <a:pt x="74930" y="25400"/>
                    <a:pt x="25400" y="74930"/>
                    <a:pt x="25400" y="135890"/>
                  </a:cubicBezTo>
                  <a:close/>
                </a:path>
              </a:pathLst>
            </a:custGeom>
            <a:solidFill>
              <a:srgbClr val="3D3D3D"/>
            </a:solidFill>
          </p:spPr>
        </p:sp>
      </p:grpSp>
      <p:grpSp>
        <p:nvGrpSpPr>
          <p:cNvPr id="25" name="Group 25"/>
          <p:cNvGrpSpPr/>
          <p:nvPr/>
        </p:nvGrpSpPr>
        <p:grpSpPr>
          <a:xfrm>
            <a:off x="16712525" y="460225"/>
            <a:ext cx="203850" cy="203850"/>
            <a:chOff x="0" y="0"/>
            <a:chExt cx="271800" cy="271800"/>
          </a:xfrm>
        </p:grpSpPr>
        <p:sp>
          <p:nvSpPr>
            <p:cNvPr id="26" name="Freeform 26"/>
            <p:cNvSpPr/>
            <p:nvPr/>
          </p:nvSpPr>
          <p:spPr>
            <a:xfrm>
              <a:off x="12700" y="12700"/>
              <a:ext cx="246380" cy="246380"/>
            </a:xfrm>
            <a:custGeom>
              <a:avLst/>
              <a:gdLst/>
              <a:ahLst/>
              <a:cxnLst/>
              <a:rect l="l" t="t" r="r" b="b"/>
              <a:pathLst>
                <a:path w="246380" h="246380">
                  <a:moveTo>
                    <a:pt x="0" y="123190"/>
                  </a:moveTo>
                  <a:cubicBezTo>
                    <a:pt x="0" y="55118"/>
                    <a:pt x="55118" y="0"/>
                    <a:pt x="123190" y="0"/>
                  </a:cubicBezTo>
                  <a:cubicBezTo>
                    <a:pt x="191262" y="0"/>
                    <a:pt x="246380" y="55118"/>
                    <a:pt x="246380" y="123190"/>
                  </a:cubicBezTo>
                  <a:cubicBezTo>
                    <a:pt x="246380" y="191262"/>
                    <a:pt x="191262" y="246380"/>
                    <a:pt x="123190" y="246380"/>
                  </a:cubicBezTo>
                  <a:cubicBezTo>
                    <a:pt x="55118" y="246380"/>
                    <a:pt x="0" y="191262"/>
                    <a:pt x="0" y="123190"/>
                  </a:cubicBezTo>
                  <a:close/>
                </a:path>
              </a:pathLst>
            </a:custGeom>
            <a:solidFill>
              <a:srgbClr val="3D3D3D"/>
            </a:solidFill>
          </p:spPr>
        </p:sp>
        <p:sp>
          <p:nvSpPr>
            <p:cNvPr id="27" name="Freeform 27"/>
            <p:cNvSpPr/>
            <p:nvPr/>
          </p:nvSpPr>
          <p:spPr>
            <a:xfrm>
              <a:off x="0" y="0"/>
              <a:ext cx="271780" cy="271780"/>
            </a:xfrm>
            <a:custGeom>
              <a:avLst/>
              <a:gdLst/>
              <a:ahLst/>
              <a:cxnLst/>
              <a:rect l="l" t="t" r="r" b="b"/>
              <a:pathLst>
                <a:path w="271780" h="271780">
                  <a:moveTo>
                    <a:pt x="0" y="135890"/>
                  </a:moveTo>
                  <a:cubicBezTo>
                    <a:pt x="0" y="60833"/>
                    <a:pt x="60833" y="0"/>
                    <a:pt x="135890" y="0"/>
                  </a:cubicBezTo>
                  <a:lnTo>
                    <a:pt x="135890" y="12700"/>
                  </a:lnTo>
                  <a:lnTo>
                    <a:pt x="135890" y="0"/>
                  </a:lnTo>
                  <a:cubicBezTo>
                    <a:pt x="210947" y="0"/>
                    <a:pt x="271780" y="60833"/>
                    <a:pt x="271780" y="135890"/>
                  </a:cubicBezTo>
                  <a:lnTo>
                    <a:pt x="259080" y="135890"/>
                  </a:lnTo>
                  <a:lnTo>
                    <a:pt x="271780" y="135890"/>
                  </a:lnTo>
                  <a:cubicBezTo>
                    <a:pt x="271780" y="210947"/>
                    <a:pt x="210947" y="271780"/>
                    <a:pt x="135890" y="271780"/>
                  </a:cubicBezTo>
                  <a:lnTo>
                    <a:pt x="135890" y="259080"/>
                  </a:lnTo>
                  <a:lnTo>
                    <a:pt x="135890" y="271780"/>
                  </a:lnTo>
                  <a:cubicBezTo>
                    <a:pt x="60833" y="271780"/>
                    <a:pt x="0" y="210947"/>
                    <a:pt x="0" y="135890"/>
                  </a:cubicBezTo>
                  <a:lnTo>
                    <a:pt x="12700" y="135890"/>
                  </a:lnTo>
                  <a:lnTo>
                    <a:pt x="25400" y="135890"/>
                  </a:lnTo>
                  <a:lnTo>
                    <a:pt x="12700" y="135890"/>
                  </a:lnTo>
                  <a:lnTo>
                    <a:pt x="0" y="135890"/>
                  </a:lnTo>
                  <a:moveTo>
                    <a:pt x="25400" y="135890"/>
                  </a:moveTo>
                  <a:cubicBezTo>
                    <a:pt x="25400" y="142875"/>
                    <a:pt x="19685" y="148590"/>
                    <a:pt x="12700" y="148590"/>
                  </a:cubicBezTo>
                  <a:cubicBezTo>
                    <a:pt x="5715" y="148590"/>
                    <a:pt x="0" y="142875"/>
                    <a:pt x="0" y="135890"/>
                  </a:cubicBezTo>
                  <a:cubicBezTo>
                    <a:pt x="0" y="128905"/>
                    <a:pt x="5715" y="123190"/>
                    <a:pt x="12700" y="123190"/>
                  </a:cubicBezTo>
                  <a:cubicBezTo>
                    <a:pt x="19685" y="123190"/>
                    <a:pt x="25400" y="128905"/>
                    <a:pt x="25400" y="135890"/>
                  </a:cubicBezTo>
                  <a:cubicBezTo>
                    <a:pt x="25400" y="196977"/>
                    <a:pt x="74930" y="246380"/>
                    <a:pt x="135890" y="246380"/>
                  </a:cubicBezTo>
                  <a:cubicBezTo>
                    <a:pt x="196850" y="246380"/>
                    <a:pt x="246380" y="196850"/>
                    <a:pt x="246380" y="135890"/>
                  </a:cubicBezTo>
                  <a:cubicBezTo>
                    <a:pt x="246380" y="74930"/>
                    <a:pt x="196977" y="25400"/>
                    <a:pt x="135890" y="25400"/>
                  </a:cubicBezTo>
                  <a:lnTo>
                    <a:pt x="135890" y="12700"/>
                  </a:lnTo>
                  <a:lnTo>
                    <a:pt x="135890" y="25400"/>
                  </a:lnTo>
                  <a:cubicBezTo>
                    <a:pt x="74930" y="25400"/>
                    <a:pt x="25400" y="74930"/>
                    <a:pt x="25400" y="135890"/>
                  </a:cubicBezTo>
                  <a:close/>
                </a:path>
              </a:pathLst>
            </a:custGeom>
            <a:solidFill>
              <a:srgbClr val="3D3D3D"/>
            </a:solidFill>
          </p:spPr>
        </p:sp>
      </p:grpSp>
      <p:grpSp>
        <p:nvGrpSpPr>
          <p:cNvPr id="28" name="Group 28"/>
          <p:cNvGrpSpPr/>
          <p:nvPr/>
        </p:nvGrpSpPr>
        <p:grpSpPr>
          <a:xfrm>
            <a:off x="5163049" y="1153828"/>
            <a:ext cx="7961903" cy="1737598"/>
            <a:chOff x="0" y="0"/>
            <a:chExt cx="10615871" cy="2316797"/>
          </a:xfrm>
        </p:grpSpPr>
        <p:grpSp>
          <p:nvGrpSpPr>
            <p:cNvPr id="29" name="Group 29"/>
            <p:cNvGrpSpPr/>
            <p:nvPr/>
          </p:nvGrpSpPr>
          <p:grpSpPr>
            <a:xfrm>
              <a:off x="0" y="0"/>
              <a:ext cx="10615871" cy="2316797"/>
              <a:chOff x="0" y="0"/>
              <a:chExt cx="2096962" cy="457639"/>
            </a:xfrm>
          </p:grpSpPr>
          <p:sp>
            <p:nvSpPr>
              <p:cNvPr id="30" name="Freeform 30"/>
              <p:cNvSpPr/>
              <p:nvPr/>
            </p:nvSpPr>
            <p:spPr>
              <a:xfrm>
                <a:off x="0" y="0"/>
                <a:ext cx="2096962" cy="457639"/>
              </a:xfrm>
              <a:custGeom>
                <a:avLst/>
                <a:gdLst/>
                <a:ahLst/>
                <a:cxnLst/>
                <a:rect l="l" t="t" r="r" b="b"/>
                <a:pathLst>
                  <a:path w="2096962" h="457639">
                    <a:moveTo>
                      <a:pt x="49591" y="0"/>
                    </a:moveTo>
                    <a:lnTo>
                      <a:pt x="2047371" y="0"/>
                    </a:lnTo>
                    <a:cubicBezTo>
                      <a:pt x="2060524" y="0"/>
                      <a:pt x="2073137" y="5225"/>
                      <a:pt x="2082437" y="14525"/>
                    </a:cubicBezTo>
                    <a:cubicBezTo>
                      <a:pt x="2091738" y="23825"/>
                      <a:pt x="2096962" y="36439"/>
                      <a:pt x="2096962" y="49591"/>
                    </a:cubicBezTo>
                    <a:lnTo>
                      <a:pt x="2096962" y="408048"/>
                    </a:lnTo>
                    <a:cubicBezTo>
                      <a:pt x="2096962" y="421200"/>
                      <a:pt x="2091738" y="433814"/>
                      <a:pt x="2082437" y="443114"/>
                    </a:cubicBezTo>
                    <a:cubicBezTo>
                      <a:pt x="2073137" y="452414"/>
                      <a:pt x="2060524" y="457639"/>
                      <a:pt x="2047371" y="457639"/>
                    </a:cubicBezTo>
                    <a:lnTo>
                      <a:pt x="49591" y="457639"/>
                    </a:lnTo>
                    <a:cubicBezTo>
                      <a:pt x="36439" y="457639"/>
                      <a:pt x="23825" y="452414"/>
                      <a:pt x="14525" y="443114"/>
                    </a:cubicBezTo>
                    <a:cubicBezTo>
                      <a:pt x="5225" y="433814"/>
                      <a:pt x="0" y="421200"/>
                      <a:pt x="0" y="408048"/>
                    </a:cubicBezTo>
                    <a:lnTo>
                      <a:pt x="0" y="49591"/>
                    </a:lnTo>
                    <a:cubicBezTo>
                      <a:pt x="0" y="36439"/>
                      <a:pt x="5225" y="23825"/>
                      <a:pt x="14525" y="14525"/>
                    </a:cubicBezTo>
                    <a:cubicBezTo>
                      <a:pt x="23825" y="5225"/>
                      <a:pt x="36439" y="0"/>
                      <a:pt x="49591" y="0"/>
                    </a:cubicBezTo>
                    <a:close/>
                  </a:path>
                </a:pathLst>
              </a:custGeom>
              <a:solidFill>
                <a:srgbClr val="477797"/>
              </a:solidFill>
            </p:spPr>
          </p:sp>
          <p:sp>
            <p:nvSpPr>
              <p:cNvPr id="31" name="TextBox 31"/>
              <p:cNvSpPr txBox="1"/>
              <p:nvPr/>
            </p:nvSpPr>
            <p:spPr>
              <a:xfrm>
                <a:off x="0" y="-9525"/>
                <a:ext cx="2096962" cy="467164"/>
              </a:xfrm>
              <a:prstGeom prst="rect">
                <a:avLst/>
              </a:prstGeom>
            </p:spPr>
            <p:txBody>
              <a:bodyPr lIns="50800" tIns="50800" rIns="50800" bIns="50800" rtlCol="0" anchor="ctr"/>
              <a:lstStyle/>
              <a:p>
                <a:pPr algn="ctr">
                  <a:lnSpc>
                    <a:spcPts val="2880"/>
                  </a:lnSpc>
                </a:pPr>
              </a:p>
            </p:txBody>
          </p:sp>
        </p:grpSp>
        <p:sp>
          <p:nvSpPr>
            <p:cNvPr id="32" name="TextBox 32"/>
            <p:cNvSpPr txBox="1"/>
            <p:nvPr/>
          </p:nvSpPr>
          <p:spPr>
            <a:xfrm>
              <a:off x="0" y="761150"/>
              <a:ext cx="10615871" cy="931333"/>
            </a:xfrm>
            <a:prstGeom prst="rect">
              <a:avLst/>
            </a:prstGeom>
          </p:spPr>
          <p:txBody>
            <a:bodyPr lIns="0" tIns="0" rIns="0" bIns="0" rtlCol="0" anchor="t">
              <a:spAutoFit/>
            </a:bodyPr>
            <a:lstStyle/>
            <a:p>
              <a:pPr algn="ctr">
                <a:lnSpc>
                  <a:spcPts val="5450"/>
                </a:lnSpc>
              </a:pPr>
              <a:r>
                <a:rPr lang="en-US" sz="4540" b="1">
                  <a:solidFill>
                    <a:srgbClr val="FFFFFF"/>
                  </a:solidFill>
                  <a:latin typeface="+mj-lt"/>
                  <a:cs typeface="+mj-lt"/>
                </a:rPr>
                <a:t>QUẢN LÝ KHÁCH HÀNG</a:t>
              </a:r>
              <a:endParaRPr lang="en-US" sz="4540" b="1">
                <a:solidFill>
                  <a:srgbClr val="FFFFFF"/>
                </a:solidFill>
                <a:latin typeface="+mj-lt"/>
                <a:cs typeface="+mj-lt"/>
              </a:endParaRPr>
            </a:p>
          </p:txBody>
        </p:sp>
      </p:grpSp>
      <p:sp>
        <p:nvSpPr>
          <p:cNvPr id="33" name="TextBox 33"/>
          <p:cNvSpPr txBox="1"/>
          <p:nvPr/>
        </p:nvSpPr>
        <p:spPr>
          <a:xfrm>
            <a:off x="3014530" y="4003176"/>
            <a:ext cx="12258941" cy="3051810"/>
          </a:xfrm>
          <a:prstGeom prst="rect">
            <a:avLst/>
          </a:prstGeom>
        </p:spPr>
        <p:txBody>
          <a:bodyPr lIns="0" tIns="0" rIns="0" bIns="0" rtlCol="0" anchor="t">
            <a:spAutoFit/>
          </a:bodyPr>
          <a:lstStyle/>
          <a:p>
            <a:pPr marL="824230" lvl="1" indent="-457200" algn="just">
              <a:lnSpc>
                <a:spcPts val="4760"/>
              </a:lnSpc>
              <a:buFont typeface="Arial" panose="020B0604020202020204" pitchFamily="34" charset="0"/>
              <a:buChar char="•"/>
            </a:pPr>
            <a:r>
              <a:rPr lang="en-US" sz="3400">
                <a:solidFill>
                  <a:srgbClr val="000000"/>
                </a:solidFill>
                <a:latin typeface="Faustina" panose="00000500000000000000"/>
              </a:rPr>
              <a:t>Cho phép nhà hàng ghi nhận thông tin cá nhân và lịch sử đặt bàn của khách hàng, từ đó theo dõi và phân tích thói quen tiêu dùng. </a:t>
            </a:r>
            <a:endParaRPr lang="en-US" sz="3400">
              <a:solidFill>
                <a:srgbClr val="000000"/>
              </a:solidFill>
              <a:latin typeface="Faustina" panose="00000500000000000000"/>
            </a:endParaRPr>
          </a:p>
          <a:p>
            <a:pPr marL="824230" lvl="1" indent="-457200" algn="just">
              <a:lnSpc>
                <a:spcPts val="4760"/>
              </a:lnSpc>
              <a:buFont typeface="Arial" panose="020B0604020202020204" pitchFamily="34" charset="0"/>
              <a:buChar char="•"/>
            </a:pPr>
            <a:r>
              <a:rPr lang="en-US" sz="3400">
                <a:solidFill>
                  <a:srgbClr val="000000"/>
                </a:solidFill>
                <a:latin typeface="Faustina" panose="00000500000000000000"/>
              </a:rPr>
              <a:t>Thông tin bao gồm: Mã khách hàng, tên khách hàng, địa chỉ, số điện thoại.</a:t>
            </a:r>
            <a:endParaRPr lang="en-US" sz="3400">
              <a:solidFill>
                <a:srgbClr val="000000"/>
              </a:solidFill>
              <a:latin typeface="Faustina" panose="0000050000000000000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rot="5386959">
            <a:off x="14329607" y="7830000"/>
            <a:ext cx="5021886" cy="0"/>
          </a:xfrm>
          <a:prstGeom prst="line">
            <a:avLst/>
          </a:prstGeom>
          <a:ln w="9525" cap="rnd">
            <a:solidFill>
              <a:srgbClr val="3D3D3D"/>
            </a:solidFill>
            <a:prstDash val="solid"/>
            <a:headEnd type="none" w="sm" len="sm"/>
            <a:tailEnd type="none" w="sm" len="sm"/>
          </a:ln>
        </p:spPr>
      </p:sp>
      <p:sp>
        <p:nvSpPr>
          <p:cNvPr id="3" name="Freeform 3"/>
          <p:cNvSpPr/>
          <p:nvPr/>
        </p:nvSpPr>
        <p:spPr>
          <a:xfrm>
            <a:off x="16258700" y="8584350"/>
            <a:ext cx="1163600" cy="1164700"/>
          </a:xfrm>
          <a:custGeom>
            <a:avLst/>
            <a:gdLst/>
            <a:ahLst/>
            <a:cxnLst/>
            <a:rect l="l" t="t" r="r" b="b"/>
            <a:pathLst>
              <a:path w="1163600" h="1164700">
                <a:moveTo>
                  <a:pt x="0" y="0"/>
                </a:moveTo>
                <a:lnTo>
                  <a:pt x="1163600" y="0"/>
                </a:lnTo>
                <a:lnTo>
                  <a:pt x="1163600" y="1164700"/>
                </a:lnTo>
                <a:lnTo>
                  <a:pt x="0" y="1164700"/>
                </a:lnTo>
                <a:lnTo>
                  <a:pt x="0" y="0"/>
                </a:lnTo>
                <a:close/>
              </a:path>
            </a:pathLst>
          </a:custGeom>
          <a:blipFill>
            <a:blip r:embed="rId1"/>
            <a:stretch>
              <a:fillRect/>
            </a:stretch>
          </a:blipFill>
        </p:spPr>
      </p:sp>
      <p:sp>
        <p:nvSpPr>
          <p:cNvPr id="4" name="Freeform 4"/>
          <p:cNvSpPr/>
          <p:nvPr/>
        </p:nvSpPr>
        <p:spPr>
          <a:xfrm>
            <a:off x="16548476" y="7441200"/>
            <a:ext cx="584050" cy="585150"/>
          </a:xfrm>
          <a:custGeom>
            <a:avLst/>
            <a:gdLst/>
            <a:ahLst/>
            <a:cxnLst/>
            <a:rect l="l" t="t" r="r" b="b"/>
            <a:pathLst>
              <a:path w="584050" h="585150">
                <a:moveTo>
                  <a:pt x="0" y="0"/>
                </a:moveTo>
                <a:lnTo>
                  <a:pt x="584050" y="0"/>
                </a:lnTo>
                <a:lnTo>
                  <a:pt x="584050" y="585150"/>
                </a:lnTo>
                <a:lnTo>
                  <a:pt x="0" y="585150"/>
                </a:lnTo>
                <a:lnTo>
                  <a:pt x="0" y="0"/>
                </a:lnTo>
                <a:close/>
              </a:path>
            </a:pathLst>
          </a:custGeom>
          <a:blipFill>
            <a:blip r:embed="rId2"/>
            <a:stretch>
              <a:fillRect/>
            </a:stretch>
          </a:blipFill>
        </p:spPr>
      </p:sp>
      <p:sp>
        <p:nvSpPr>
          <p:cNvPr id="5" name="Freeform 5"/>
          <p:cNvSpPr/>
          <p:nvPr/>
        </p:nvSpPr>
        <p:spPr>
          <a:xfrm>
            <a:off x="16665526" y="6424950"/>
            <a:ext cx="350000" cy="350000"/>
          </a:xfrm>
          <a:custGeom>
            <a:avLst/>
            <a:gdLst/>
            <a:ahLst/>
            <a:cxnLst/>
            <a:rect l="l" t="t" r="r" b="b"/>
            <a:pathLst>
              <a:path w="350000" h="350000">
                <a:moveTo>
                  <a:pt x="0" y="0"/>
                </a:moveTo>
                <a:lnTo>
                  <a:pt x="350000" y="0"/>
                </a:lnTo>
                <a:lnTo>
                  <a:pt x="350000" y="350000"/>
                </a:lnTo>
                <a:lnTo>
                  <a:pt x="0" y="350000"/>
                </a:lnTo>
                <a:lnTo>
                  <a:pt x="0" y="0"/>
                </a:lnTo>
                <a:close/>
              </a:path>
            </a:pathLst>
          </a:custGeom>
          <a:blipFill>
            <a:blip r:embed="rId3"/>
            <a:stretch>
              <a:fillRect/>
            </a:stretch>
          </a:blipFill>
        </p:spPr>
      </p:sp>
      <p:sp>
        <p:nvSpPr>
          <p:cNvPr id="6" name="AutoShape 6"/>
          <p:cNvSpPr/>
          <p:nvPr/>
        </p:nvSpPr>
        <p:spPr>
          <a:xfrm rot="5386959">
            <a:off x="-1063493" y="2502626"/>
            <a:ext cx="5021886" cy="0"/>
          </a:xfrm>
          <a:prstGeom prst="line">
            <a:avLst/>
          </a:prstGeom>
          <a:ln w="9525" cap="rnd">
            <a:solidFill>
              <a:srgbClr val="3D3D3D"/>
            </a:solidFill>
            <a:prstDash val="solid"/>
            <a:headEnd type="none" w="sm" len="sm"/>
            <a:tailEnd type="none" w="sm" len="sm"/>
          </a:ln>
        </p:spPr>
      </p:sp>
      <p:sp>
        <p:nvSpPr>
          <p:cNvPr id="7" name="Freeform 7"/>
          <p:cNvSpPr/>
          <p:nvPr/>
        </p:nvSpPr>
        <p:spPr>
          <a:xfrm>
            <a:off x="865700" y="583576"/>
            <a:ext cx="1163600" cy="1164700"/>
          </a:xfrm>
          <a:custGeom>
            <a:avLst/>
            <a:gdLst/>
            <a:ahLst/>
            <a:cxnLst/>
            <a:rect l="l" t="t" r="r" b="b"/>
            <a:pathLst>
              <a:path w="1163600" h="1164700">
                <a:moveTo>
                  <a:pt x="0" y="0"/>
                </a:moveTo>
                <a:lnTo>
                  <a:pt x="1163600" y="0"/>
                </a:lnTo>
                <a:lnTo>
                  <a:pt x="1163600" y="1164700"/>
                </a:lnTo>
                <a:lnTo>
                  <a:pt x="0" y="1164700"/>
                </a:lnTo>
                <a:lnTo>
                  <a:pt x="0" y="0"/>
                </a:lnTo>
                <a:close/>
              </a:path>
            </a:pathLst>
          </a:custGeom>
          <a:blipFill>
            <a:blip r:embed="rId4"/>
            <a:stretch>
              <a:fillRect/>
            </a:stretch>
          </a:blipFill>
        </p:spPr>
      </p:sp>
      <p:sp>
        <p:nvSpPr>
          <p:cNvPr id="8" name="Freeform 8"/>
          <p:cNvSpPr/>
          <p:nvPr/>
        </p:nvSpPr>
        <p:spPr>
          <a:xfrm>
            <a:off x="1155476" y="2306276"/>
            <a:ext cx="584050" cy="585150"/>
          </a:xfrm>
          <a:custGeom>
            <a:avLst/>
            <a:gdLst/>
            <a:ahLst/>
            <a:cxnLst/>
            <a:rect l="l" t="t" r="r" b="b"/>
            <a:pathLst>
              <a:path w="584050" h="585150">
                <a:moveTo>
                  <a:pt x="0" y="0"/>
                </a:moveTo>
                <a:lnTo>
                  <a:pt x="584050" y="0"/>
                </a:lnTo>
                <a:lnTo>
                  <a:pt x="584050" y="585150"/>
                </a:lnTo>
                <a:lnTo>
                  <a:pt x="0" y="585150"/>
                </a:lnTo>
                <a:lnTo>
                  <a:pt x="0" y="0"/>
                </a:lnTo>
                <a:close/>
              </a:path>
            </a:pathLst>
          </a:custGeom>
          <a:blipFill>
            <a:blip r:embed="rId5"/>
            <a:stretch>
              <a:fillRect/>
            </a:stretch>
          </a:blipFill>
        </p:spPr>
      </p:sp>
      <p:sp>
        <p:nvSpPr>
          <p:cNvPr id="9" name="Freeform 9"/>
          <p:cNvSpPr/>
          <p:nvPr/>
        </p:nvSpPr>
        <p:spPr>
          <a:xfrm>
            <a:off x="1272476" y="3557676"/>
            <a:ext cx="350000" cy="350000"/>
          </a:xfrm>
          <a:custGeom>
            <a:avLst/>
            <a:gdLst/>
            <a:ahLst/>
            <a:cxnLst/>
            <a:rect l="l" t="t" r="r" b="b"/>
            <a:pathLst>
              <a:path w="350000" h="350000">
                <a:moveTo>
                  <a:pt x="0" y="0"/>
                </a:moveTo>
                <a:lnTo>
                  <a:pt x="350000" y="0"/>
                </a:lnTo>
                <a:lnTo>
                  <a:pt x="350000" y="350000"/>
                </a:lnTo>
                <a:lnTo>
                  <a:pt x="0" y="350000"/>
                </a:lnTo>
                <a:lnTo>
                  <a:pt x="0" y="0"/>
                </a:lnTo>
                <a:close/>
              </a:path>
            </a:pathLst>
          </a:custGeom>
          <a:blipFill>
            <a:blip r:embed="rId6"/>
            <a:stretch>
              <a:fillRect/>
            </a:stretch>
          </a:blipFill>
        </p:spPr>
      </p:sp>
      <p:sp>
        <p:nvSpPr>
          <p:cNvPr id="10" name="Freeform 10"/>
          <p:cNvSpPr/>
          <p:nvPr/>
        </p:nvSpPr>
        <p:spPr>
          <a:xfrm>
            <a:off x="865700" y="4006326"/>
            <a:ext cx="350026" cy="54000"/>
          </a:xfrm>
          <a:custGeom>
            <a:avLst/>
            <a:gdLst/>
            <a:ahLst/>
            <a:cxnLst/>
            <a:rect l="l" t="t" r="r" b="b"/>
            <a:pathLst>
              <a:path w="350026" h="54000">
                <a:moveTo>
                  <a:pt x="0" y="0"/>
                </a:moveTo>
                <a:lnTo>
                  <a:pt x="350026" y="0"/>
                </a:lnTo>
                <a:lnTo>
                  <a:pt x="350026" y="54000"/>
                </a:lnTo>
                <a:lnTo>
                  <a:pt x="0" y="54000"/>
                </a:lnTo>
                <a:lnTo>
                  <a:pt x="0" y="0"/>
                </a:lnTo>
                <a:close/>
              </a:path>
            </a:pathLst>
          </a:custGeom>
          <a:blipFill>
            <a:blip r:embed="rId7"/>
            <a:stretch>
              <a:fillRect/>
            </a:stretch>
          </a:blipFill>
        </p:spPr>
      </p:sp>
      <p:sp>
        <p:nvSpPr>
          <p:cNvPr id="11" name="Freeform 11"/>
          <p:cNvSpPr/>
          <p:nvPr/>
        </p:nvSpPr>
        <p:spPr>
          <a:xfrm>
            <a:off x="1576200" y="416976"/>
            <a:ext cx="350026" cy="54000"/>
          </a:xfrm>
          <a:custGeom>
            <a:avLst/>
            <a:gdLst/>
            <a:ahLst/>
            <a:cxnLst/>
            <a:rect l="l" t="t" r="r" b="b"/>
            <a:pathLst>
              <a:path w="350026" h="54000">
                <a:moveTo>
                  <a:pt x="0" y="0"/>
                </a:moveTo>
                <a:lnTo>
                  <a:pt x="350026" y="0"/>
                </a:lnTo>
                <a:lnTo>
                  <a:pt x="350026" y="54000"/>
                </a:lnTo>
                <a:lnTo>
                  <a:pt x="0" y="54000"/>
                </a:lnTo>
                <a:lnTo>
                  <a:pt x="0" y="0"/>
                </a:lnTo>
                <a:close/>
              </a:path>
            </a:pathLst>
          </a:custGeom>
          <a:blipFill>
            <a:blip r:embed="rId7"/>
            <a:stretch>
              <a:fillRect/>
            </a:stretch>
          </a:blipFill>
        </p:spPr>
      </p:sp>
      <p:sp>
        <p:nvSpPr>
          <p:cNvPr id="12" name="Freeform 12"/>
          <p:cNvSpPr/>
          <p:nvPr/>
        </p:nvSpPr>
        <p:spPr>
          <a:xfrm>
            <a:off x="16258700" y="9977450"/>
            <a:ext cx="350026" cy="54000"/>
          </a:xfrm>
          <a:custGeom>
            <a:avLst/>
            <a:gdLst/>
            <a:ahLst/>
            <a:cxnLst/>
            <a:rect l="l" t="t" r="r" b="b"/>
            <a:pathLst>
              <a:path w="350026" h="54000">
                <a:moveTo>
                  <a:pt x="0" y="0"/>
                </a:moveTo>
                <a:lnTo>
                  <a:pt x="350026" y="0"/>
                </a:lnTo>
                <a:lnTo>
                  <a:pt x="350026" y="54000"/>
                </a:lnTo>
                <a:lnTo>
                  <a:pt x="0" y="54000"/>
                </a:lnTo>
                <a:lnTo>
                  <a:pt x="0" y="0"/>
                </a:lnTo>
                <a:close/>
              </a:path>
            </a:pathLst>
          </a:custGeom>
          <a:blipFill>
            <a:blip r:embed="rId7"/>
            <a:stretch>
              <a:fillRect/>
            </a:stretch>
          </a:blipFill>
        </p:spPr>
      </p:sp>
      <p:sp>
        <p:nvSpPr>
          <p:cNvPr id="13" name="Freeform 13"/>
          <p:cNvSpPr/>
          <p:nvPr/>
        </p:nvSpPr>
        <p:spPr>
          <a:xfrm>
            <a:off x="16995100" y="6858850"/>
            <a:ext cx="350026" cy="54000"/>
          </a:xfrm>
          <a:custGeom>
            <a:avLst/>
            <a:gdLst/>
            <a:ahLst/>
            <a:cxnLst/>
            <a:rect l="l" t="t" r="r" b="b"/>
            <a:pathLst>
              <a:path w="350026" h="54000">
                <a:moveTo>
                  <a:pt x="0" y="0"/>
                </a:moveTo>
                <a:lnTo>
                  <a:pt x="350026" y="0"/>
                </a:lnTo>
                <a:lnTo>
                  <a:pt x="350026" y="54000"/>
                </a:lnTo>
                <a:lnTo>
                  <a:pt x="0" y="54000"/>
                </a:lnTo>
                <a:lnTo>
                  <a:pt x="0" y="0"/>
                </a:lnTo>
                <a:close/>
              </a:path>
            </a:pathLst>
          </a:custGeom>
          <a:blipFill>
            <a:blip r:embed="rId7"/>
            <a:stretch>
              <a:fillRect/>
            </a:stretch>
          </a:blipFill>
        </p:spPr>
      </p:sp>
      <p:sp>
        <p:nvSpPr>
          <p:cNvPr id="14" name="AutoShape 14"/>
          <p:cNvSpPr/>
          <p:nvPr/>
        </p:nvSpPr>
        <p:spPr>
          <a:xfrm rot="5384913">
            <a:off x="14644004" y="2160900"/>
            <a:ext cx="4340892" cy="0"/>
          </a:xfrm>
          <a:prstGeom prst="line">
            <a:avLst/>
          </a:prstGeom>
          <a:ln w="9525" cap="rnd">
            <a:solidFill>
              <a:srgbClr val="3D3D3D"/>
            </a:solidFill>
            <a:prstDash val="solid"/>
            <a:headEnd type="none" w="sm" len="sm"/>
            <a:tailEnd type="none" w="sm" len="sm"/>
          </a:ln>
        </p:spPr>
      </p:sp>
      <p:sp>
        <p:nvSpPr>
          <p:cNvPr id="15" name="AutoShape 15"/>
          <p:cNvSpPr/>
          <p:nvPr/>
        </p:nvSpPr>
        <p:spPr>
          <a:xfrm rot="5384913">
            <a:off x="-734396" y="8132168"/>
            <a:ext cx="4340892" cy="0"/>
          </a:xfrm>
          <a:prstGeom prst="line">
            <a:avLst/>
          </a:prstGeom>
          <a:ln w="9525" cap="rnd">
            <a:solidFill>
              <a:srgbClr val="3D3D3D"/>
            </a:solidFill>
            <a:prstDash val="solid"/>
            <a:headEnd type="none" w="sm" len="sm"/>
            <a:tailEnd type="none" w="sm" len="sm"/>
          </a:ln>
        </p:spPr>
      </p:sp>
      <p:grpSp>
        <p:nvGrpSpPr>
          <p:cNvPr id="16" name="Group 16"/>
          <p:cNvGrpSpPr/>
          <p:nvPr/>
        </p:nvGrpSpPr>
        <p:grpSpPr>
          <a:xfrm>
            <a:off x="1334125" y="9166251"/>
            <a:ext cx="203850" cy="203850"/>
            <a:chOff x="0" y="0"/>
            <a:chExt cx="271800" cy="271800"/>
          </a:xfrm>
        </p:grpSpPr>
        <p:sp>
          <p:nvSpPr>
            <p:cNvPr id="17" name="Freeform 17"/>
            <p:cNvSpPr/>
            <p:nvPr/>
          </p:nvSpPr>
          <p:spPr>
            <a:xfrm>
              <a:off x="12700" y="12700"/>
              <a:ext cx="246380" cy="246380"/>
            </a:xfrm>
            <a:custGeom>
              <a:avLst/>
              <a:gdLst/>
              <a:ahLst/>
              <a:cxnLst/>
              <a:rect l="l" t="t" r="r" b="b"/>
              <a:pathLst>
                <a:path w="246380" h="246380">
                  <a:moveTo>
                    <a:pt x="0" y="123190"/>
                  </a:moveTo>
                  <a:cubicBezTo>
                    <a:pt x="0" y="55118"/>
                    <a:pt x="55118" y="0"/>
                    <a:pt x="123190" y="0"/>
                  </a:cubicBezTo>
                  <a:cubicBezTo>
                    <a:pt x="191262" y="0"/>
                    <a:pt x="246380" y="55118"/>
                    <a:pt x="246380" y="123190"/>
                  </a:cubicBezTo>
                  <a:cubicBezTo>
                    <a:pt x="246380" y="191262"/>
                    <a:pt x="191262" y="246380"/>
                    <a:pt x="123190" y="246380"/>
                  </a:cubicBezTo>
                  <a:cubicBezTo>
                    <a:pt x="55118" y="246380"/>
                    <a:pt x="0" y="191262"/>
                    <a:pt x="0" y="123190"/>
                  </a:cubicBezTo>
                  <a:close/>
                </a:path>
              </a:pathLst>
            </a:custGeom>
            <a:solidFill>
              <a:srgbClr val="3D3D3D"/>
            </a:solidFill>
          </p:spPr>
        </p:sp>
        <p:sp>
          <p:nvSpPr>
            <p:cNvPr id="18" name="Freeform 18"/>
            <p:cNvSpPr/>
            <p:nvPr/>
          </p:nvSpPr>
          <p:spPr>
            <a:xfrm>
              <a:off x="0" y="0"/>
              <a:ext cx="271780" cy="271780"/>
            </a:xfrm>
            <a:custGeom>
              <a:avLst/>
              <a:gdLst/>
              <a:ahLst/>
              <a:cxnLst/>
              <a:rect l="l" t="t" r="r" b="b"/>
              <a:pathLst>
                <a:path w="271780" h="271780">
                  <a:moveTo>
                    <a:pt x="0" y="135890"/>
                  </a:moveTo>
                  <a:cubicBezTo>
                    <a:pt x="0" y="60833"/>
                    <a:pt x="60833" y="0"/>
                    <a:pt x="135890" y="0"/>
                  </a:cubicBezTo>
                  <a:lnTo>
                    <a:pt x="135890" y="12700"/>
                  </a:lnTo>
                  <a:lnTo>
                    <a:pt x="135890" y="0"/>
                  </a:lnTo>
                  <a:cubicBezTo>
                    <a:pt x="210947" y="0"/>
                    <a:pt x="271780" y="60833"/>
                    <a:pt x="271780" y="135890"/>
                  </a:cubicBezTo>
                  <a:lnTo>
                    <a:pt x="259080" y="135890"/>
                  </a:lnTo>
                  <a:lnTo>
                    <a:pt x="271780" y="135890"/>
                  </a:lnTo>
                  <a:cubicBezTo>
                    <a:pt x="271780" y="210947"/>
                    <a:pt x="210947" y="271780"/>
                    <a:pt x="135890" y="271780"/>
                  </a:cubicBezTo>
                  <a:lnTo>
                    <a:pt x="135890" y="259080"/>
                  </a:lnTo>
                  <a:lnTo>
                    <a:pt x="135890" y="271780"/>
                  </a:lnTo>
                  <a:cubicBezTo>
                    <a:pt x="60833" y="271780"/>
                    <a:pt x="0" y="210947"/>
                    <a:pt x="0" y="135890"/>
                  </a:cubicBezTo>
                  <a:lnTo>
                    <a:pt x="12700" y="135890"/>
                  </a:lnTo>
                  <a:lnTo>
                    <a:pt x="25400" y="135890"/>
                  </a:lnTo>
                  <a:lnTo>
                    <a:pt x="12700" y="135890"/>
                  </a:lnTo>
                  <a:lnTo>
                    <a:pt x="0" y="135890"/>
                  </a:lnTo>
                  <a:moveTo>
                    <a:pt x="25400" y="135890"/>
                  </a:moveTo>
                  <a:cubicBezTo>
                    <a:pt x="25400" y="142875"/>
                    <a:pt x="19685" y="148590"/>
                    <a:pt x="12700" y="148590"/>
                  </a:cubicBezTo>
                  <a:cubicBezTo>
                    <a:pt x="5715" y="148590"/>
                    <a:pt x="0" y="142875"/>
                    <a:pt x="0" y="135890"/>
                  </a:cubicBezTo>
                  <a:cubicBezTo>
                    <a:pt x="0" y="128905"/>
                    <a:pt x="5715" y="123190"/>
                    <a:pt x="12700" y="123190"/>
                  </a:cubicBezTo>
                  <a:cubicBezTo>
                    <a:pt x="19685" y="123190"/>
                    <a:pt x="25400" y="128905"/>
                    <a:pt x="25400" y="135890"/>
                  </a:cubicBezTo>
                  <a:cubicBezTo>
                    <a:pt x="25400" y="196977"/>
                    <a:pt x="74930" y="246380"/>
                    <a:pt x="135890" y="246380"/>
                  </a:cubicBezTo>
                  <a:cubicBezTo>
                    <a:pt x="196850" y="246380"/>
                    <a:pt x="246380" y="196850"/>
                    <a:pt x="246380" y="135890"/>
                  </a:cubicBezTo>
                  <a:cubicBezTo>
                    <a:pt x="246380" y="74930"/>
                    <a:pt x="196977" y="25400"/>
                    <a:pt x="135890" y="25400"/>
                  </a:cubicBezTo>
                  <a:lnTo>
                    <a:pt x="135890" y="12700"/>
                  </a:lnTo>
                  <a:lnTo>
                    <a:pt x="135890" y="25400"/>
                  </a:lnTo>
                  <a:cubicBezTo>
                    <a:pt x="74930" y="25400"/>
                    <a:pt x="25400" y="74930"/>
                    <a:pt x="25400" y="135890"/>
                  </a:cubicBezTo>
                  <a:close/>
                </a:path>
              </a:pathLst>
            </a:custGeom>
            <a:solidFill>
              <a:srgbClr val="3D3D3D"/>
            </a:solidFill>
          </p:spPr>
        </p:sp>
      </p:grpSp>
      <p:grpSp>
        <p:nvGrpSpPr>
          <p:cNvPr id="19" name="Group 19"/>
          <p:cNvGrpSpPr/>
          <p:nvPr/>
        </p:nvGrpSpPr>
        <p:grpSpPr>
          <a:xfrm>
            <a:off x="1334125" y="7871151"/>
            <a:ext cx="203850" cy="203850"/>
            <a:chOff x="0" y="0"/>
            <a:chExt cx="271800" cy="271800"/>
          </a:xfrm>
        </p:grpSpPr>
        <p:sp>
          <p:nvSpPr>
            <p:cNvPr id="20" name="Freeform 20"/>
            <p:cNvSpPr/>
            <p:nvPr/>
          </p:nvSpPr>
          <p:spPr>
            <a:xfrm>
              <a:off x="12700" y="12700"/>
              <a:ext cx="246380" cy="246380"/>
            </a:xfrm>
            <a:custGeom>
              <a:avLst/>
              <a:gdLst/>
              <a:ahLst/>
              <a:cxnLst/>
              <a:rect l="l" t="t" r="r" b="b"/>
              <a:pathLst>
                <a:path w="246380" h="246380">
                  <a:moveTo>
                    <a:pt x="0" y="123190"/>
                  </a:moveTo>
                  <a:cubicBezTo>
                    <a:pt x="0" y="55118"/>
                    <a:pt x="55118" y="0"/>
                    <a:pt x="123190" y="0"/>
                  </a:cubicBezTo>
                  <a:cubicBezTo>
                    <a:pt x="191262" y="0"/>
                    <a:pt x="246380" y="55118"/>
                    <a:pt x="246380" y="123190"/>
                  </a:cubicBezTo>
                  <a:cubicBezTo>
                    <a:pt x="246380" y="191262"/>
                    <a:pt x="191262" y="246380"/>
                    <a:pt x="123190" y="246380"/>
                  </a:cubicBezTo>
                  <a:cubicBezTo>
                    <a:pt x="55118" y="246380"/>
                    <a:pt x="0" y="191262"/>
                    <a:pt x="0" y="123190"/>
                  </a:cubicBezTo>
                  <a:close/>
                </a:path>
              </a:pathLst>
            </a:custGeom>
            <a:solidFill>
              <a:srgbClr val="3D3D3D"/>
            </a:solidFill>
          </p:spPr>
        </p:sp>
        <p:sp>
          <p:nvSpPr>
            <p:cNvPr id="21" name="Freeform 21"/>
            <p:cNvSpPr/>
            <p:nvPr/>
          </p:nvSpPr>
          <p:spPr>
            <a:xfrm>
              <a:off x="0" y="0"/>
              <a:ext cx="271780" cy="271780"/>
            </a:xfrm>
            <a:custGeom>
              <a:avLst/>
              <a:gdLst/>
              <a:ahLst/>
              <a:cxnLst/>
              <a:rect l="l" t="t" r="r" b="b"/>
              <a:pathLst>
                <a:path w="271780" h="271780">
                  <a:moveTo>
                    <a:pt x="0" y="135890"/>
                  </a:moveTo>
                  <a:cubicBezTo>
                    <a:pt x="0" y="60833"/>
                    <a:pt x="60833" y="0"/>
                    <a:pt x="135890" y="0"/>
                  </a:cubicBezTo>
                  <a:lnTo>
                    <a:pt x="135890" y="12700"/>
                  </a:lnTo>
                  <a:lnTo>
                    <a:pt x="135890" y="0"/>
                  </a:lnTo>
                  <a:cubicBezTo>
                    <a:pt x="210947" y="0"/>
                    <a:pt x="271780" y="60833"/>
                    <a:pt x="271780" y="135890"/>
                  </a:cubicBezTo>
                  <a:lnTo>
                    <a:pt x="259080" y="135890"/>
                  </a:lnTo>
                  <a:lnTo>
                    <a:pt x="271780" y="135890"/>
                  </a:lnTo>
                  <a:cubicBezTo>
                    <a:pt x="271780" y="210947"/>
                    <a:pt x="210947" y="271780"/>
                    <a:pt x="135890" y="271780"/>
                  </a:cubicBezTo>
                  <a:lnTo>
                    <a:pt x="135890" y="259080"/>
                  </a:lnTo>
                  <a:lnTo>
                    <a:pt x="135890" y="271780"/>
                  </a:lnTo>
                  <a:cubicBezTo>
                    <a:pt x="60833" y="271780"/>
                    <a:pt x="0" y="210947"/>
                    <a:pt x="0" y="135890"/>
                  </a:cubicBezTo>
                  <a:lnTo>
                    <a:pt x="12700" y="135890"/>
                  </a:lnTo>
                  <a:lnTo>
                    <a:pt x="25400" y="135890"/>
                  </a:lnTo>
                  <a:lnTo>
                    <a:pt x="12700" y="135890"/>
                  </a:lnTo>
                  <a:lnTo>
                    <a:pt x="0" y="135890"/>
                  </a:lnTo>
                  <a:moveTo>
                    <a:pt x="25400" y="135890"/>
                  </a:moveTo>
                  <a:cubicBezTo>
                    <a:pt x="25400" y="142875"/>
                    <a:pt x="19685" y="148590"/>
                    <a:pt x="12700" y="148590"/>
                  </a:cubicBezTo>
                  <a:cubicBezTo>
                    <a:pt x="5715" y="148590"/>
                    <a:pt x="0" y="142875"/>
                    <a:pt x="0" y="135890"/>
                  </a:cubicBezTo>
                  <a:cubicBezTo>
                    <a:pt x="0" y="128905"/>
                    <a:pt x="5715" y="123190"/>
                    <a:pt x="12700" y="123190"/>
                  </a:cubicBezTo>
                  <a:cubicBezTo>
                    <a:pt x="19685" y="123190"/>
                    <a:pt x="25400" y="128905"/>
                    <a:pt x="25400" y="135890"/>
                  </a:cubicBezTo>
                  <a:cubicBezTo>
                    <a:pt x="25400" y="196977"/>
                    <a:pt x="74930" y="246380"/>
                    <a:pt x="135890" y="246380"/>
                  </a:cubicBezTo>
                  <a:cubicBezTo>
                    <a:pt x="196850" y="246380"/>
                    <a:pt x="246380" y="196850"/>
                    <a:pt x="246380" y="135890"/>
                  </a:cubicBezTo>
                  <a:cubicBezTo>
                    <a:pt x="246380" y="74930"/>
                    <a:pt x="196977" y="25400"/>
                    <a:pt x="135890" y="25400"/>
                  </a:cubicBezTo>
                  <a:lnTo>
                    <a:pt x="135890" y="12700"/>
                  </a:lnTo>
                  <a:lnTo>
                    <a:pt x="135890" y="25400"/>
                  </a:lnTo>
                  <a:cubicBezTo>
                    <a:pt x="74930" y="25400"/>
                    <a:pt x="25400" y="74930"/>
                    <a:pt x="25400" y="135890"/>
                  </a:cubicBezTo>
                  <a:close/>
                </a:path>
              </a:pathLst>
            </a:custGeom>
            <a:solidFill>
              <a:srgbClr val="3D3D3D"/>
            </a:solidFill>
          </p:spPr>
        </p:sp>
      </p:grpSp>
      <p:grpSp>
        <p:nvGrpSpPr>
          <p:cNvPr id="22" name="Group 22"/>
          <p:cNvGrpSpPr/>
          <p:nvPr/>
        </p:nvGrpSpPr>
        <p:grpSpPr>
          <a:xfrm>
            <a:off x="16712525" y="2897475"/>
            <a:ext cx="203850" cy="203850"/>
            <a:chOff x="0" y="0"/>
            <a:chExt cx="271800" cy="271800"/>
          </a:xfrm>
        </p:grpSpPr>
        <p:sp>
          <p:nvSpPr>
            <p:cNvPr id="23" name="Freeform 23"/>
            <p:cNvSpPr/>
            <p:nvPr/>
          </p:nvSpPr>
          <p:spPr>
            <a:xfrm>
              <a:off x="12700" y="12700"/>
              <a:ext cx="246380" cy="246380"/>
            </a:xfrm>
            <a:custGeom>
              <a:avLst/>
              <a:gdLst/>
              <a:ahLst/>
              <a:cxnLst/>
              <a:rect l="l" t="t" r="r" b="b"/>
              <a:pathLst>
                <a:path w="246380" h="246380">
                  <a:moveTo>
                    <a:pt x="0" y="123190"/>
                  </a:moveTo>
                  <a:cubicBezTo>
                    <a:pt x="0" y="55118"/>
                    <a:pt x="55118" y="0"/>
                    <a:pt x="123190" y="0"/>
                  </a:cubicBezTo>
                  <a:cubicBezTo>
                    <a:pt x="191262" y="0"/>
                    <a:pt x="246380" y="55118"/>
                    <a:pt x="246380" y="123190"/>
                  </a:cubicBezTo>
                  <a:cubicBezTo>
                    <a:pt x="246380" y="191262"/>
                    <a:pt x="191262" y="246380"/>
                    <a:pt x="123190" y="246380"/>
                  </a:cubicBezTo>
                  <a:cubicBezTo>
                    <a:pt x="55118" y="246380"/>
                    <a:pt x="0" y="191262"/>
                    <a:pt x="0" y="123190"/>
                  </a:cubicBezTo>
                  <a:close/>
                </a:path>
              </a:pathLst>
            </a:custGeom>
            <a:solidFill>
              <a:srgbClr val="3D3D3D"/>
            </a:solidFill>
          </p:spPr>
        </p:sp>
        <p:sp>
          <p:nvSpPr>
            <p:cNvPr id="24" name="Freeform 24"/>
            <p:cNvSpPr/>
            <p:nvPr/>
          </p:nvSpPr>
          <p:spPr>
            <a:xfrm>
              <a:off x="0" y="0"/>
              <a:ext cx="271780" cy="271780"/>
            </a:xfrm>
            <a:custGeom>
              <a:avLst/>
              <a:gdLst/>
              <a:ahLst/>
              <a:cxnLst/>
              <a:rect l="l" t="t" r="r" b="b"/>
              <a:pathLst>
                <a:path w="271780" h="271780">
                  <a:moveTo>
                    <a:pt x="0" y="135890"/>
                  </a:moveTo>
                  <a:cubicBezTo>
                    <a:pt x="0" y="60833"/>
                    <a:pt x="60833" y="0"/>
                    <a:pt x="135890" y="0"/>
                  </a:cubicBezTo>
                  <a:lnTo>
                    <a:pt x="135890" y="12700"/>
                  </a:lnTo>
                  <a:lnTo>
                    <a:pt x="135890" y="0"/>
                  </a:lnTo>
                  <a:cubicBezTo>
                    <a:pt x="210947" y="0"/>
                    <a:pt x="271780" y="60833"/>
                    <a:pt x="271780" y="135890"/>
                  </a:cubicBezTo>
                  <a:lnTo>
                    <a:pt x="259080" y="135890"/>
                  </a:lnTo>
                  <a:lnTo>
                    <a:pt x="271780" y="135890"/>
                  </a:lnTo>
                  <a:cubicBezTo>
                    <a:pt x="271780" y="210947"/>
                    <a:pt x="210947" y="271780"/>
                    <a:pt x="135890" y="271780"/>
                  </a:cubicBezTo>
                  <a:lnTo>
                    <a:pt x="135890" y="259080"/>
                  </a:lnTo>
                  <a:lnTo>
                    <a:pt x="135890" y="271780"/>
                  </a:lnTo>
                  <a:cubicBezTo>
                    <a:pt x="60833" y="271780"/>
                    <a:pt x="0" y="210947"/>
                    <a:pt x="0" y="135890"/>
                  </a:cubicBezTo>
                  <a:lnTo>
                    <a:pt x="12700" y="135890"/>
                  </a:lnTo>
                  <a:lnTo>
                    <a:pt x="25400" y="135890"/>
                  </a:lnTo>
                  <a:lnTo>
                    <a:pt x="12700" y="135890"/>
                  </a:lnTo>
                  <a:lnTo>
                    <a:pt x="0" y="135890"/>
                  </a:lnTo>
                  <a:moveTo>
                    <a:pt x="25400" y="135890"/>
                  </a:moveTo>
                  <a:cubicBezTo>
                    <a:pt x="25400" y="142875"/>
                    <a:pt x="19685" y="148590"/>
                    <a:pt x="12700" y="148590"/>
                  </a:cubicBezTo>
                  <a:cubicBezTo>
                    <a:pt x="5715" y="148590"/>
                    <a:pt x="0" y="142875"/>
                    <a:pt x="0" y="135890"/>
                  </a:cubicBezTo>
                  <a:cubicBezTo>
                    <a:pt x="0" y="128905"/>
                    <a:pt x="5715" y="123190"/>
                    <a:pt x="12700" y="123190"/>
                  </a:cubicBezTo>
                  <a:cubicBezTo>
                    <a:pt x="19685" y="123190"/>
                    <a:pt x="25400" y="128905"/>
                    <a:pt x="25400" y="135890"/>
                  </a:cubicBezTo>
                  <a:cubicBezTo>
                    <a:pt x="25400" y="196977"/>
                    <a:pt x="74930" y="246380"/>
                    <a:pt x="135890" y="246380"/>
                  </a:cubicBezTo>
                  <a:cubicBezTo>
                    <a:pt x="196850" y="246380"/>
                    <a:pt x="246380" y="196850"/>
                    <a:pt x="246380" y="135890"/>
                  </a:cubicBezTo>
                  <a:cubicBezTo>
                    <a:pt x="246380" y="74930"/>
                    <a:pt x="196977" y="25400"/>
                    <a:pt x="135890" y="25400"/>
                  </a:cubicBezTo>
                  <a:lnTo>
                    <a:pt x="135890" y="12700"/>
                  </a:lnTo>
                  <a:lnTo>
                    <a:pt x="135890" y="25400"/>
                  </a:lnTo>
                  <a:cubicBezTo>
                    <a:pt x="74930" y="25400"/>
                    <a:pt x="25400" y="74930"/>
                    <a:pt x="25400" y="135890"/>
                  </a:cubicBezTo>
                  <a:close/>
                </a:path>
              </a:pathLst>
            </a:custGeom>
            <a:solidFill>
              <a:srgbClr val="3D3D3D"/>
            </a:solidFill>
          </p:spPr>
        </p:sp>
      </p:grpSp>
      <p:grpSp>
        <p:nvGrpSpPr>
          <p:cNvPr id="25" name="Group 25"/>
          <p:cNvGrpSpPr/>
          <p:nvPr/>
        </p:nvGrpSpPr>
        <p:grpSpPr>
          <a:xfrm>
            <a:off x="16712525" y="460225"/>
            <a:ext cx="203850" cy="203850"/>
            <a:chOff x="0" y="0"/>
            <a:chExt cx="271800" cy="271800"/>
          </a:xfrm>
        </p:grpSpPr>
        <p:sp>
          <p:nvSpPr>
            <p:cNvPr id="26" name="Freeform 26"/>
            <p:cNvSpPr/>
            <p:nvPr/>
          </p:nvSpPr>
          <p:spPr>
            <a:xfrm>
              <a:off x="12700" y="12700"/>
              <a:ext cx="246380" cy="246380"/>
            </a:xfrm>
            <a:custGeom>
              <a:avLst/>
              <a:gdLst/>
              <a:ahLst/>
              <a:cxnLst/>
              <a:rect l="l" t="t" r="r" b="b"/>
              <a:pathLst>
                <a:path w="246380" h="246380">
                  <a:moveTo>
                    <a:pt x="0" y="123190"/>
                  </a:moveTo>
                  <a:cubicBezTo>
                    <a:pt x="0" y="55118"/>
                    <a:pt x="55118" y="0"/>
                    <a:pt x="123190" y="0"/>
                  </a:cubicBezTo>
                  <a:cubicBezTo>
                    <a:pt x="191262" y="0"/>
                    <a:pt x="246380" y="55118"/>
                    <a:pt x="246380" y="123190"/>
                  </a:cubicBezTo>
                  <a:cubicBezTo>
                    <a:pt x="246380" y="191262"/>
                    <a:pt x="191262" y="246380"/>
                    <a:pt x="123190" y="246380"/>
                  </a:cubicBezTo>
                  <a:cubicBezTo>
                    <a:pt x="55118" y="246380"/>
                    <a:pt x="0" y="191262"/>
                    <a:pt x="0" y="123190"/>
                  </a:cubicBezTo>
                  <a:close/>
                </a:path>
              </a:pathLst>
            </a:custGeom>
            <a:solidFill>
              <a:srgbClr val="3D3D3D"/>
            </a:solidFill>
          </p:spPr>
        </p:sp>
        <p:sp>
          <p:nvSpPr>
            <p:cNvPr id="27" name="Freeform 27"/>
            <p:cNvSpPr/>
            <p:nvPr/>
          </p:nvSpPr>
          <p:spPr>
            <a:xfrm>
              <a:off x="0" y="0"/>
              <a:ext cx="271780" cy="271780"/>
            </a:xfrm>
            <a:custGeom>
              <a:avLst/>
              <a:gdLst/>
              <a:ahLst/>
              <a:cxnLst/>
              <a:rect l="l" t="t" r="r" b="b"/>
              <a:pathLst>
                <a:path w="271780" h="271780">
                  <a:moveTo>
                    <a:pt x="0" y="135890"/>
                  </a:moveTo>
                  <a:cubicBezTo>
                    <a:pt x="0" y="60833"/>
                    <a:pt x="60833" y="0"/>
                    <a:pt x="135890" y="0"/>
                  </a:cubicBezTo>
                  <a:lnTo>
                    <a:pt x="135890" y="12700"/>
                  </a:lnTo>
                  <a:lnTo>
                    <a:pt x="135890" y="0"/>
                  </a:lnTo>
                  <a:cubicBezTo>
                    <a:pt x="210947" y="0"/>
                    <a:pt x="271780" y="60833"/>
                    <a:pt x="271780" y="135890"/>
                  </a:cubicBezTo>
                  <a:lnTo>
                    <a:pt x="259080" y="135890"/>
                  </a:lnTo>
                  <a:lnTo>
                    <a:pt x="271780" y="135890"/>
                  </a:lnTo>
                  <a:cubicBezTo>
                    <a:pt x="271780" y="210947"/>
                    <a:pt x="210947" y="271780"/>
                    <a:pt x="135890" y="271780"/>
                  </a:cubicBezTo>
                  <a:lnTo>
                    <a:pt x="135890" y="259080"/>
                  </a:lnTo>
                  <a:lnTo>
                    <a:pt x="135890" y="271780"/>
                  </a:lnTo>
                  <a:cubicBezTo>
                    <a:pt x="60833" y="271780"/>
                    <a:pt x="0" y="210947"/>
                    <a:pt x="0" y="135890"/>
                  </a:cubicBezTo>
                  <a:lnTo>
                    <a:pt x="12700" y="135890"/>
                  </a:lnTo>
                  <a:lnTo>
                    <a:pt x="25400" y="135890"/>
                  </a:lnTo>
                  <a:lnTo>
                    <a:pt x="12700" y="135890"/>
                  </a:lnTo>
                  <a:lnTo>
                    <a:pt x="0" y="135890"/>
                  </a:lnTo>
                  <a:moveTo>
                    <a:pt x="25400" y="135890"/>
                  </a:moveTo>
                  <a:cubicBezTo>
                    <a:pt x="25400" y="142875"/>
                    <a:pt x="19685" y="148590"/>
                    <a:pt x="12700" y="148590"/>
                  </a:cubicBezTo>
                  <a:cubicBezTo>
                    <a:pt x="5715" y="148590"/>
                    <a:pt x="0" y="142875"/>
                    <a:pt x="0" y="135890"/>
                  </a:cubicBezTo>
                  <a:cubicBezTo>
                    <a:pt x="0" y="128905"/>
                    <a:pt x="5715" y="123190"/>
                    <a:pt x="12700" y="123190"/>
                  </a:cubicBezTo>
                  <a:cubicBezTo>
                    <a:pt x="19685" y="123190"/>
                    <a:pt x="25400" y="128905"/>
                    <a:pt x="25400" y="135890"/>
                  </a:cubicBezTo>
                  <a:cubicBezTo>
                    <a:pt x="25400" y="196977"/>
                    <a:pt x="74930" y="246380"/>
                    <a:pt x="135890" y="246380"/>
                  </a:cubicBezTo>
                  <a:cubicBezTo>
                    <a:pt x="196850" y="246380"/>
                    <a:pt x="246380" y="196850"/>
                    <a:pt x="246380" y="135890"/>
                  </a:cubicBezTo>
                  <a:cubicBezTo>
                    <a:pt x="246380" y="74930"/>
                    <a:pt x="196977" y="25400"/>
                    <a:pt x="135890" y="25400"/>
                  </a:cubicBezTo>
                  <a:lnTo>
                    <a:pt x="135890" y="12700"/>
                  </a:lnTo>
                  <a:lnTo>
                    <a:pt x="135890" y="25400"/>
                  </a:lnTo>
                  <a:cubicBezTo>
                    <a:pt x="74930" y="25400"/>
                    <a:pt x="25400" y="74930"/>
                    <a:pt x="25400" y="135890"/>
                  </a:cubicBezTo>
                  <a:close/>
                </a:path>
              </a:pathLst>
            </a:custGeom>
            <a:solidFill>
              <a:srgbClr val="3D3D3D"/>
            </a:solidFill>
          </p:spPr>
        </p:sp>
      </p:grpSp>
      <p:grpSp>
        <p:nvGrpSpPr>
          <p:cNvPr id="28" name="Group 28"/>
          <p:cNvGrpSpPr/>
          <p:nvPr/>
        </p:nvGrpSpPr>
        <p:grpSpPr>
          <a:xfrm>
            <a:off x="13894176" y="2435015"/>
            <a:ext cx="2083521" cy="5166598"/>
            <a:chOff x="0" y="0"/>
            <a:chExt cx="2778028" cy="6888797"/>
          </a:xfrm>
        </p:grpSpPr>
        <p:grpSp>
          <p:nvGrpSpPr>
            <p:cNvPr id="29" name="Group 29"/>
            <p:cNvGrpSpPr/>
            <p:nvPr/>
          </p:nvGrpSpPr>
          <p:grpSpPr>
            <a:xfrm>
              <a:off x="0" y="0"/>
              <a:ext cx="2778028" cy="6888797"/>
              <a:chOff x="0" y="0"/>
              <a:chExt cx="548746" cy="1360750"/>
            </a:xfrm>
          </p:grpSpPr>
          <p:sp>
            <p:nvSpPr>
              <p:cNvPr id="30" name="Freeform 30"/>
              <p:cNvSpPr/>
              <p:nvPr/>
            </p:nvSpPr>
            <p:spPr>
              <a:xfrm>
                <a:off x="0" y="0"/>
                <a:ext cx="548746" cy="1360750"/>
              </a:xfrm>
              <a:custGeom>
                <a:avLst/>
                <a:gdLst/>
                <a:ahLst/>
                <a:cxnLst/>
                <a:rect l="l" t="t" r="r" b="b"/>
                <a:pathLst>
                  <a:path w="548746" h="1360750">
                    <a:moveTo>
                      <a:pt x="189505" y="0"/>
                    </a:moveTo>
                    <a:lnTo>
                      <a:pt x="359241" y="0"/>
                    </a:lnTo>
                    <a:cubicBezTo>
                      <a:pt x="463902" y="0"/>
                      <a:pt x="548746" y="84844"/>
                      <a:pt x="548746" y="189505"/>
                    </a:cubicBezTo>
                    <a:lnTo>
                      <a:pt x="548746" y="1171245"/>
                    </a:lnTo>
                    <a:cubicBezTo>
                      <a:pt x="548746" y="1275906"/>
                      <a:pt x="463902" y="1360750"/>
                      <a:pt x="359241" y="1360750"/>
                    </a:cubicBezTo>
                    <a:lnTo>
                      <a:pt x="189505" y="1360750"/>
                    </a:lnTo>
                    <a:cubicBezTo>
                      <a:pt x="84844" y="1360750"/>
                      <a:pt x="0" y="1275906"/>
                      <a:pt x="0" y="1171245"/>
                    </a:cubicBezTo>
                    <a:lnTo>
                      <a:pt x="0" y="189505"/>
                    </a:lnTo>
                    <a:cubicBezTo>
                      <a:pt x="0" y="84844"/>
                      <a:pt x="84844" y="0"/>
                      <a:pt x="189505" y="0"/>
                    </a:cubicBezTo>
                    <a:close/>
                  </a:path>
                </a:pathLst>
              </a:custGeom>
              <a:solidFill>
                <a:srgbClr val="477797"/>
              </a:solidFill>
            </p:spPr>
          </p:sp>
          <p:sp>
            <p:nvSpPr>
              <p:cNvPr id="31" name="TextBox 31"/>
              <p:cNvSpPr txBox="1"/>
              <p:nvPr/>
            </p:nvSpPr>
            <p:spPr>
              <a:xfrm>
                <a:off x="0" y="-9525"/>
                <a:ext cx="548746" cy="1370275"/>
              </a:xfrm>
              <a:prstGeom prst="rect">
                <a:avLst/>
              </a:prstGeom>
            </p:spPr>
            <p:txBody>
              <a:bodyPr lIns="50800" tIns="50800" rIns="50800" bIns="50800" rtlCol="0" anchor="ctr"/>
              <a:lstStyle/>
              <a:p>
                <a:pPr algn="ctr">
                  <a:lnSpc>
                    <a:spcPts val="2880"/>
                  </a:lnSpc>
                </a:pPr>
              </a:p>
            </p:txBody>
          </p:sp>
        </p:grpSp>
        <p:sp>
          <p:nvSpPr>
            <p:cNvPr id="32" name="TextBox 32"/>
            <p:cNvSpPr txBox="1"/>
            <p:nvPr/>
          </p:nvSpPr>
          <p:spPr>
            <a:xfrm>
              <a:off x="258523" y="1593162"/>
              <a:ext cx="2201716" cy="3727026"/>
            </a:xfrm>
            <a:prstGeom prst="rect">
              <a:avLst/>
            </a:prstGeom>
          </p:spPr>
          <p:txBody>
            <a:bodyPr lIns="0" tIns="0" rIns="0" bIns="0" rtlCol="0" anchor="t">
              <a:spAutoFit/>
            </a:bodyPr>
            <a:lstStyle/>
            <a:p>
              <a:pPr algn="ctr">
                <a:lnSpc>
                  <a:spcPts val="5450"/>
                </a:lnSpc>
              </a:pPr>
              <a:r>
                <a:rPr lang="en-US" sz="4540" b="1">
                  <a:solidFill>
                    <a:srgbClr val="FFFFFF"/>
                  </a:solidFill>
                  <a:latin typeface="+mj-lt"/>
                  <a:cs typeface="+mj-lt"/>
                </a:rPr>
                <a:t>DANH MỤC MÓN ĂN</a:t>
              </a:r>
              <a:endParaRPr lang="en-US" sz="4540" b="1">
                <a:solidFill>
                  <a:srgbClr val="FFFFFF"/>
                </a:solidFill>
                <a:latin typeface="+mj-lt"/>
                <a:cs typeface="+mj-lt"/>
              </a:endParaRPr>
            </a:p>
          </p:txBody>
        </p:sp>
      </p:grpSp>
      <p:sp>
        <p:nvSpPr>
          <p:cNvPr id="33" name="TextBox 33"/>
          <p:cNvSpPr txBox="1"/>
          <p:nvPr/>
        </p:nvSpPr>
        <p:spPr>
          <a:xfrm>
            <a:off x="2395055" y="2705097"/>
            <a:ext cx="10645680" cy="4883150"/>
          </a:xfrm>
          <a:prstGeom prst="rect">
            <a:avLst/>
          </a:prstGeom>
        </p:spPr>
        <p:txBody>
          <a:bodyPr lIns="0" tIns="0" rIns="0" bIns="0" rtlCol="0" anchor="t">
            <a:spAutoFit/>
          </a:bodyPr>
          <a:lstStyle/>
          <a:p>
            <a:pPr marL="734060" lvl="1" indent="-367030" algn="just">
              <a:lnSpc>
                <a:spcPts val="4760"/>
              </a:lnSpc>
              <a:buFont typeface="Arial" panose="020B0604020202020204"/>
              <a:buChar char="•"/>
            </a:pPr>
            <a:r>
              <a:rPr lang="en-US" sz="3400">
                <a:solidFill>
                  <a:srgbClr val="000000"/>
                </a:solidFill>
                <a:latin typeface="Faustina" panose="00000500000000000000"/>
              </a:rPr>
              <a:t>Người dùng truy cập nhanh chóng vào thực đơn, hiển thị tất cả các món ăn và đồ uống kèm theo hình ảnh, mô tả và giá cả. </a:t>
            </a:r>
            <a:endParaRPr lang="en-US" sz="3400">
              <a:solidFill>
                <a:srgbClr val="000000"/>
              </a:solidFill>
              <a:latin typeface="Faustina" panose="00000500000000000000"/>
            </a:endParaRPr>
          </a:p>
          <a:p>
            <a:pPr marL="734060" lvl="1" indent="-367030" algn="just">
              <a:lnSpc>
                <a:spcPts val="4760"/>
              </a:lnSpc>
              <a:buFont typeface="Arial" panose="020B0604020202020204"/>
              <a:buChar char="•"/>
            </a:pPr>
            <a:r>
              <a:rPr lang="en-US" sz="3400">
                <a:solidFill>
                  <a:srgbClr val="000000"/>
                </a:solidFill>
                <a:latin typeface="Faustina" panose="00000500000000000000"/>
              </a:rPr>
              <a:t>Chức năng này không chỉ giúp khách hàng lựa chọn món ăn dễ dàng mà còn hỗ trợ nhân viên trong việc quản lý thực đơn một cách hiệu quả.</a:t>
            </a:r>
            <a:endParaRPr lang="en-US" sz="3400">
              <a:solidFill>
                <a:srgbClr val="000000"/>
              </a:solidFill>
              <a:latin typeface="Faustina" panose="00000500000000000000"/>
            </a:endParaRPr>
          </a:p>
          <a:p>
            <a:pPr marL="734060" lvl="1" indent="-367030" algn="just">
              <a:lnSpc>
                <a:spcPts val="4760"/>
              </a:lnSpc>
              <a:buFont typeface="Arial" panose="020B0604020202020204"/>
              <a:buChar char="•"/>
            </a:pPr>
            <a:r>
              <a:rPr lang="en-US" sz="3400">
                <a:solidFill>
                  <a:srgbClr val="000000"/>
                </a:solidFill>
                <a:latin typeface="Faustina" panose="00000500000000000000"/>
              </a:rPr>
              <a:t>Thông tin danh mục món ăn bao gồm: mã món, tên món, loại món, đơn vị tính, giá món.</a:t>
            </a:r>
            <a:endParaRPr lang="en-US" sz="3400">
              <a:solidFill>
                <a:srgbClr val="000000"/>
              </a:solidFill>
              <a:latin typeface="Faustina" panose="0000050000000000000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8988"/>
            <a:ext cx="2852156" cy="1194566"/>
            <a:chOff x="0" y="0"/>
            <a:chExt cx="3802875" cy="1592755"/>
          </a:xfrm>
        </p:grpSpPr>
        <p:sp>
          <p:nvSpPr>
            <p:cNvPr id="3" name="AutoShape 3"/>
            <p:cNvSpPr/>
            <p:nvPr/>
          </p:nvSpPr>
          <p:spPr>
            <a:xfrm rot="1168354">
              <a:off x="1073479" y="722313"/>
              <a:ext cx="2543742" cy="0"/>
            </a:xfrm>
            <a:prstGeom prst="line">
              <a:avLst/>
            </a:prstGeom>
            <a:ln w="9343" cap="rnd">
              <a:solidFill>
                <a:srgbClr val="3D3D3D"/>
              </a:solidFill>
              <a:prstDash val="solid"/>
              <a:headEnd type="none" w="sm" len="sm"/>
              <a:tailEnd type="none" w="sm" len="sm"/>
            </a:ln>
          </p:spPr>
        </p:sp>
        <p:sp>
          <p:nvSpPr>
            <p:cNvPr id="4" name="AutoShape 4"/>
            <p:cNvSpPr/>
            <p:nvPr/>
          </p:nvSpPr>
          <p:spPr>
            <a:xfrm rot="7903957">
              <a:off x="-288256" y="933803"/>
              <a:ext cx="1745159" cy="0"/>
            </a:xfrm>
            <a:prstGeom prst="line">
              <a:avLst/>
            </a:prstGeom>
            <a:ln w="9343" cap="rnd">
              <a:solidFill>
                <a:srgbClr val="3D3D3D"/>
              </a:solidFill>
              <a:prstDash val="solid"/>
              <a:headEnd type="none" w="sm" len="sm"/>
              <a:tailEnd type="none" w="sm" len="sm"/>
            </a:ln>
          </p:spPr>
        </p:sp>
        <p:sp>
          <p:nvSpPr>
            <p:cNvPr id="5" name="Freeform 5"/>
            <p:cNvSpPr/>
            <p:nvPr/>
          </p:nvSpPr>
          <p:spPr>
            <a:xfrm>
              <a:off x="844174" y="0"/>
              <a:ext cx="572916" cy="573995"/>
            </a:xfrm>
            <a:custGeom>
              <a:avLst/>
              <a:gdLst/>
              <a:ahLst/>
              <a:cxnLst/>
              <a:rect l="l" t="t" r="r" b="b"/>
              <a:pathLst>
                <a:path w="572916" h="573995">
                  <a:moveTo>
                    <a:pt x="0" y="0"/>
                  </a:moveTo>
                  <a:lnTo>
                    <a:pt x="572916" y="0"/>
                  </a:lnTo>
                  <a:lnTo>
                    <a:pt x="572916" y="573995"/>
                  </a:lnTo>
                  <a:lnTo>
                    <a:pt x="0" y="573995"/>
                  </a:lnTo>
                  <a:lnTo>
                    <a:pt x="0" y="0"/>
                  </a:lnTo>
                  <a:close/>
                </a:path>
              </a:pathLst>
            </a:custGeom>
            <a:blipFill>
              <a:blip r:embed="rId1"/>
              <a:stretch>
                <a:fillRect/>
              </a:stretch>
            </a:blipFill>
          </p:spPr>
        </p:sp>
        <p:sp>
          <p:nvSpPr>
            <p:cNvPr id="6" name="Freeform 6"/>
            <p:cNvSpPr/>
            <p:nvPr/>
          </p:nvSpPr>
          <p:spPr>
            <a:xfrm>
              <a:off x="3227828" y="849099"/>
              <a:ext cx="575047" cy="575590"/>
            </a:xfrm>
            <a:custGeom>
              <a:avLst/>
              <a:gdLst/>
              <a:ahLst/>
              <a:cxnLst/>
              <a:rect l="l" t="t" r="r" b="b"/>
              <a:pathLst>
                <a:path w="575047" h="575590">
                  <a:moveTo>
                    <a:pt x="0" y="0"/>
                  </a:moveTo>
                  <a:lnTo>
                    <a:pt x="575047" y="0"/>
                  </a:lnTo>
                  <a:lnTo>
                    <a:pt x="575047" y="575590"/>
                  </a:lnTo>
                  <a:lnTo>
                    <a:pt x="0" y="575590"/>
                  </a:lnTo>
                  <a:lnTo>
                    <a:pt x="0" y="0"/>
                  </a:lnTo>
                  <a:close/>
                </a:path>
              </a:pathLst>
            </a:custGeom>
            <a:blipFill>
              <a:blip r:embed="rId2"/>
              <a:stretch>
                <a:fillRect/>
              </a:stretch>
            </a:blipFill>
          </p:spPr>
        </p:sp>
        <p:sp>
          <p:nvSpPr>
            <p:cNvPr id="7" name="Freeform 7"/>
            <p:cNvSpPr/>
            <p:nvPr/>
          </p:nvSpPr>
          <p:spPr>
            <a:xfrm>
              <a:off x="3135642" y="465429"/>
              <a:ext cx="343353" cy="52971"/>
            </a:xfrm>
            <a:custGeom>
              <a:avLst/>
              <a:gdLst/>
              <a:ahLst/>
              <a:cxnLst/>
              <a:rect l="l" t="t" r="r" b="b"/>
              <a:pathLst>
                <a:path w="343353" h="52971">
                  <a:moveTo>
                    <a:pt x="0" y="0"/>
                  </a:moveTo>
                  <a:lnTo>
                    <a:pt x="343353" y="0"/>
                  </a:lnTo>
                  <a:lnTo>
                    <a:pt x="343353" y="52971"/>
                  </a:lnTo>
                  <a:lnTo>
                    <a:pt x="0" y="52971"/>
                  </a:lnTo>
                  <a:lnTo>
                    <a:pt x="0" y="0"/>
                  </a:lnTo>
                  <a:close/>
                </a:path>
              </a:pathLst>
            </a:custGeom>
            <a:blipFill>
              <a:blip r:embed="rId3"/>
              <a:stretch>
                <a:fillRect/>
              </a:stretch>
            </a:blipFill>
          </p:spPr>
        </p:sp>
      </p:grpSp>
      <p:grpSp>
        <p:nvGrpSpPr>
          <p:cNvPr id="8" name="Group 8"/>
          <p:cNvGrpSpPr/>
          <p:nvPr/>
        </p:nvGrpSpPr>
        <p:grpSpPr>
          <a:xfrm>
            <a:off x="16525455" y="4724"/>
            <a:ext cx="1794042" cy="2157403"/>
            <a:chOff x="0" y="0"/>
            <a:chExt cx="2392056" cy="2876537"/>
          </a:xfrm>
        </p:grpSpPr>
        <p:sp>
          <p:nvSpPr>
            <p:cNvPr id="9" name="AutoShape 9"/>
            <p:cNvSpPr/>
            <p:nvPr/>
          </p:nvSpPr>
          <p:spPr>
            <a:xfrm rot="2700000">
              <a:off x="224916" y="1553843"/>
              <a:ext cx="1892223" cy="0"/>
            </a:xfrm>
            <a:prstGeom prst="line">
              <a:avLst/>
            </a:prstGeom>
            <a:ln w="8528" cap="rnd">
              <a:solidFill>
                <a:srgbClr val="3D3D3D"/>
              </a:solidFill>
              <a:prstDash val="solid"/>
              <a:headEnd type="none" w="sm" len="sm"/>
              <a:tailEnd type="none" w="sm" len="sm"/>
            </a:ln>
          </p:spPr>
        </p:sp>
        <p:sp>
          <p:nvSpPr>
            <p:cNvPr id="10" name="AutoShape 10"/>
            <p:cNvSpPr/>
            <p:nvPr/>
          </p:nvSpPr>
          <p:spPr>
            <a:xfrm rot="9211909">
              <a:off x="471710" y="450725"/>
              <a:ext cx="2024551" cy="0"/>
            </a:xfrm>
            <a:prstGeom prst="line">
              <a:avLst/>
            </a:prstGeom>
            <a:ln w="8528" cap="rnd">
              <a:solidFill>
                <a:srgbClr val="3D3D3D"/>
              </a:solidFill>
              <a:prstDash val="solid"/>
              <a:headEnd type="none" w="sm" len="sm"/>
              <a:tailEnd type="none" w="sm" len="sm"/>
            </a:ln>
          </p:spPr>
        </p:sp>
        <p:sp>
          <p:nvSpPr>
            <p:cNvPr id="11" name="Freeform 11"/>
            <p:cNvSpPr/>
            <p:nvPr/>
          </p:nvSpPr>
          <p:spPr>
            <a:xfrm>
              <a:off x="0" y="358149"/>
              <a:ext cx="1041789" cy="1042774"/>
            </a:xfrm>
            <a:custGeom>
              <a:avLst/>
              <a:gdLst/>
              <a:ahLst/>
              <a:cxnLst/>
              <a:rect l="l" t="t" r="r" b="b"/>
              <a:pathLst>
                <a:path w="1041789" h="1042774">
                  <a:moveTo>
                    <a:pt x="0" y="0"/>
                  </a:moveTo>
                  <a:lnTo>
                    <a:pt x="1041789" y="0"/>
                  </a:lnTo>
                  <a:lnTo>
                    <a:pt x="1041789" y="1042774"/>
                  </a:lnTo>
                  <a:lnTo>
                    <a:pt x="0" y="1042774"/>
                  </a:lnTo>
                  <a:lnTo>
                    <a:pt x="0" y="0"/>
                  </a:lnTo>
                  <a:close/>
                </a:path>
              </a:pathLst>
            </a:custGeom>
            <a:blipFill>
              <a:blip r:embed="rId4"/>
              <a:stretch>
                <a:fillRect/>
              </a:stretch>
            </a:blipFill>
          </p:spPr>
        </p:sp>
        <p:sp>
          <p:nvSpPr>
            <p:cNvPr id="12" name="Freeform 12"/>
            <p:cNvSpPr/>
            <p:nvPr/>
          </p:nvSpPr>
          <p:spPr>
            <a:xfrm>
              <a:off x="1566399" y="1996778"/>
              <a:ext cx="522909" cy="523894"/>
            </a:xfrm>
            <a:custGeom>
              <a:avLst/>
              <a:gdLst/>
              <a:ahLst/>
              <a:cxnLst/>
              <a:rect l="l" t="t" r="r" b="b"/>
              <a:pathLst>
                <a:path w="522909" h="523894">
                  <a:moveTo>
                    <a:pt x="0" y="0"/>
                  </a:moveTo>
                  <a:lnTo>
                    <a:pt x="522909" y="0"/>
                  </a:lnTo>
                  <a:lnTo>
                    <a:pt x="522909" y="523894"/>
                  </a:lnTo>
                  <a:lnTo>
                    <a:pt x="0" y="523894"/>
                  </a:lnTo>
                  <a:lnTo>
                    <a:pt x="0" y="0"/>
                  </a:lnTo>
                  <a:close/>
                </a:path>
              </a:pathLst>
            </a:custGeom>
            <a:blipFill>
              <a:blip r:embed="rId1"/>
              <a:stretch>
                <a:fillRect/>
              </a:stretch>
            </a:blipFill>
          </p:spPr>
        </p:sp>
        <p:sp>
          <p:nvSpPr>
            <p:cNvPr id="13" name="Freeform 13"/>
            <p:cNvSpPr/>
            <p:nvPr/>
          </p:nvSpPr>
          <p:spPr>
            <a:xfrm>
              <a:off x="1530049" y="2828190"/>
              <a:ext cx="313384" cy="48347"/>
            </a:xfrm>
            <a:custGeom>
              <a:avLst/>
              <a:gdLst/>
              <a:ahLst/>
              <a:cxnLst/>
              <a:rect l="l" t="t" r="r" b="b"/>
              <a:pathLst>
                <a:path w="313384" h="48347">
                  <a:moveTo>
                    <a:pt x="0" y="0"/>
                  </a:moveTo>
                  <a:lnTo>
                    <a:pt x="313384" y="0"/>
                  </a:lnTo>
                  <a:lnTo>
                    <a:pt x="313384" y="48347"/>
                  </a:lnTo>
                  <a:lnTo>
                    <a:pt x="0" y="48347"/>
                  </a:lnTo>
                  <a:lnTo>
                    <a:pt x="0" y="0"/>
                  </a:lnTo>
                  <a:close/>
                </a:path>
              </a:pathLst>
            </a:custGeom>
            <a:blipFill>
              <a:blip r:embed="rId3"/>
              <a:stretch>
                <a:fillRect/>
              </a:stretch>
            </a:blipFill>
          </p:spPr>
        </p:sp>
      </p:grpSp>
      <p:grpSp>
        <p:nvGrpSpPr>
          <p:cNvPr id="14" name="Group 14"/>
          <p:cNvGrpSpPr/>
          <p:nvPr/>
        </p:nvGrpSpPr>
        <p:grpSpPr>
          <a:xfrm>
            <a:off x="1676154" y="6629790"/>
            <a:ext cx="7597633" cy="1274301"/>
            <a:chOff x="0" y="0"/>
            <a:chExt cx="10130177" cy="1699068"/>
          </a:xfrm>
        </p:grpSpPr>
        <p:grpSp>
          <p:nvGrpSpPr>
            <p:cNvPr id="15" name="Group 15"/>
            <p:cNvGrpSpPr/>
            <p:nvPr/>
          </p:nvGrpSpPr>
          <p:grpSpPr>
            <a:xfrm>
              <a:off x="0" y="0"/>
              <a:ext cx="10130177" cy="1699068"/>
              <a:chOff x="0" y="0"/>
              <a:chExt cx="2085982" cy="349868"/>
            </a:xfrm>
          </p:grpSpPr>
          <p:sp>
            <p:nvSpPr>
              <p:cNvPr id="16" name="Freeform 16"/>
              <p:cNvSpPr/>
              <p:nvPr/>
            </p:nvSpPr>
            <p:spPr>
              <a:xfrm>
                <a:off x="0" y="0"/>
                <a:ext cx="2085982" cy="349868"/>
              </a:xfrm>
              <a:custGeom>
                <a:avLst/>
                <a:gdLst/>
                <a:ahLst/>
                <a:cxnLst/>
                <a:rect l="l" t="t" r="r" b="b"/>
                <a:pathLst>
                  <a:path w="2085982" h="349868">
                    <a:moveTo>
                      <a:pt x="49852" y="0"/>
                    </a:moveTo>
                    <a:lnTo>
                      <a:pt x="2036130" y="0"/>
                    </a:lnTo>
                    <a:cubicBezTo>
                      <a:pt x="2063662" y="0"/>
                      <a:pt x="2085982" y="22319"/>
                      <a:pt x="2085982" y="49852"/>
                    </a:cubicBezTo>
                    <a:lnTo>
                      <a:pt x="2085982" y="300016"/>
                    </a:lnTo>
                    <a:cubicBezTo>
                      <a:pt x="2085982" y="313238"/>
                      <a:pt x="2080729" y="325918"/>
                      <a:pt x="2071380" y="335267"/>
                    </a:cubicBezTo>
                    <a:cubicBezTo>
                      <a:pt x="2062031" y="344616"/>
                      <a:pt x="2049351" y="349868"/>
                      <a:pt x="2036130" y="349868"/>
                    </a:cubicBezTo>
                    <a:lnTo>
                      <a:pt x="49852" y="349868"/>
                    </a:lnTo>
                    <a:cubicBezTo>
                      <a:pt x="22319" y="349868"/>
                      <a:pt x="0" y="327548"/>
                      <a:pt x="0" y="300016"/>
                    </a:cubicBezTo>
                    <a:lnTo>
                      <a:pt x="0" y="49852"/>
                    </a:lnTo>
                    <a:cubicBezTo>
                      <a:pt x="0" y="22319"/>
                      <a:pt x="22319" y="0"/>
                      <a:pt x="49852" y="0"/>
                    </a:cubicBezTo>
                    <a:close/>
                  </a:path>
                </a:pathLst>
              </a:custGeom>
              <a:solidFill>
                <a:srgbClr val="477797"/>
              </a:solidFill>
            </p:spPr>
          </p:sp>
          <p:sp>
            <p:nvSpPr>
              <p:cNvPr id="17" name="TextBox 17"/>
              <p:cNvSpPr txBox="1"/>
              <p:nvPr/>
            </p:nvSpPr>
            <p:spPr>
              <a:xfrm>
                <a:off x="0" y="-19050"/>
                <a:ext cx="2085982" cy="368918"/>
              </a:xfrm>
              <a:prstGeom prst="rect">
                <a:avLst/>
              </a:prstGeom>
            </p:spPr>
            <p:txBody>
              <a:bodyPr lIns="50800" tIns="50800" rIns="50800" bIns="50800" rtlCol="0" anchor="ctr"/>
              <a:lstStyle/>
              <a:p>
                <a:pPr algn="ctr">
                  <a:lnSpc>
                    <a:spcPts val="2640"/>
                  </a:lnSpc>
                </a:pPr>
              </a:p>
            </p:txBody>
          </p:sp>
        </p:grpSp>
        <p:sp>
          <p:nvSpPr>
            <p:cNvPr id="18" name="TextBox 18"/>
            <p:cNvSpPr txBox="1"/>
            <p:nvPr/>
          </p:nvSpPr>
          <p:spPr>
            <a:xfrm>
              <a:off x="407055" y="355049"/>
              <a:ext cx="9316067" cy="893233"/>
            </a:xfrm>
            <a:prstGeom prst="rect">
              <a:avLst/>
            </a:prstGeom>
          </p:spPr>
          <p:txBody>
            <a:bodyPr lIns="0" tIns="0" rIns="0" bIns="0" rtlCol="0" anchor="t">
              <a:spAutoFit/>
            </a:bodyPr>
            <a:lstStyle/>
            <a:p>
              <a:pPr algn="ctr">
                <a:lnSpc>
                  <a:spcPts val="5225"/>
                </a:lnSpc>
              </a:pPr>
              <a:r>
                <a:rPr lang="en-US" sz="4355" b="1">
                  <a:solidFill>
                    <a:srgbClr val="FFFFFF"/>
                  </a:solidFill>
                  <a:latin typeface="+mj-lt"/>
                  <a:cs typeface="+mj-lt"/>
                </a:rPr>
                <a:t>PHIẾU ĐẶT ĐỒ ĂN</a:t>
              </a:r>
              <a:endParaRPr lang="en-US" sz="4355" b="1">
                <a:solidFill>
                  <a:srgbClr val="FFFFFF"/>
                </a:solidFill>
                <a:latin typeface="+mj-lt"/>
                <a:cs typeface="+mj-lt"/>
              </a:endParaRPr>
            </a:p>
          </p:txBody>
        </p:sp>
      </p:grpSp>
      <p:sp>
        <p:nvSpPr>
          <p:cNvPr id="19" name="TextBox 19"/>
          <p:cNvSpPr txBox="1"/>
          <p:nvPr/>
        </p:nvSpPr>
        <p:spPr>
          <a:xfrm>
            <a:off x="1426210" y="1943100"/>
            <a:ext cx="7458710" cy="4164965"/>
          </a:xfrm>
          <a:prstGeom prst="rect">
            <a:avLst/>
          </a:prstGeom>
        </p:spPr>
        <p:txBody>
          <a:bodyPr wrap="square" lIns="0" tIns="0" rIns="0" bIns="0" rtlCol="0" anchor="t">
            <a:spAutoFit/>
          </a:bodyPr>
          <a:lstStyle/>
          <a:p>
            <a:pPr marL="626110" lvl="1" indent="-313055" algn="just">
              <a:lnSpc>
                <a:spcPts val="4060"/>
              </a:lnSpc>
              <a:buFont typeface="Arial" panose="020B0604020202020204"/>
              <a:buChar char="•"/>
            </a:pPr>
            <a:r>
              <a:rPr lang="en-US" sz="2900">
                <a:solidFill>
                  <a:srgbClr val="000000"/>
                </a:solidFill>
                <a:latin typeface="Faustina" panose="00000500000000000000"/>
              </a:rPr>
              <a:t>Là tài liệu ghi lại các món ăn mà khách hàng đã chọn và xác nhận để phục vụ. </a:t>
            </a:r>
            <a:endParaRPr lang="en-US" sz="2900">
              <a:solidFill>
                <a:srgbClr val="000000"/>
              </a:solidFill>
              <a:latin typeface="Faustina" panose="00000500000000000000"/>
            </a:endParaRPr>
          </a:p>
          <a:p>
            <a:pPr marL="626110" lvl="1" indent="-313055" algn="just">
              <a:lnSpc>
                <a:spcPts val="4060"/>
              </a:lnSpc>
              <a:buFont typeface="Arial" panose="020B0604020202020204"/>
              <a:buChar char="•"/>
            </a:pPr>
            <a:r>
              <a:rPr lang="en-US" sz="2900">
                <a:solidFill>
                  <a:srgbClr val="000000"/>
                </a:solidFill>
                <a:latin typeface="Faustina" panose="00000500000000000000"/>
              </a:rPr>
              <a:t>Phiếu này bao gồm thông tin chi tiết như: mã phiếu, tên món, số lượng, ghi chú và tổng giá trị đơn hàng. </a:t>
            </a:r>
            <a:endParaRPr lang="en-US" sz="2900">
              <a:solidFill>
                <a:srgbClr val="000000"/>
              </a:solidFill>
              <a:latin typeface="Faustina" panose="00000500000000000000"/>
            </a:endParaRPr>
          </a:p>
          <a:p>
            <a:pPr marL="626110" lvl="1" indent="-313055" algn="just">
              <a:lnSpc>
                <a:spcPts val="4060"/>
              </a:lnSpc>
              <a:buFont typeface="Arial" panose="020B0604020202020204"/>
              <a:buChar char="•"/>
            </a:pPr>
            <a:r>
              <a:rPr lang="en-US" sz="2900">
                <a:solidFill>
                  <a:srgbClr val="000000"/>
                </a:solidFill>
                <a:latin typeface="Faustina" panose="00000500000000000000"/>
              </a:rPr>
              <a:t>Nó giúp nhân viên dễ dàng theo dõi và chuẩn bị món ăn, đồng thời đảm bảo rằng khách hàng nhận được đúng món đã đặt.</a:t>
            </a:r>
            <a:endParaRPr lang="en-US" sz="2900">
              <a:solidFill>
                <a:srgbClr val="000000"/>
              </a:solidFill>
              <a:latin typeface="Faustina" panose="00000500000000000000"/>
            </a:endParaRPr>
          </a:p>
        </p:txBody>
      </p:sp>
      <p:grpSp>
        <p:nvGrpSpPr>
          <p:cNvPr id="20" name="Group 14"/>
          <p:cNvGrpSpPr/>
          <p:nvPr/>
        </p:nvGrpSpPr>
        <p:grpSpPr>
          <a:xfrm>
            <a:off x="9600954" y="1860305"/>
            <a:ext cx="7597633" cy="1274301"/>
            <a:chOff x="0" y="0"/>
            <a:chExt cx="10130177" cy="1699068"/>
          </a:xfrm>
        </p:grpSpPr>
        <p:grpSp>
          <p:nvGrpSpPr>
            <p:cNvPr id="21" name="Group 15"/>
            <p:cNvGrpSpPr/>
            <p:nvPr/>
          </p:nvGrpSpPr>
          <p:grpSpPr>
            <a:xfrm>
              <a:off x="0" y="0"/>
              <a:ext cx="10130177" cy="1699068"/>
              <a:chOff x="0" y="0"/>
              <a:chExt cx="2085982" cy="349868"/>
            </a:xfrm>
          </p:grpSpPr>
          <p:sp>
            <p:nvSpPr>
              <p:cNvPr id="22" name="Freeform 16"/>
              <p:cNvSpPr/>
              <p:nvPr/>
            </p:nvSpPr>
            <p:spPr>
              <a:xfrm>
                <a:off x="0" y="0"/>
                <a:ext cx="2085982" cy="349868"/>
              </a:xfrm>
              <a:custGeom>
                <a:avLst/>
                <a:gdLst/>
                <a:ahLst/>
                <a:cxnLst/>
                <a:rect l="l" t="t" r="r" b="b"/>
                <a:pathLst>
                  <a:path w="2085982" h="349868">
                    <a:moveTo>
                      <a:pt x="49852" y="0"/>
                    </a:moveTo>
                    <a:lnTo>
                      <a:pt x="2036130" y="0"/>
                    </a:lnTo>
                    <a:cubicBezTo>
                      <a:pt x="2063662" y="0"/>
                      <a:pt x="2085982" y="22319"/>
                      <a:pt x="2085982" y="49852"/>
                    </a:cubicBezTo>
                    <a:lnTo>
                      <a:pt x="2085982" y="300016"/>
                    </a:lnTo>
                    <a:cubicBezTo>
                      <a:pt x="2085982" y="313238"/>
                      <a:pt x="2080729" y="325918"/>
                      <a:pt x="2071380" y="335267"/>
                    </a:cubicBezTo>
                    <a:cubicBezTo>
                      <a:pt x="2062031" y="344616"/>
                      <a:pt x="2049351" y="349868"/>
                      <a:pt x="2036130" y="349868"/>
                    </a:cubicBezTo>
                    <a:lnTo>
                      <a:pt x="49852" y="349868"/>
                    </a:lnTo>
                    <a:cubicBezTo>
                      <a:pt x="22319" y="349868"/>
                      <a:pt x="0" y="327548"/>
                      <a:pt x="0" y="300016"/>
                    </a:cubicBezTo>
                    <a:lnTo>
                      <a:pt x="0" y="49852"/>
                    </a:lnTo>
                    <a:cubicBezTo>
                      <a:pt x="0" y="22319"/>
                      <a:pt x="22319" y="0"/>
                      <a:pt x="49852" y="0"/>
                    </a:cubicBezTo>
                    <a:close/>
                  </a:path>
                </a:pathLst>
              </a:custGeom>
              <a:solidFill>
                <a:srgbClr val="477797"/>
              </a:solidFill>
            </p:spPr>
          </p:sp>
          <p:sp>
            <p:nvSpPr>
              <p:cNvPr id="23" name="TextBox 17"/>
              <p:cNvSpPr txBox="1"/>
              <p:nvPr/>
            </p:nvSpPr>
            <p:spPr>
              <a:xfrm>
                <a:off x="0" y="-19050"/>
                <a:ext cx="2085982" cy="368918"/>
              </a:xfrm>
              <a:prstGeom prst="rect">
                <a:avLst/>
              </a:prstGeom>
            </p:spPr>
            <p:txBody>
              <a:bodyPr lIns="50800" tIns="50800" rIns="50800" bIns="50800" rtlCol="0" anchor="ctr"/>
              <a:p>
                <a:pPr algn="ctr">
                  <a:lnSpc>
                    <a:spcPts val="2640"/>
                  </a:lnSpc>
                </a:pPr>
              </a:p>
            </p:txBody>
          </p:sp>
        </p:grpSp>
        <p:sp>
          <p:nvSpPr>
            <p:cNvPr id="24" name="TextBox 18"/>
            <p:cNvSpPr txBox="1"/>
            <p:nvPr/>
          </p:nvSpPr>
          <p:spPr>
            <a:xfrm>
              <a:off x="407055" y="355049"/>
              <a:ext cx="9316067" cy="893233"/>
            </a:xfrm>
            <a:prstGeom prst="rect">
              <a:avLst/>
            </a:prstGeom>
          </p:spPr>
          <p:txBody>
            <a:bodyPr lIns="0" tIns="0" rIns="0" bIns="0" rtlCol="0" anchor="t">
              <a:spAutoFit/>
            </a:bodyPr>
            <a:p>
              <a:pPr algn="ctr">
                <a:lnSpc>
                  <a:spcPts val="5225"/>
                </a:lnSpc>
              </a:pPr>
              <a:r>
                <a:rPr lang="en-US" sz="4355" b="1">
                  <a:solidFill>
                    <a:srgbClr val="FFFFFF"/>
                  </a:solidFill>
                  <a:latin typeface="+mj-lt"/>
                  <a:cs typeface="+mj-lt"/>
                </a:rPr>
                <a:t>HÓA ĐƠN THANH TOÁN</a:t>
              </a:r>
              <a:endParaRPr lang="en-US" sz="4355" b="1">
                <a:solidFill>
                  <a:srgbClr val="FFFFFF"/>
                </a:solidFill>
                <a:latin typeface="+mj-lt"/>
                <a:cs typeface="+mj-lt"/>
              </a:endParaRPr>
            </a:p>
          </p:txBody>
        </p:sp>
      </p:grpSp>
      <p:sp>
        <p:nvSpPr>
          <p:cNvPr id="25" name="TextBox 19"/>
          <p:cNvSpPr txBox="1"/>
          <p:nvPr/>
        </p:nvSpPr>
        <p:spPr>
          <a:xfrm>
            <a:off x="9677400" y="3543300"/>
            <a:ext cx="7458710" cy="5206365"/>
          </a:xfrm>
          <a:prstGeom prst="rect">
            <a:avLst/>
          </a:prstGeom>
        </p:spPr>
        <p:txBody>
          <a:bodyPr wrap="square" lIns="0" tIns="0" rIns="0" bIns="0" rtlCol="0" anchor="t">
            <a:spAutoFit/>
          </a:bodyPr>
          <a:p>
            <a:pPr marL="626110" lvl="1" indent="-313055" algn="just">
              <a:lnSpc>
                <a:spcPts val="4060"/>
              </a:lnSpc>
              <a:buFont typeface="Arial" panose="020B0604020202020204"/>
              <a:buChar char="•"/>
            </a:pPr>
            <a:r>
              <a:rPr lang="en-US" sz="2900">
                <a:solidFill>
                  <a:srgbClr val="000000"/>
                </a:solidFill>
                <a:latin typeface="Faustina" panose="00000500000000000000"/>
              </a:rPr>
              <a:t>Là tài liệu ghi nhận chi tiết các khoản chi phí mà khách hàng phải trả sau khi sử dụng dịch vụ tại nhà hàng. </a:t>
            </a:r>
            <a:endParaRPr lang="en-US" sz="2900">
              <a:solidFill>
                <a:srgbClr val="000000"/>
              </a:solidFill>
              <a:latin typeface="Faustina" panose="00000500000000000000"/>
            </a:endParaRPr>
          </a:p>
          <a:p>
            <a:pPr marL="626110" lvl="1" indent="-313055" algn="just">
              <a:lnSpc>
                <a:spcPts val="4060"/>
              </a:lnSpc>
              <a:buFont typeface="Arial" panose="020B0604020202020204"/>
              <a:buChar char="•"/>
            </a:pPr>
            <a:r>
              <a:rPr lang="en-US" sz="2900">
                <a:solidFill>
                  <a:srgbClr val="000000"/>
                </a:solidFill>
                <a:latin typeface="Faustina" panose="00000500000000000000"/>
              </a:rPr>
              <a:t>Hóa đơn bao gồm thông tin: mã hóa đơn, giá trị từng món, thuế, và tổng số tiền thanh toán. </a:t>
            </a:r>
            <a:endParaRPr lang="en-US" sz="2900">
              <a:solidFill>
                <a:srgbClr val="000000"/>
              </a:solidFill>
              <a:latin typeface="Faustina" panose="00000500000000000000"/>
            </a:endParaRPr>
          </a:p>
          <a:p>
            <a:pPr marL="626110" lvl="1" indent="-313055" algn="just">
              <a:lnSpc>
                <a:spcPts val="4060"/>
              </a:lnSpc>
              <a:buFont typeface="Arial" panose="020B0604020202020204"/>
              <a:buChar char="•"/>
            </a:pPr>
            <a:r>
              <a:rPr lang="en-US" sz="2900">
                <a:solidFill>
                  <a:srgbClr val="000000"/>
                </a:solidFill>
                <a:latin typeface="Faustina" panose="00000500000000000000"/>
              </a:rPr>
              <a:t>Nó không chỉ giúp khách hàng kiểm tra và xác nhận các khoản chi mà còn là bằng chứng giao dịch cần thiết cho mục đích kế toán và quản lý.</a:t>
            </a:r>
            <a:endParaRPr lang="en-US" sz="2900">
              <a:solidFill>
                <a:srgbClr val="000000"/>
              </a:solidFill>
              <a:latin typeface="Faustina" panose="0000050000000000000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rot="5386959">
            <a:off x="14329607" y="7830000"/>
            <a:ext cx="5021886" cy="0"/>
          </a:xfrm>
          <a:prstGeom prst="line">
            <a:avLst/>
          </a:prstGeom>
          <a:ln w="9525" cap="rnd">
            <a:solidFill>
              <a:srgbClr val="3D3D3D"/>
            </a:solidFill>
            <a:prstDash val="solid"/>
            <a:headEnd type="none" w="sm" len="sm"/>
            <a:tailEnd type="none" w="sm" len="sm"/>
          </a:ln>
        </p:spPr>
      </p:sp>
      <p:sp>
        <p:nvSpPr>
          <p:cNvPr id="3" name="Freeform 3"/>
          <p:cNvSpPr/>
          <p:nvPr/>
        </p:nvSpPr>
        <p:spPr>
          <a:xfrm>
            <a:off x="16258700" y="8584350"/>
            <a:ext cx="1163600" cy="1164700"/>
          </a:xfrm>
          <a:custGeom>
            <a:avLst/>
            <a:gdLst/>
            <a:ahLst/>
            <a:cxnLst/>
            <a:rect l="l" t="t" r="r" b="b"/>
            <a:pathLst>
              <a:path w="1163600" h="1164700">
                <a:moveTo>
                  <a:pt x="0" y="0"/>
                </a:moveTo>
                <a:lnTo>
                  <a:pt x="1163600" y="0"/>
                </a:lnTo>
                <a:lnTo>
                  <a:pt x="1163600" y="1164700"/>
                </a:lnTo>
                <a:lnTo>
                  <a:pt x="0" y="1164700"/>
                </a:lnTo>
                <a:lnTo>
                  <a:pt x="0" y="0"/>
                </a:lnTo>
                <a:close/>
              </a:path>
            </a:pathLst>
          </a:custGeom>
          <a:blipFill>
            <a:blip r:embed="rId1"/>
            <a:stretch>
              <a:fillRect/>
            </a:stretch>
          </a:blipFill>
        </p:spPr>
      </p:sp>
      <p:sp>
        <p:nvSpPr>
          <p:cNvPr id="4" name="Freeform 4"/>
          <p:cNvSpPr/>
          <p:nvPr/>
        </p:nvSpPr>
        <p:spPr>
          <a:xfrm>
            <a:off x="16548476" y="7441200"/>
            <a:ext cx="584050" cy="585150"/>
          </a:xfrm>
          <a:custGeom>
            <a:avLst/>
            <a:gdLst/>
            <a:ahLst/>
            <a:cxnLst/>
            <a:rect l="l" t="t" r="r" b="b"/>
            <a:pathLst>
              <a:path w="584050" h="585150">
                <a:moveTo>
                  <a:pt x="0" y="0"/>
                </a:moveTo>
                <a:lnTo>
                  <a:pt x="584050" y="0"/>
                </a:lnTo>
                <a:lnTo>
                  <a:pt x="584050" y="585150"/>
                </a:lnTo>
                <a:lnTo>
                  <a:pt x="0" y="585150"/>
                </a:lnTo>
                <a:lnTo>
                  <a:pt x="0" y="0"/>
                </a:lnTo>
                <a:close/>
              </a:path>
            </a:pathLst>
          </a:custGeom>
          <a:blipFill>
            <a:blip r:embed="rId2"/>
            <a:stretch>
              <a:fillRect/>
            </a:stretch>
          </a:blipFill>
        </p:spPr>
      </p:sp>
      <p:sp>
        <p:nvSpPr>
          <p:cNvPr id="5" name="Freeform 5"/>
          <p:cNvSpPr/>
          <p:nvPr/>
        </p:nvSpPr>
        <p:spPr>
          <a:xfrm>
            <a:off x="16665526" y="6424950"/>
            <a:ext cx="350000" cy="350000"/>
          </a:xfrm>
          <a:custGeom>
            <a:avLst/>
            <a:gdLst/>
            <a:ahLst/>
            <a:cxnLst/>
            <a:rect l="l" t="t" r="r" b="b"/>
            <a:pathLst>
              <a:path w="350000" h="350000">
                <a:moveTo>
                  <a:pt x="0" y="0"/>
                </a:moveTo>
                <a:lnTo>
                  <a:pt x="350000" y="0"/>
                </a:lnTo>
                <a:lnTo>
                  <a:pt x="350000" y="350000"/>
                </a:lnTo>
                <a:lnTo>
                  <a:pt x="0" y="350000"/>
                </a:lnTo>
                <a:lnTo>
                  <a:pt x="0" y="0"/>
                </a:lnTo>
                <a:close/>
              </a:path>
            </a:pathLst>
          </a:custGeom>
          <a:blipFill>
            <a:blip r:embed="rId3"/>
            <a:stretch>
              <a:fillRect/>
            </a:stretch>
          </a:blipFill>
        </p:spPr>
      </p:sp>
      <p:sp>
        <p:nvSpPr>
          <p:cNvPr id="6" name="AutoShape 6"/>
          <p:cNvSpPr/>
          <p:nvPr/>
        </p:nvSpPr>
        <p:spPr>
          <a:xfrm rot="5386959">
            <a:off x="-1063493" y="2502626"/>
            <a:ext cx="5021886" cy="0"/>
          </a:xfrm>
          <a:prstGeom prst="line">
            <a:avLst/>
          </a:prstGeom>
          <a:ln w="9525" cap="rnd">
            <a:solidFill>
              <a:srgbClr val="3D3D3D"/>
            </a:solidFill>
            <a:prstDash val="solid"/>
            <a:headEnd type="none" w="sm" len="sm"/>
            <a:tailEnd type="none" w="sm" len="sm"/>
          </a:ln>
        </p:spPr>
      </p:sp>
      <p:sp>
        <p:nvSpPr>
          <p:cNvPr id="7" name="Freeform 7"/>
          <p:cNvSpPr/>
          <p:nvPr/>
        </p:nvSpPr>
        <p:spPr>
          <a:xfrm>
            <a:off x="865700" y="583576"/>
            <a:ext cx="1163600" cy="1164700"/>
          </a:xfrm>
          <a:custGeom>
            <a:avLst/>
            <a:gdLst/>
            <a:ahLst/>
            <a:cxnLst/>
            <a:rect l="l" t="t" r="r" b="b"/>
            <a:pathLst>
              <a:path w="1163600" h="1164700">
                <a:moveTo>
                  <a:pt x="0" y="0"/>
                </a:moveTo>
                <a:lnTo>
                  <a:pt x="1163600" y="0"/>
                </a:lnTo>
                <a:lnTo>
                  <a:pt x="1163600" y="1164700"/>
                </a:lnTo>
                <a:lnTo>
                  <a:pt x="0" y="1164700"/>
                </a:lnTo>
                <a:lnTo>
                  <a:pt x="0" y="0"/>
                </a:lnTo>
                <a:close/>
              </a:path>
            </a:pathLst>
          </a:custGeom>
          <a:blipFill>
            <a:blip r:embed="rId4"/>
            <a:stretch>
              <a:fillRect/>
            </a:stretch>
          </a:blipFill>
        </p:spPr>
      </p:sp>
      <p:sp>
        <p:nvSpPr>
          <p:cNvPr id="8" name="Freeform 8"/>
          <p:cNvSpPr/>
          <p:nvPr/>
        </p:nvSpPr>
        <p:spPr>
          <a:xfrm>
            <a:off x="1155476" y="2306276"/>
            <a:ext cx="584050" cy="585150"/>
          </a:xfrm>
          <a:custGeom>
            <a:avLst/>
            <a:gdLst/>
            <a:ahLst/>
            <a:cxnLst/>
            <a:rect l="l" t="t" r="r" b="b"/>
            <a:pathLst>
              <a:path w="584050" h="585150">
                <a:moveTo>
                  <a:pt x="0" y="0"/>
                </a:moveTo>
                <a:lnTo>
                  <a:pt x="584050" y="0"/>
                </a:lnTo>
                <a:lnTo>
                  <a:pt x="584050" y="585150"/>
                </a:lnTo>
                <a:lnTo>
                  <a:pt x="0" y="585150"/>
                </a:lnTo>
                <a:lnTo>
                  <a:pt x="0" y="0"/>
                </a:lnTo>
                <a:close/>
              </a:path>
            </a:pathLst>
          </a:custGeom>
          <a:blipFill>
            <a:blip r:embed="rId5"/>
            <a:stretch>
              <a:fillRect/>
            </a:stretch>
          </a:blipFill>
        </p:spPr>
      </p:sp>
      <p:sp>
        <p:nvSpPr>
          <p:cNvPr id="9" name="Freeform 9"/>
          <p:cNvSpPr/>
          <p:nvPr/>
        </p:nvSpPr>
        <p:spPr>
          <a:xfrm>
            <a:off x="1272476" y="3557676"/>
            <a:ext cx="350000" cy="350000"/>
          </a:xfrm>
          <a:custGeom>
            <a:avLst/>
            <a:gdLst/>
            <a:ahLst/>
            <a:cxnLst/>
            <a:rect l="l" t="t" r="r" b="b"/>
            <a:pathLst>
              <a:path w="350000" h="350000">
                <a:moveTo>
                  <a:pt x="0" y="0"/>
                </a:moveTo>
                <a:lnTo>
                  <a:pt x="350000" y="0"/>
                </a:lnTo>
                <a:lnTo>
                  <a:pt x="350000" y="350000"/>
                </a:lnTo>
                <a:lnTo>
                  <a:pt x="0" y="350000"/>
                </a:lnTo>
                <a:lnTo>
                  <a:pt x="0" y="0"/>
                </a:lnTo>
                <a:close/>
              </a:path>
            </a:pathLst>
          </a:custGeom>
          <a:blipFill>
            <a:blip r:embed="rId6"/>
            <a:stretch>
              <a:fillRect/>
            </a:stretch>
          </a:blipFill>
        </p:spPr>
      </p:sp>
      <p:sp>
        <p:nvSpPr>
          <p:cNvPr id="10" name="Freeform 10"/>
          <p:cNvSpPr/>
          <p:nvPr/>
        </p:nvSpPr>
        <p:spPr>
          <a:xfrm>
            <a:off x="865700" y="4006326"/>
            <a:ext cx="350026" cy="54000"/>
          </a:xfrm>
          <a:custGeom>
            <a:avLst/>
            <a:gdLst/>
            <a:ahLst/>
            <a:cxnLst/>
            <a:rect l="l" t="t" r="r" b="b"/>
            <a:pathLst>
              <a:path w="350026" h="54000">
                <a:moveTo>
                  <a:pt x="0" y="0"/>
                </a:moveTo>
                <a:lnTo>
                  <a:pt x="350026" y="0"/>
                </a:lnTo>
                <a:lnTo>
                  <a:pt x="350026" y="54000"/>
                </a:lnTo>
                <a:lnTo>
                  <a:pt x="0" y="54000"/>
                </a:lnTo>
                <a:lnTo>
                  <a:pt x="0" y="0"/>
                </a:lnTo>
                <a:close/>
              </a:path>
            </a:pathLst>
          </a:custGeom>
          <a:blipFill>
            <a:blip r:embed="rId7"/>
            <a:stretch>
              <a:fillRect/>
            </a:stretch>
          </a:blipFill>
        </p:spPr>
      </p:sp>
      <p:sp>
        <p:nvSpPr>
          <p:cNvPr id="11" name="Freeform 11"/>
          <p:cNvSpPr/>
          <p:nvPr/>
        </p:nvSpPr>
        <p:spPr>
          <a:xfrm>
            <a:off x="1576200" y="416976"/>
            <a:ext cx="350026" cy="54000"/>
          </a:xfrm>
          <a:custGeom>
            <a:avLst/>
            <a:gdLst/>
            <a:ahLst/>
            <a:cxnLst/>
            <a:rect l="l" t="t" r="r" b="b"/>
            <a:pathLst>
              <a:path w="350026" h="54000">
                <a:moveTo>
                  <a:pt x="0" y="0"/>
                </a:moveTo>
                <a:lnTo>
                  <a:pt x="350026" y="0"/>
                </a:lnTo>
                <a:lnTo>
                  <a:pt x="350026" y="54000"/>
                </a:lnTo>
                <a:lnTo>
                  <a:pt x="0" y="54000"/>
                </a:lnTo>
                <a:lnTo>
                  <a:pt x="0" y="0"/>
                </a:lnTo>
                <a:close/>
              </a:path>
            </a:pathLst>
          </a:custGeom>
          <a:blipFill>
            <a:blip r:embed="rId7"/>
            <a:stretch>
              <a:fillRect/>
            </a:stretch>
          </a:blipFill>
        </p:spPr>
      </p:sp>
      <p:sp>
        <p:nvSpPr>
          <p:cNvPr id="12" name="Freeform 12"/>
          <p:cNvSpPr/>
          <p:nvPr/>
        </p:nvSpPr>
        <p:spPr>
          <a:xfrm>
            <a:off x="16258700" y="9977450"/>
            <a:ext cx="350026" cy="54000"/>
          </a:xfrm>
          <a:custGeom>
            <a:avLst/>
            <a:gdLst/>
            <a:ahLst/>
            <a:cxnLst/>
            <a:rect l="l" t="t" r="r" b="b"/>
            <a:pathLst>
              <a:path w="350026" h="54000">
                <a:moveTo>
                  <a:pt x="0" y="0"/>
                </a:moveTo>
                <a:lnTo>
                  <a:pt x="350026" y="0"/>
                </a:lnTo>
                <a:lnTo>
                  <a:pt x="350026" y="54000"/>
                </a:lnTo>
                <a:lnTo>
                  <a:pt x="0" y="54000"/>
                </a:lnTo>
                <a:lnTo>
                  <a:pt x="0" y="0"/>
                </a:lnTo>
                <a:close/>
              </a:path>
            </a:pathLst>
          </a:custGeom>
          <a:blipFill>
            <a:blip r:embed="rId7"/>
            <a:stretch>
              <a:fillRect/>
            </a:stretch>
          </a:blipFill>
        </p:spPr>
      </p:sp>
      <p:sp>
        <p:nvSpPr>
          <p:cNvPr id="13" name="Freeform 13"/>
          <p:cNvSpPr/>
          <p:nvPr/>
        </p:nvSpPr>
        <p:spPr>
          <a:xfrm>
            <a:off x="16995100" y="6858850"/>
            <a:ext cx="350026" cy="54000"/>
          </a:xfrm>
          <a:custGeom>
            <a:avLst/>
            <a:gdLst/>
            <a:ahLst/>
            <a:cxnLst/>
            <a:rect l="l" t="t" r="r" b="b"/>
            <a:pathLst>
              <a:path w="350026" h="54000">
                <a:moveTo>
                  <a:pt x="0" y="0"/>
                </a:moveTo>
                <a:lnTo>
                  <a:pt x="350026" y="0"/>
                </a:lnTo>
                <a:lnTo>
                  <a:pt x="350026" y="54000"/>
                </a:lnTo>
                <a:lnTo>
                  <a:pt x="0" y="54000"/>
                </a:lnTo>
                <a:lnTo>
                  <a:pt x="0" y="0"/>
                </a:lnTo>
                <a:close/>
              </a:path>
            </a:pathLst>
          </a:custGeom>
          <a:blipFill>
            <a:blip r:embed="rId7"/>
            <a:stretch>
              <a:fillRect/>
            </a:stretch>
          </a:blipFill>
        </p:spPr>
      </p:sp>
      <p:sp>
        <p:nvSpPr>
          <p:cNvPr id="14" name="AutoShape 14"/>
          <p:cNvSpPr/>
          <p:nvPr/>
        </p:nvSpPr>
        <p:spPr>
          <a:xfrm rot="5384913">
            <a:off x="14644004" y="2160900"/>
            <a:ext cx="4340892" cy="0"/>
          </a:xfrm>
          <a:prstGeom prst="line">
            <a:avLst/>
          </a:prstGeom>
          <a:ln w="9525" cap="rnd">
            <a:solidFill>
              <a:srgbClr val="3D3D3D"/>
            </a:solidFill>
            <a:prstDash val="solid"/>
            <a:headEnd type="none" w="sm" len="sm"/>
            <a:tailEnd type="none" w="sm" len="sm"/>
          </a:ln>
        </p:spPr>
      </p:sp>
      <p:sp>
        <p:nvSpPr>
          <p:cNvPr id="15" name="AutoShape 15"/>
          <p:cNvSpPr/>
          <p:nvPr/>
        </p:nvSpPr>
        <p:spPr>
          <a:xfrm rot="5384913">
            <a:off x="-734396" y="8132168"/>
            <a:ext cx="4340892" cy="0"/>
          </a:xfrm>
          <a:prstGeom prst="line">
            <a:avLst/>
          </a:prstGeom>
          <a:ln w="9525" cap="rnd">
            <a:solidFill>
              <a:srgbClr val="3D3D3D"/>
            </a:solidFill>
            <a:prstDash val="solid"/>
            <a:headEnd type="none" w="sm" len="sm"/>
            <a:tailEnd type="none" w="sm" len="sm"/>
          </a:ln>
        </p:spPr>
      </p:sp>
      <p:grpSp>
        <p:nvGrpSpPr>
          <p:cNvPr id="16" name="Group 16"/>
          <p:cNvGrpSpPr/>
          <p:nvPr/>
        </p:nvGrpSpPr>
        <p:grpSpPr>
          <a:xfrm>
            <a:off x="1334125" y="9166251"/>
            <a:ext cx="203850" cy="203850"/>
            <a:chOff x="0" y="0"/>
            <a:chExt cx="271800" cy="271800"/>
          </a:xfrm>
        </p:grpSpPr>
        <p:sp>
          <p:nvSpPr>
            <p:cNvPr id="17" name="Freeform 17"/>
            <p:cNvSpPr/>
            <p:nvPr/>
          </p:nvSpPr>
          <p:spPr>
            <a:xfrm>
              <a:off x="12700" y="12700"/>
              <a:ext cx="246380" cy="246380"/>
            </a:xfrm>
            <a:custGeom>
              <a:avLst/>
              <a:gdLst/>
              <a:ahLst/>
              <a:cxnLst/>
              <a:rect l="l" t="t" r="r" b="b"/>
              <a:pathLst>
                <a:path w="246380" h="246380">
                  <a:moveTo>
                    <a:pt x="0" y="123190"/>
                  </a:moveTo>
                  <a:cubicBezTo>
                    <a:pt x="0" y="55118"/>
                    <a:pt x="55118" y="0"/>
                    <a:pt x="123190" y="0"/>
                  </a:cubicBezTo>
                  <a:cubicBezTo>
                    <a:pt x="191262" y="0"/>
                    <a:pt x="246380" y="55118"/>
                    <a:pt x="246380" y="123190"/>
                  </a:cubicBezTo>
                  <a:cubicBezTo>
                    <a:pt x="246380" y="191262"/>
                    <a:pt x="191262" y="246380"/>
                    <a:pt x="123190" y="246380"/>
                  </a:cubicBezTo>
                  <a:cubicBezTo>
                    <a:pt x="55118" y="246380"/>
                    <a:pt x="0" y="191262"/>
                    <a:pt x="0" y="123190"/>
                  </a:cubicBezTo>
                  <a:close/>
                </a:path>
              </a:pathLst>
            </a:custGeom>
            <a:solidFill>
              <a:srgbClr val="3D3D3D"/>
            </a:solidFill>
          </p:spPr>
        </p:sp>
        <p:sp>
          <p:nvSpPr>
            <p:cNvPr id="18" name="Freeform 18"/>
            <p:cNvSpPr/>
            <p:nvPr/>
          </p:nvSpPr>
          <p:spPr>
            <a:xfrm>
              <a:off x="0" y="0"/>
              <a:ext cx="271780" cy="271780"/>
            </a:xfrm>
            <a:custGeom>
              <a:avLst/>
              <a:gdLst/>
              <a:ahLst/>
              <a:cxnLst/>
              <a:rect l="l" t="t" r="r" b="b"/>
              <a:pathLst>
                <a:path w="271780" h="271780">
                  <a:moveTo>
                    <a:pt x="0" y="135890"/>
                  </a:moveTo>
                  <a:cubicBezTo>
                    <a:pt x="0" y="60833"/>
                    <a:pt x="60833" y="0"/>
                    <a:pt x="135890" y="0"/>
                  </a:cubicBezTo>
                  <a:lnTo>
                    <a:pt x="135890" y="12700"/>
                  </a:lnTo>
                  <a:lnTo>
                    <a:pt x="135890" y="0"/>
                  </a:lnTo>
                  <a:cubicBezTo>
                    <a:pt x="210947" y="0"/>
                    <a:pt x="271780" y="60833"/>
                    <a:pt x="271780" y="135890"/>
                  </a:cubicBezTo>
                  <a:lnTo>
                    <a:pt x="259080" y="135890"/>
                  </a:lnTo>
                  <a:lnTo>
                    <a:pt x="271780" y="135890"/>
                  </a:lnTo>
                  <a:cubicBezTo>
                    <a:pt x="271780" y="210947"/>
                    <a:pt x="210947" y="271780"/>
                    <a:pt x="135890" y="271780"/>
                  </a:cubicBezTo>
                  <a:lnTo>
                    <a:pt x="135890" y="259080"/>
                  </a:lnTo>
                  <a:lnTo>
                    <a:pt x="135890" y="271780"/>
                  </a:lnTo>
                  <a:cubicBezTo>
                    <a:pt x="60833" y="271780"/>
                    <a:pt x="0" y="210947"/>
                    <a:pt x="0" y="135890"/>
                  </a:cubicBezTo>
                  <a:lnTo>
                    <a:pt x="12700" y="135890"/>
                  </a:lnTo>
                  <a:lnTo>
                    <a:pt x="25400" y="135890"/>
                  </a:lnTo>
                  <a:lnTo>
                    <a:pt x="12700" y="135890"/>
                  </a:lnTo>
                  <a:lnTo>
                    <a:pt x="0" y="135890"/>
                  </a:lnTo>
                  <a:moveTo>
                    <a:pt x="25400" y="135890"/>
                  </a:moveTo>
                  <a:cubicBezTo>
                    <a:pt x="25400" y="142875"/>
                    <a:pt x="19685" y="148590"/>
                    <a:pt x="12700" y="148590"/>
                  </a:cubicBezTo>
                  <a:cubicBezTo>
                    <a:pt x="5715" y="148590"/>
                    <a:pt x="0" y="142875"/>
                    <a:pt x="0" y="135890"/>
                  </a:cubicBezTo>
                  <a:cubicBezTo>
                    <a:pt x="0" y="128905"/>
                    <a:pt x="5715" y="123190"/>
                    <a:pt x="12700" y="123190"/>
                  </a:cubicBezTo>
                  <a:cubicBezTo>
                    <a:pt x="19685" y="123190"/>
                    <a:pt x="25400" y="128905"/>
                    <a:pt x="25400" y="135890"/>
                  </a:cubicBezTo>
                  <a:cubicBezTo>
                    <a:pt x="25400" y="196977"/>
                    <a:pt x="74930" y="246380"/>
                    <a:pt x="135890" y="246380"/>
                  </a:cubicBezTo>
                  <a:cubicBezTo>
                    <a:pt x="196850" y="246380"/>
                    <a:pt x="246380" y="196850"/>
                    <a:pt x="246380" y="135890"/>
                  </a:cubicBezTo>
                  <a:cubicBezTo>
                    <a:pt x="246380" y="74930"/>
                    <a:pt x="196977" y="25400"/>
                    <a:pt x="135890" y="25400"/>
                  </a:cubicBezTo>
                  <a:lnTo>
                    <a:pt x="135890" y="12700"/>
                  </a:lnTo>
                  <a:lnTo>
                    <a:pt x="135890" y="25400"/>
                  </a:lnTo>
                  <a:cubicBezTo>
                    <a:pt x="74930" y="25400"/>
                    <a:pt x="25400" y="74930"/>
                    <a:pt x="25400" y="135890"/>
                  </a:cubicBezTo>
                  <a:close/>
                </a:path>
              </a:pathLst>
            </a:custGeom>
            <a:solidFill>
              <a:srgbClr val="3D3D3D"/>
            </a:solidFill>
          </p:spPr>
        </p:sp>
      </p:grpSp>
      <p:grpSp>
        <p:nvGrpSpPr>
          <p:cNvPr id="19" name="Group 19"/>
          <p:cNvGrpSpPr/>
          <p:nvPr/>
        </p:nvGrpSpPr>
        <p:grpSpPr>
          <a:xfrm>
            <a:off x="1334125" y="7871151"/>
            <a:ext cx="203850" cy="203850"/>
            <a:chOff x="0" y="0"/>
            <a:chExt cx="271800" cy="271800"/>
          </a:xfrm>
        </p:grpSpPr>
        <p:sp>
          <p:nvSpPr>
            <p:cNvPr id="20" name="Freeform 20"/>
            <p:cNvSpPr/>
            <p:nvPr/>
          </p:nvSpPr>
          <p:spPr>
            <a:xfrm>
              <a:off x="12700" y="12700"/>
              <a:ext cx="246380" cy="246380"/>
            </a:xfrm>
            <a:custGeom>
              <a:avLst/>
              <a:gdLst/>
              <a:ahLst/>
              <a:cxnLst/>
              <a:rect l="l" t="t" r="r" b="b"/>
              <a:pathLst>
                <a:path w="246380" h="246380">
                  <a:moveTo>
                    <a:pt x="0" y="123190"/>
                  </a:moveTo>
                  <a:cubicBezTo>
                    <a:pt x="0" y="55118"/>
                    <a:pt x="55118" y="0"/>
                    <a:pt x="123190" y="0"/>
                  </a:cubicBezTo>
                  <a:cubicBezTo>
                    <a:pt x="191262" y="0"/>
                    <a:pt x="246380" y="55118"/>
                    <a:pt x="246380" y="123190"/>
                  </a:cubicBezTo>
                  <a:cubicBezTo>
                    <a:pt x="246380" y="191262"/>
                    <a:pt x="191262" y="246380"/>
                    <a:pt x="123190" y="246380"/>
                  </a:cubicBezTo>
                  <a:cubicBezTo>
                    <a:pt x="55118" y="246380"/>
                    <a:pt x="0" y="191262"/>
                    <a:pt x="0" y="123190"/>
                  </a:cubicBezTo>
                  <a:close/>
                </a:path>
              </a:pathLst>
            </a:custGeom>
            <a:solidFill>
              <a:srgbClr val="3D3D3D"/>
            </a:solidFill>
          </p:spPr>
        </p:sp>
        <p:sp>
          <p:nvSpPr>
            <p:cNvPr id="21" name="Freeform 21"/>
            <p:cNvSpPr/>
            <p:nvPr/>
          </p:nvSpPr>
          <p:spPr>
            <a:xfrm>
              <a:off x="0" y="0"/>
              <a:ext cx="271780" cy="271780"/>
            </a:xfrm>
            <a:custGeom>
              <a:avLst/>
              <a:gdLst/>
              <a:ahLst/>
              <a:cxnLst/>
              <a:rect l="l" t="t" r="r" b="b"/>
              <a:pathLst>
                <a:path w="271780" h="271780">
                  <a:moveTo>
                    <a:pt x="0" y="135890"/>
                  </a:moveTo>
                  <a:cubicBezTo>
                    <a:pt x="0" y="60833"/>
                    <a:pt x="60833" y="0"/>
                    <a:pt x="135890" y="0"/>
                  </a:cubicBezTo>
                  <a:lnTo>
                    <a:pt x="135890" y="12700"/>
                  </a:lnTo>
                  <a:lnTo>
                    <a:pt x="135890" y="0"/>
                  </a:lnTo>
                  <a:cubicBezTo>
                    <a:pt x="210947" y="0"/>
                    <a:pt x="271780" y="60833"/>
                    <a:pt x="271780" y="135890"/>
                  </a:cubicBezTo>
                  <a:lnTo>
                    <a:pt x="259080" y="135890"/>
                  </a:lnTo>
                  <a:lnTo>
                    <a:pt x="271780" y="135890"/>
                  </a:lnTo>
                  <a:cubicBezTo>
                    <a:pt x="271780" y="210947"/>
                    <a:pt x="210947" y="271780"/>
                    <a:pt x="135890" y="271780"/>
                  </a:cubicBezTo>
                  <a:lnTo>
                    <a:pt x="135890" y="259080"/>
                  </a:lnTo>
                  <a:lnTo>
                    <a:pt x="135890" y="271780"/>
                  </a:lnTo>
                  <a:cubicBezTo>
                    <a:pt x="60833" y="271780"/>
                    <a:pt x="0" y="210947"/>
                    <a:pt x="0" y="135890"/>
                  </a:cubicBezTo>
                  <a:lnTo>
                    <a:pt x="12700" y="135890"/>
                  </a:lnTo>
                  <a:lnTo>
                    <a:pt x="25400" y="135890"/>
                  </a:lnTo>
                  <a:lnTo>
                    <a:pt x="12700" y="135890"/>
                  </a:lnTo>
                  <a:lnTo>
                    <a:pt x="0" y="135890"/>
                  </a:lnTo>
                  <a:moveTo>
                    <a:pt x="25400" y="135890"/>
                  </a:moveTo>
                  <a:cubicBezTo>
                    <a:pt x="25400" y="142875"/>
                    <a:pt x="19685" y="148590"/>
                    <a:pt x="12700" y="148590"/>
                  </a:cubicBezTo>
                  <a:cubicBezTo>
                    <a:pt x="5715" y="148590"/>
                    <a:pt x="0" y="142875"/>
                    <a:pt x="0" y="135890"/>
                  </a:cubicBezTo>
                  <a:cubicBezTo>
                    <a:pt x="0" y="128905"/>
                    <a:pt x="5715" y="123190"/>
                    <a:pt x="12700" y="123190"/>
                  </a:cubicBezTo>
                  <a:cubicBezTo>
                    <a:pt x="19685" y="123190"/>
                    <a:pt x="25400" y="128905"/>
                    <a:pt x="25400" y="135890"/>
                  </a:cubicBezTo>
                  <a:cubicBezTo>
                    <a:pt x="25400" y="196977"/>
                    <a:pt x="74930" y="246380"/>
                    <a:pt x="135890" y="246380"/>
                  </a:cubicBezTo>
                  <a:cubicBezTo>
                    <a:pt x="196850" y="246380"/>
                    <a:pt x="246380" y="196850"/>
                    <a:pt x="246380" y="135890"/>
                  </a:cubicBezTo>
                  <a:cubicBezTo>
                    <a:pt x="246380" y="74930"/>
                    <a:pt x="196977" y="25400"/>
                    <a:pt x="135890" y="25400"/>
                  </a:cubicBezTo>
                  <a:lnTo>
                    <a:pt x="135890" y="12700"/>
                  </a:lnTo>
                  <a:lnTo>
                    <a:pt x="135890" y="25400"/>
                  </a:lnTo>
                  <a:cubicBezTo>
                    <a:pt x="74930" y="25400"/>
                    <a:pt x="25400" y="74930"/>
                    <a:pt x="25400" y="135890"/>
                  </a:cubicBezTo>
                  <a:close/>
                </a:path>
              </a:pathLst>
            </a:custGeom>
            <a:solidFill>
              <a:srgbClr val="3D3D3D"/>
            </a:solidFill>
          </p:spPr>
        </p:sp>
      </p:grpSp>
      <p:grpSp>
        <p:nvGrpSpPr>
          <p:cNvPr id="22" name="Group 22"/>
          <p:cNvGrpSpPr/>
          <p:nvPr/>
        </p:nvGrpSpPr>
        <p:grpSpPr>
          <a:xfrm>
            <a:off x="16712525" y="2897475"/>
            <a:ext cx="203850" cy="203850"/>
            <a:chOff x="0" y="0"/>
            <a:chExt cx="271800" cy="271800"/>
          </a:xfrm>
        </p:grpSpPr>
        <p:sp>
          <p:nvSpPr>
            <p:cNvPr id="23" name="Freeform 23"/>
            <p:cNvSpPr/>
            <p:nvPr/>
          </p:nvSpPr>
          <p:spPr>
            <a:xfrm>
              <a:off x="12700" y="12700"/>
              <a:ext cx="246380" cy="246380"/>
            </a:xfrm>
            <a:custGeom>
              <a:avLst/>
              <a:gdLst/>
              <a:ahLst/>
              <a:cxnLst/>
              <a:rect l="l" t="t" r="r" b="b"/>
              <a:pathLst>
                <a:path w="246380" h="246380">
                  <a:moveTo>
                    <a:pt x="0" y="123190"/>
                  </a:moveTo>
                  <a:cubicBezTo>
                    <a:pt x="0" y="55118"/>
                    <a:pt x="55118" y="0"/>
                    <a:pt x="123190" y="0"/>
                  </a:cubicBezTo>
                  <a:cubicBezTo>
                    <a:pt x="191262" y="0"/>
                    <a:pt x="246380" y="55118"/>
                    <a:pt x="246380" y="123190"/>
                  </a:cubicBezTo>
                  <a:cubicBezTo>
                    <a:pt x="246380" y="191262"/>
                    <a:pt x="191262" y="246380"/>
                    <a:pt x="123190" y="246380"/>
                  </a:cubicBezTo>
                  <a:cubicBezTo>
                    <a:pt x="55118" y="246380"/>
                    <a:pt x="0" y="191262"/>
                    <a:pt x="0" y="123190"/>
                  </a:cubicBezTo>
                  <a:close/>
                </a:path>
              </a:pathLst>
            </a:custGeom>
            <a:solidFill>
              <a:srgbClr val="3D3D3D"/>
            </a:solidFill>
          </p:spPr>
        </p:sp>
        <p:sp>
          <p:nvSpPr>
            <p:cNvPr id="24" name="Freeform 24"/>
            <p:cNvSpPr/>
            <p:nvPr/>
          </p:nvSpPr>
          <p:spPr>
            <a:xfrm>
              <a:off x="0" y="0"/>
              <a:ext cx="271780" cy="271780"/>
            </a:xfrm>
            <a:custGeom>
              <a:avLst/>
              <a:gdLst/>
              <a:ahLst/>
              <a:cxnLst/>
              <a:rect l="l" t="t" r="r" b="b"/>
              <a:pathLst>
                <a:path w="271780" h="271780">
                  <a:moveTo>
                    <a:pt x="0" y="135890"/>
                  </a:moveTo>
                  <a:cubicBezTo>
                    <a:pt x="0" y="60833"/>
                    <a:pt x="60833" y="0"/>
                    <a:pt x="135890" y="0"/>
                  </a:cubicBezTo>
                  <a:lnTo>
                    <a:pt x="135890" y="12700"/>
                  </a:lnTo>
                  <a:lnTo>
                    <a:pt x="135890" y="0"/>
                  </a:lnTo>
                  <a:cubicBezTo>
                    <a:pt x="210947" y="0"/>
                    <a:pt x="271780" y="60833"/>
                    <a:pt x="271780" y="135890"/>
                  </a:cubicBezTo>
                  <a:lnTo>
                    <a:pt x="259080" y="135890"/>
                  </a:lnTo>
                  <a:lnTo>
                    <a:pt x="271780" y="135890"/>
                  </a:lnTo>
                  <a:cubicBezTo>
                    <a:pt x="271780" y="210947"/>
                    <a:pt x="210947" y="271780"/>
                    <a:pt x="135890" y="271780"/>
                  </a:cubicBezTo>
                  <a:lnTo>
                    <a:pt x="135890" y="259080"/>
                  </a:lnTo>
                  <a:lnTo>
                    <a:pt x="135890" y="271780"/>
                  </a:lnTo>
                  <a:cubicBezTo>
                    <a:pt x="60833" y="271780"/>
                    <a:pt x="0" y="210947"/>
                    <a:pt x="0" y="135890"/>
                  </a:cubicBezTo>
                  <a:lnTo>
                    <a:pt x="12700" y="135890"/>
                  </a:lnTo>
                  <a:lnTo>
                    <a:pt x="25400" y="135890"/>
                  </a:lnTo>
                  <a:lnTo>
                    <a:pt x="12700" y="135890"/>
                  </a:lnTo>
                  <a:lnTo>
                    <a:pt x="0" y="135890"/>
                  </a:lnTo>
                  <a:moveTo>
                    <a:pt x="25400" y="135890"/>
                  </a:moveTo>
                  <a:cubicBezTo>
                    <a:pt x="25400" y="142875"/>
                    <a:pt x="19685" y="148590"/>
                    <a:pt x="12700" y="148590"/>
                  </a:cubicBezTo>
                  <a:cubicBezTo>
                    <a:pt x="5715" y="148590"/>
                    <a:pt x="0" y="142875"/>
                    <a:pt x="0" y="135890"/>
                  </a:cubicBezTo>
                  <a:cubicBezTo>
                    <a:pt x="0" y="128905"/>
                    <a:pt x="5715" y="123190"/>
                    <a:pt x="12700" y="123190"/>
                  </a:cubicBezTo>
                  <a:cubicBezTo>
                    <a:pt x="19685" y="123190"/>
                    <a:pt x="25400" y="128905"/>
                    <a:pt x="25400" y="135890"/>
                  </a:cubicBezTo>
                  <a:cubicBezTo>
                    <a:pt x="25400" y="196977"/>
                    <a:pt x="74930" y="246380"/>
                    <a:pt x="135890" y="246380"/>
                  </a:cubicBezTo>
                  <a:cubicBezTo>
                    <a:pt x="196850" y="246380"/>
                    <a:pt x="246380" y="196850"/>
                    <a:pt x="246380" y="135890"/>
                  </a:cubicBezTo>
                  <a:cubicBezTo>
                    <a:pt x="246380" y="74930"/>
                    <a:pt x="196977" y="25400"/>
                    <a:pt x="135890" y="25400"/>
                  </a:cubicBezTo>
                  <a:lnTo>
                    <a:pt x="135890" y="12700"/>
                  </a:lnTo>
                  <a:lnTo>
                    <a:pt x="135890" y="25400"/>
                  </a:lnTo>
                  <a:cubicBezTo>
                    <a:pt x="74930" y="25400"/>
                    <a:pt x="25400" y="74930"/>
                    <a:pt x="25400" y="135890"/>
                  </a:cubicBezTo>
                  <a:close/>
                </a:path>
              </a:pathLst>
            </a:custGeom>
            <a:solidFill>
              <a:srgbClr val="3D3D3D"/>
            </a:solidFill>
          </p:spPr>
        </p:sp>
      </p:grpSp>
      <p:grpSp>
        <p:nvGrpSpPr>
          <p:cNvPr id="25" name="Group 25"/>
          <p:cNvGrpSpPr/>
          <p:nvPr/>
        </p:nvGrpSpPr>
        <p:grpSpPr>
          <a:xfrm>
            <a:off x="16712525" y="460225"/>
            <a:ext cx="203850" cy="203850"/>
            <a:chOff x="0" y="0"/>
            <a:chExt cx="271800" cy="271800"/>
          </a:xfrm>
        </p:grpSpPr>
        <p:sp>
          <p:nvSpPr>
            <p:cNvPr id="26" name="Freeform 26"/>
            <p:cNvSpPr/>
            <p:nvPr/>
          </p:nvSpPr>
          <p:spPr>
            <a:xfrm>
              <a:off x="12700" y="12700"/>
              <a:ext cx="246380" cy="246380"/>
            </a:xfrm>
            <a:custGeom>
              <a:avLst/>
              <a:gdLst/>
              <a:ahLst/>
              <a:cxnLst/>
              <a:rect l="l" t="t" r="r" b="b"/>
              <a:pathLst>
                <a:path w="246380" h="246380">
                  <a:moveTo>
                    <a:pt x="0" y="123190"/>
                  </a:moveTo>
                  <a:cubicBezTo>
                    <a:pt x="0" y="55118"/>
                    <a:pt x="55118" y="0"/>
                    <a:pt x="123190" y="0"/>
                  </a:cubicBezTo>
                  <a:cubicBezTo>
                    <a:pt x="191262" y="0"/>
                    <a:pt x="246380" y="55118"/>
                    <a:pt x="246380" y="123190"/>
                  </a:cubicBezTo>
                  <a:cubicBezTo>
                    <a:pt x="246380" y="191262"/>
                    <a:pt x="191262" y="246380"/>
                    <a:pt x="123190" y="246380"/>
                  </a:cubicBezTo>
                  <a:cubicBezTo>
                    <a:pt x="55118" y="246380"/>
                    <a:pt x="0" y="191262"/>
                    <a:pt x="0" y="123190"/>
                  </a:cubicBezTo>
                  <a:close/>
                </a:path>
              </a:pathLst>
            </a:custGeom>
            <a:solidFill>
              <a:srgbClr val="3D3D3D"/>
            </a:solidFill>
          </p:spPr>
        </p:sp>
        <p:sp>
          <p:nvSpPr>
            <p:cNvPr id="27" name="Freeform 27"/>
            <p:cNvSpPr/>
            <p:nvPr/>
          </p:nvSpPr>
          <p:spPr>
            <a:xfrm>
              <a:off x="0" y="0"/>
              <a:ext cx="271780" cy="271780"/>
            </a:xfrm>
            <a:custGeom>
              <a:avLst/>
              <a:gdLst/>
              <a:ahLst/>
              <a:cxnLst/>
              <a:rect l="l" t="t" r="r" b="b"/>
              <a:pathLst>
                <a:path w="271780" h="271780">
                  <a:moveTo>
                    <a:pt x="0" y="135890"/>
                  </a:moveTo>
                  <a:cubicBezTo>
                    <a:pt x="0" y="60833"/>
                    <a:pt x="60833" y="0"/>
                    <a:pt x="135890" y="0"/>
                  </a:cubicBezTo>
                  <a:lnTo>
                    <a:pt x="135890" y="12700"/>
                  </a:lnTo>
                  <a:lnTo>
                    <a:pt x="135890" y="0"/>
                  </a:lnTo>
                  <a:cubicBezTo>
                    <a:pt x="210947" y="0"/>
                    <a:pt x="271780" y="60833"/>
                    <a:pt x="271780" y="135890"/>
                  </a:cubicBezTo>
                  <a:lnTo>
                    <a:pt x="259080" y="135890"/>
                  </a:lnTo>
                  <a:lnTo>
                    <a:pt x="271780" y="135890"/>
                  </a:lnTo>
                  <a:cubicBezTo>
                    <a:pt x="271780" y="210947"/>
                    <a:pt x="210947" y="271780"/>
                    <a:pt x="135890" y="271780"/>
                  </a:cubicBezTo>
                  <a:lnTo>
                    <a:pt x="135890" y="259080"/>
                  </a:lnTo>
                  <a:lnTo>
                    <a:pt x="135890" y="271780"/>
                  </a:lnTo>
                  <a:cubicBezTo>
                    <a:pt x="60833" y="271780"/>
                    <a:pt x="0" y="210947"/>
                    <a:pt x="0" y="135890"/>
                  </a:cubicBezTo>
                  <a:lnTo>
                    <a:pt x="12700" y="135890"/>
                  </a:lnTo>
                  <a:lnTo>
                    <a:pt x="25400" y="135890"/>
                  </a:lnTo>
                  <a:lnTo>
                    <a:pt x="12700" y="135890"/>
                  </a:lnTo>
                  <a:lnTo>
                    <a:pt x="0" y="135890"/>
                  </a:lnTo>
                  <a:moveTo>
                    <a:pt x="25400" y="135890"/>
                  </a:moveTo>
                  <a:cubicBezTo>
                    <a:pt x="25400" y="142875"/>
                    <a:pt x="19685" y="148590"/>
                    <a:pt x="12700" y="148590"/>
                  </a:cubicBezTo>
                  <a:cubicBezTo>
                    <a:pt x="5715" y="148590"/>
                    <a:pt x="0" y="142875"/>
                    <a:pt x="0" y="135890"/>
                  </a:cubicBezTo>
                  <a:cubicBezTo>
                    <a:pt x="0" y="128905"/>
                    <a:pt x="5715" y="123190"/>
                    <a:pt x="12700" y="123190"/>
                  </a:cubicBezTo>
                  <a:cubicBezTo>
                    <a:pt x="19685" y="123190"/>
                    <a:pt x="25400" y="128905"/>
                    <a:pt x="25400" y="135890"/>
                  </a:cubicBezTo>
                  <a:cubicBezTo>
                    <a:pt x="25400" y="196977"/>
                    <a:pt x="74930" y="246380"/>
                    <a:pt x="135890" y="246380"/>
                  </a:cubicBezTo>
                  <a:cubicBezTo>
                    <a:pt x="196850" y="246380"/>
                    <a:pt x="246380" y="196850"/>
                    <a:pt x="246380" y="135890"/>
                  </a:cubicBezTo>
                  <a:cubicBezTo>
                    <a:pt x="246380" y="74930"/>
                    <a:pt x="196977" y="25400"/>
                    <a:pt x="135890" y="25400"/>
                  </a:cubicBezTo>
                  <a:lnTo>
                    <a:pt x="135890" y="12700"/>
                  </a:lnTo>
                  <a:lnTo>
                    <a:pt x="135890" y="25400"/>
                  </a:lnTo>
                  <a:cubicBezTo>
                    <a:pt x="74930" y="25400"/>
                    <a:pt x="25400" y="74930"/>
                    <a:pt x="25400" y="135890"/>
                  </a:cubicBezTo>
                  <a:close/>
                </a:path>
              </a:pathLst>
            </a:custGeom>
            <a:solidFill>
              <a:srgbClr val="3D3D3D"/>
            </a:solidFill>
          </p:spPr>
        </p:sp>
      </p:grpSp>
      <p:grpSp>
        <p:nvGrpSpPr>
          <p:cNvPr id="28" name="Group 28"/>
          <p:cNvGrpSpPr/>
          <p:nvPr/>
        </p:nvGrpSpPr>
        <p:grpSpPr>
          <a:xfrm>
            <a:off x="4088790" y="1407660"/>
            <a:ext cx="10110422" cy="1507073"/>
            <a:chOff x="0" y="0"/>
            <a:chExt cx="13480563" cy="2009430"/>
          </a:xfrm>
        </p:grpSpPr>
        <p:grpSp>
          <p:nvGrpSpPr>
            <p:cNvPr id="29" name="Group 29"/>
            <p:cNvGrpSpPr/>
            <p:nvPr/>
          </p:nvGrpSpPr>
          <p:grpSpPr>
            <a:xfrm>
              <a:off x="0" y="0"/>
              <a:ext cx="13480563" cy="2009430"/>
              <a:chOff x="0" y="0"/>
              <a:chExt cx="2662827" cy="396925"/>
            </a:xfrm>
          </p:grpSpPr>
          <p:sp>
            <p:nvSpPr>
              <p:cNvPr id="30" name="Freeform 30"/>
              <p:cNvSpPr/>
              <p:nvPr/>
            </p:nvSpPr>
            <p:spPr>
              <a:xfrm>
                <a:off x="0" y="0"/>
                <a:ext cx="2662827" cy="396925"/>
              </a:xfrm>
              <a:custGeom>
                <a:avLst/>
                <a:gdLst/>
                <a:ahLst/>
                <a:cxnLst/>
                <a:rect l="l" t="t" r="r" b="b"/>
                <a:pathLst>
                  <a:path w="2662827" h="396925">
                    <a:moveTo>
                      <a:pt x="39053" y="0"/>
                    </a:moveTo>
                    <a:lnTo>
                      <a:pt x="2623775" y="0"/>
                    </a:lnTo>
                    <a:cubicBezTo>
                      <a:pt x="2634132" y="0"/>
                      <a:pt x="2644065" y="4114"/>
                      <a:pt x="2651389" y="11438"/>
                    </a:cubicBezTo>
                    <a:cubicBezTo>
                      <a:pt x="2658713" y="18762"/>
                      <a:pt x="2662827" y="28695"/>
                      <a:pt x="2662827" y="39053"/>
                    </a:cubicBezTo>
                    <a:lnTo>
                      <a:pt x="2662827" y="357872"/>
                    </a:lnTo>
                    <a:cubicBezTo>
                      <a:pt x="2662827" y="368229"/>
                      <a:pt x="2658713" y="378163"/>
                      <a:pt x="2651389" y="385486"/>
                    </a:cubicBezTo>
                    <a:cubicBezTo>
                      <a:pt x="2644065" y="392810"/>
                      <a:pt x="2634132" y="396925"/>
                      <a:pt x="2623775" y="396925"/>
                    </a:cubicBezTo>
                    <a:lnTo>
                      <a:pt x="39053" y="396925"/>
                    </a:lnTo>
                    <a:cubicBezTo>
                      <a:pt x="28695" y="396925"/>
                      <a:pt x="18762" y="392810"/>
                      <a:pt x="11438" y="385486"/>
                    </a:cubicBezTo>
                    <a:cubicBezTo>
                      <a:pt x="4114" y="378163"/>
                      <a:pt x="0" y="368229"/>
                      <a:pt x="0" y="357872"/>
                    </a:cubicBezTo>
                    <a:lnTo>
                      <a:pt x="0" y="39053"/>
                    </a:lnTo>
                    <a:cubicBezTo>
                      <a:pt x="0" y="28695"/>
                      <a:pt x="4114" y="18762"/>
                      <a:pt x="11438" y="11438"/>
                    </a:cubicBezTo>
                    <a:cubicBezTo>
                      <a:pt x="18762" y="4114"/>
                      <a:pt x="28695" y="0"/>
                      <a:pt x="39053" y="0"/>
                    </a:cubicBezTo>
                    <a:close/>
                  </a:path>
                </a:pathLst>
              </a:custGeom>
              <a:solidFill>
                <a:srgbClr val="477797"/>
              </a:solidFill>
            </p:spPr>
          </p:sp>
          <p:sp>
            <p:nvSpPr>
              <p:cNvPr id="31" name="TextBox 31"/>
              <p:cNvSpPr txBox="1"/>
              <p:nvPr/>
            </p:nvSpPr>
            <p:spPr>
              <a:xfrm>
                <a:off x="0" y="-9525"/>
                <a:ext cx="2662827" cy="406450"/>
              </a:xfrm>
              <a:prstGeom prst="rect">
                <a:avLst/>
              </a:prstGeom>
            </p:spPr>
            <p:txBody>
              <a:bodyPr lIns="50800" tIns="50800" rIns="50800" bIns="50800" rtlCol="0" anchor="ctr"/>
              <a:lstStyle/>
              <a:p>
                <a:pPr algn="ctr">
                  <a:lnSpc>
                    <a:spcPts val="2880"/>
                  </a:lnSpc>
                </a:pPr>
              </a:p>
            </p:txBody>
          </p:sp>
        </p:grpSp>
        <p:sp>
          <p:nvSpPr>
            <p:cNvPr id="32" name="TextBox 32"/>
            <p:cNvSpPr txBox="1"/>
            <p:nvPr/>
          </p:nvSpPr>
          <p:spPr>
            <a:xfrm>
              <a:off x="0" y="453784"/>
              <a:ext cx="13190065" cy="931333"/>
            </a:xfrm>
            <a:prstGeom prst="rect">
              <a:avLst/>
            </a:prstGeom>
          </p:spPr>
          <p:txBody>
            <a:bodyPr lIns="0" tIns="0" rIns="0" bIns="0" rtlCol="0" anchor="t">
              <a:spAutoFit/>
            </a:bodyPr>
            <a:lstStyle/>
            <a:p>
              <a:pPr algn="ctr">
                <a:lnSpc>
                  <a:spcPts val="5450"/>
                </a:lnSpc>
              </a:pPr>
              <a:r>
                <a:rPr lang="en-US" sz="4540" b="1">
                  <a:solidFill>
                    <a:srgbClr val="FFFFFF"/>
                  </a:solidFill>
                  <a:latin typeface="+mj-lt"/>
                  <a:cs typeface="+mj-lt"/>
                </a:rPr>
                <a:t>BÁO CÁO, THỐNG KÊ</a:t>
              </a:r>
              <a:endParaRPr lang="en-US" sz="4540" b="1">
                <a:solidFill>
                  <a:srgbClr val="FFFFFF"/>
                </a:solidFill>
                <a:latin typeface="+mj-lt"/>
                <a:cs typeface="+mj-lt"/>
              </a:endParaRPr>
            </a:p>
          </p:txBody>
        </p:sp>
      </p:grpSp>
      <p:sp>
        <p:nvSpPr>
          <p:cNvPr id="33" name="TextBox 33"/>
          <p:cNvSpPr txBox="1"/>
          <p:nvPr/>
        </p:nvSpPr>
        <p:spPr>
          <a:xfrm>
            <a:off x="2110580" y="4000296"/>
            <a:ext cx="14229400" cy="3339465"/>
          </a:xfrm>
          <a:prstGeom prst="rect">
            <a:avLst/>
          </a:prstGeom>
        </p:spPr>
        <p:txBody>
          <a:bodyPr lIns="0" tIns="0" rIns="0" bIns="0" rtlCol="0" anchor="t">
            <a:spAutoFit/>
          </a:bodyPr>
          <a:lstStyle/>
          <a:p>
            <a:pPr marL="669290" lvl="1" indent="-334645" algn="just">
              <a:lnSpc>
                <a:spcPts val="4340"/>
              </a:lnSpc>
              <a:buFont typeface="Arial" panose="020B0604020202020204"/>
              <a:buChar char="•"/>
            </a:pPr>
            <a:r>
              <a:rPr lang="en-US" sz="3100">
                <a:solidFill>
                  <a:srgbClr val="000000"/>
                </a:solidFill>
                <a:latin typeface="Faustina" panose="00000500000000000000"/>
              </a:rPr>
              <a:t>Cho phép quản lý theo dõi doanh thu theo thời gian, tình trạng đặt bàn, số lượng khách hàng, và đánh giá từ khách hàng. </a:t>
            </a:r>
            <a:endParaRPr lang="en-US" sz="3100">
              <a:solidFill>
                <a:srgbClr val="000000"/>
              </a:solidFill>
              <a:latin typeface="Faustina" panose="00000500000000000000"/>
            </a:endParaRPr>
          </a:p>
          <a:p>
            <a:pPr marL="669290" lvl="1" indent="-334645" algn="just">
              <a:lnSpc>
                <a:spcPts val="4340"/>
              </a:lnSpc>
              <a:buFont typeface="Arial" panose="020B0604020202020204"/>
              <a:buChar char="•"/>
            </a:pPr>
            <a:r>
              <a:rPr lang="en-US" sz="3100">
                <a:solidFill>
                  <a:srgbClr val="000000"/>
                </a:solidFill>
                <a:latin typeface="Faustina" panose="00000500000000000000"/>
              </a:rPr>
              <a:t>Các báo cáo này giúp phân tích xu hướng tiêu dùng, nhận diện cơ hội cải thiện dịch vụ, và tối ưu hóa chi phí. </a:t>
            </a:r>
            <a:endParaRPr lang="en-US" sz="3100">
              <a:solidFill>
                <a:srgbClr val="000000"/>
              </a:solidFill>
              <a:latin typeface="Faustina" panose="00000500000000000000"/>
            </a:endParaRPr>
          </a:p>
          <a:p>
            <a:pPr marL="669290" lvl="1" indent="-334645" algn="just">
              <a:lnSpc>
                <a:spcPts val="4340"/>
              </a:lnSpc>
              <a:buFont typeface="Arial" panose="020B0604020202020204"/>
              <a:buChar char="•"/>
            </a:pPr>
            <a:r>
              <a:rPr lang="en-US" sz="3100">
                <a:solidFill>
                  <a:srgbClr val="000000"/>
                </a:solidFill>
                <a:latin typeface="Faustina" panose="00000500000000000000"/>
              </a:rPr>
              <a:t>Thông qua đó, nhà hàng có thể đưa ra các quyết định chiến lược hiệu quả, nâng cao trải nghiệm khách hàng và tăng trưởng doanh thu.</a:t>
            </a:r>
            <a:endParaRPr lang="en-US" sz="3100">
              <a:solidFill>
                <a:srgbClr val="000000"/>
              </a:solidFill>
              <a:latin typeface="Faustina" panose="00000500000000000000"/>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rot="927057">
            <a:off x="5756197" y="9332450"/>
            <a:ext cx="2370938" cy="0"/>
          </a:xfrm>
          <a:prstGeom prst="line">
            <a:avLst/>
          </a:prstGeom>
          <a:ln w="9525" cap="rnd">
            <a:solidFill>
              <a:srgbClr val="3D3D3D"/>
            </a:solidFill>
            <a:prstDash val="solid"/>
            <a:headEnd type="none" w="sm" len="sm"/>
            <a:tailEnd type="none" w="sm" len="sm"/>
          </a:ln>
        </p:spPr>
      </p:sp>
      <p:sp>
        <p:nvSpPr>
          <p:cNvPr id="3" name="AutoShape 3"/>
          <p:cNvSpPr/>
          <p:nvPr/>
        </p:nvSpPr>
        <p:spPr>
          <a:xfrm rot="9989267">
            <a:off x="3076160" y="9299950"/>
            <a:ext cx="2780411" cy="0"/>
          </a:xfrm>
          <a:prstGeom prst="line">
            <a:avLst/>
          </a:prstGeom>
          <a:ln w="9525" cap="rnd">
            <a:solidFill>
              <a:srgbClr val="3D3D3D"/>
            </a:solidFill>
            <a:prstDash val="solid"/>
            <a:headEnd type="none" w="sm" len="sm"/>
            <a:tailEnd type="none" w="sm" len="sm"/>
          </a:ln>
        </p:spPr>
      </p:sp>
      <p:sp>
        <p:nvSpPr>
          <p:cNvPr id="4" name="AutoShape 4"/>
          <p:cNvSpPr/>
          <p:nvPr/>
        </p:nvSpPr>
        <p:spPr>
          <a:xfrm rot="999997">
            <a:off x="450762" y="9208100"/>
            <a:ext cx="2800708" cy="0"/>
          </a:xfrm>
          <a:prstGeom prst="line">
            <a:avLst/>
          </a:prstGeom>
          <a:ln w="9525" cap="rnd">
            <a:solidFill>
              <a:srgbClr val="3D3D3D"/>
            </a:solidFill>
            <a:prstDash val="solid"/>
            <a:headEnd type="none" w="sm" len="sm"/>
            <a:tailEnd type="none" w="sm" len="sm"/>
          </a:ln>
        </p:spPr>
      </p:sp>
      <p:sp>
        <p:nvSpPr>
          <p:cNvPr id="5" name="AutoShape 5"/>
          <p:cNvSpPr/>
          <p:nvPr/>
        </p:nvSpPr>
        <p:spPr>
          <a:xfrm rot="3346380">
            <a:off x="-243725" y="8394200"/>
            <a:ext cx="1007782" cy="0"/>
          </a:xfrm>
          <a:prstGeom prst="line">
            <a:avLst/>
          </a:prstGeom>
          <a:ln w="9525" cap="rnd">
            <a:solidFill>
              <a:srgbClr val="3D3D3D"/>
            </a:solidFill>
            <a:prstDash val="solid"/>
            <a:headEnd type="none" w="sm" len="sm"/>
            <a:tailEnd type="none" w="sm" len="sm"/>
          </a:ln>
        </p:spPr>
      </p:sp>
      <p:sp>
        <p:nvSpPr>
          <p:cNvPr id="6" name="Freeform 6"/>
          <p:cNvSpPr/>
          <p:nvPr/>
        </p:nvSpPr>
        <p:spPr>
          <a:xfrm>
            <a:off x="2556666" y="9026150"/>
            <a:ext cx="1163600" cy="1164700"/>
          </a:xfrm>
          <a:custGeom>
            <a:avLst/>
            <a:gdLst/>
            <a:ahLst/>
            <a:cxnLst/>
            <a:rect l="l" t="t" r="r" b="b"/>
            <a:pathLst>
              <a:path w="1163600" h="1164700">
                <a:moveTo>
                  <a:pt x="0" y="0"/>
                </a:moveTo>
                <a:lnTo>
                  <a:pt x="1163600" y="0"/>
                </a:lnTo>
                <a:lnTo>
                  <a:pt x="1163600" y="1164700"/>
                </a:lnTo>
                <a:lnTo>
                  <a:pt x="0" y="1164700"/>
                </a:lnTo>
                <a:lnTo>
                  <a:pt x="0" y="0"/>
                </a:lnTo>
                <a:close/>
              </a:path>
            </a:pathLst>
          </a:custGeom>
          <a:blipFill>
            <a:blip r:embed="rId1">
              <a:extLst>
                <a:ext uri="{96DAC541-7B7A-43D3-8B79-37D633B846F1}">
                  <asvg:svgBlip xmlns:asvg="http://schemas.microsoft.com/office/drawing/2016/SVG/main" r:embed="rId2"/>
                </a:ext>
              </a:extLst>
            </a:blip>
            <a:stretch>
              <a:fillRect/>
            </a:stretch>
          </a:blipFill>
        </p:spPr>
      </p:sp>
      <p:sp>
        <p:nvSpPr>
          <p:cNvPr id="7" name="Freeform 7"/>
          <p:cNvSpPr/>
          <p:nvPr/>
        </p:nvSpPr>
        <p:spPr>
          <a:xfrm>
            <a:off x="5495216" y="8680926"/>
            <a:ext cx="584050" cy="585150"/>
          </a:xfrm>
          <a:custGeom>
            <a:avLst/>
            <a:gdLst/>
            <a:ahLst/>
            <a:cxnLst/>
            <a:rect l="l" t="t" r="r" b="b"/>
            <a:pathLst>
              <a:path w="584050" h="585150">
                <a:moveTo>
                  <a:pt x="0" y="0"/>
                </a:moveTo>
                <a:lnTo>
                  <a:pt x="584050" y="0"/>
                </a:lnTo>
                <a:lnTo>
                  <a:pt x="584050" y="585150"/>
                </a:lnTo>
                <a:lnTo>
                  <a:pt x="0" y="585150"/>
                </a:lnTo>
                <a:lnTo>
                  <a:pt x="0" y="0"/>
                </a:lnTo>
                <a:close/>
              </a:path>
            </a:pathLst>
          </a:custGeom>
          <a:blipFill>
            <a:blip r:embed="rId3"/>
            <a:stretch>
              <a:fillRect/>
            </a:stretch>
          </a:blipFill>
        </p:spPr>
      </p:sp>
      <p:sp>
        <p:nvSpPr>
          <p:cNvPr id="8" name="Freeform 8"/>
          <p:cNvSpPr/>
          <p:nvPr/>
        </p:nvSpPr>
        <p:spPr>
          <a:xfrm>
            <a:off x="342616" y="8630050"/>
            <a:ext cx="350000" cy="350000"/>
          </a:xfrm>
          <a:custGeom>
            <a:avLst/>
            <a:gdLst/>
            <a:ahLst/>
            <a:cxnLst/>
            <a:rect l="l" t="t" r="r" b="b"/>
            <a:pathLst>
              <a:path w="350000" h="350000">
                <a:moveTo>
                  <a:pt x="0" y="0"/>
                </a:moveTo>
                <a:lnTo>
                  <a:pt x="350000" y="0"/>
                </a:lnTo>
                <a:lnTo>
                  <a:pt x="350000" y="350000"/>
                </a:lnTo>
                <a:lnTo>
                  <a:pt x="0" y="350000"/>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9" name="Freeform 9"/>
          <p:cNvSpPr/>
          <p:nvPr/>
        </p:nvSpPr>
        <p:spPr>
          <a:xfrm>
            <a:off x="7746394" y="9315100"/>
            <a:ext cx="586222" cy="586776"/>
          </a:xfrm>
          <a:custGeom>
            <a:avLst/>
            <a:gdLst/>
            <a:ahLst/>
            <a:cxnLst/>
            <a:rect l="l" t="t" r="r" b="b"/>
            <a:pathLst>
              <a:path w="586222" h="586776">
                <a:moveTo>
                  <a:pt x="0" y="0"/>
                </a:moveTo>
                <a:lnTo>
                  <a:pt x="586222" y="0"/>
                </a:lnTo>
                <a:lnTo>
                  <a:pt x="586222" y="586776"/>
                </a:lnTo>
                <a:lnTo>
                  <a:pt x="0" y="586776"/>
                </a:lnTo>
                <a:lnTo>
                  <a:pt x="0" y="0"/>
                </a:lnTo>
                <a:close/>
              </a:path>
            </a:pathLst>
          </a:custGeom>
          <a:blipFill>
            <a:blip r:embed="rId6"/>
            <a:stretch>
              <a:fillRect/>
            </a:stretch>
          </a:blipFill>
        </p:spPr>
      </p:sp>
      <p:sp>
        <p:nvSpPr>
          <p:cNvPr id="10" name="Freeform 10"/>
          <p:cNvSpPr/>
          <p:nvPr/>
        </p:nvSpPr>
        <p:spPr>
          <a:xfrm>
            <a:off x="484540" y="8284850"/>
            <a:ext cx="350026" cy="54000"/>
          </a:xfrm>
          <a:custGeom>
            <a:avLst/>
            <a:gdLst/>
            <a:ahLst/>
            <a:cxnLst/>
            <a:rect l="l" t="t" r="r" b="b"/>
            <a:pathLst>
              <a:path w="350026" h="54000">
                <a:moveTo>
                  <a:pt x="0" y="0"/>
                </a:moveTo>
                <a:lnTo>
                  <a:pt x="350026" y="0"/>
                </a:lnTo>
                <a:lnTo>
                  <a:pt x="350026" y="54000"/>
                </a:lnTo>
                <a:lnTo>
                  <a:pt x="0" y="54000"/>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sp>
      <p:sp>
        <p:nvSpPr>
          <p:cNvPr id="11" name="AutoShape 11"/>
          <p:cNvSpPr/>
          <p:nvPr/>
        </p:nvSpPr>
        <p:spPr>
          <a:xfrm rot="527648">
            <a:off x="11962564" y="677900"/>
            <a:ext cx="3064071" cy="0"/>
          </a:xfrm>
          <a:prstGeom prst="line">
            <a:avLst/>
          </a:prstGeom>
          <a:ln w="9525" cap="rnd">
            <a:solidFill>
              <a:srgbClr val="3D3D3D"/>
            </a:solidFill>
            <a:prstDash val="solid"/>
            <a:headEnd type="none" w="sm" len="sm"/>
            <a:tailEnd type="none" w="sm" len="sm"/>
          </a:ln>
        </p:spPr>
      </p:sp>
      <p:sp>
        <p:nvSpPr>
          <p:cNvPr id="12" name="AutoShape 12"/>
          <p:cNvSpPr/>
          <p:nvPr/>
        </p:nvSpPr>
        <p:spPr>
          <a:xfrm rot="2514251">
            <a:off x="14728026" y="1659100"/>
            <a:ext cx="2254648" cy="0"/>
          </a:xfrm>
          <a:prstGeom prst="line">
            <a:avLst/>
          </a:prstGeom>
          <a:ln w="9525" cap="rnd">
            <a:solidFill>
              <a:srgbClr val="3D3D3D"/>
            </a:solidFill>
            <a:prstDash val="solid"/>
            <a:headEnd type="none" w="sm" len="sm"/>
            <a:tailEnd type="none" w="sm" len="sm"/>
          </a:ln>
        </p:spPr>
      </p:sp>
      <p:sp>
        <p:nvSpPr>
          <p:cNvPr id="13" name="AutoShape 13"/>
          <p:cNvSpPr/>
          <p:nvPr/>
        </p:nvSpPr>
        <p:spPr>
          <a:xfrm rot="7436612">
            <a:off x="16050933" y="1174750"/>
            <a:ext cx="2887035" cy="0"/>
          </a:xfrm>
          <a:prstGeom prst="line">
            <a:avLst/>
          </a:prstGeom>
          <a:ln w="9525" cap="rnd">
            <a:solidFill>
              <a:srgbClr val="3D3D3D"/>
            </a:solidFill>
            <a:prstDash val="solid"/>
            <a:headEnd type="none" w="sm" len="sm"/>
            <a:tailEnd type="none" w="sm" len="sm"/>
          </a:ln>
        </p:spPr>
      </p:sp>
      <p:sp>
        <p:nvSpPr>
          <p:cNvPr id="14" name="Freeform 14"/>
          <p:cNvSpPr/>
          <p:nvPr/>
        </p:nvSpPr>
        <p:spPr>
          <a:xfrm>
            <a:off x="16128550" y="2080500"/>
            <a:ext cx="1163600" cy="1164700"/>
          </a:xfrm>
          <a:custGeom>
            <a:avLst/>
            <a:gdLst/>
            <a:ahLst/>
            <a:cxnLst/>
            <a:rect l="l" t="t" r="r" b="b"/>
            <a:pathLst>
              <a:path w="1163600" h="1164700">
                <a:moveTo>
                  <a:pt x="0" y="0"/>
                </a:moveTo>
                <a:lnTo>
                  <a:pt x="1163600" y="0"/>
                </a:lnTo>
                <a:lnTo>
                  <a:pt x="1163600" y="1164700"/>
                </a:lnTo>
                <a:lnTo>
                  <a:pt x="0" y="1164700"/>
                </a:lnTo>
                <a:lnTo>
                  <a:pt x="0" y="0"/>
                </a:lnTo>
                <a:close/>
              </a:path>
            </a:pathLst>
          </a:custGeom>
          <a:blipFill>
            <a:blip r:embed="rId9"/>
            <a:stretch>
              <a:fillRect/>
            </a:stretch>
          </a:blipFill>
        </p:spPr>
      </p:sp>
      <p:sp>
        <p:nvSpPr>
          <p:cNvPr id="15" name="Freeform 15"/>
          <p:cNvSpPr/>
          <p:nvPr/>
        </p:nvSpPr>
        <p:spPr>
          <a:xfrm>
            <a:off x="14706100" y="632550"/>
            <a:ext cx="584050" cy="585150"/>
          </a:xfrm>
          <a:custGeom>
            <a:avLst/>
            <a:gdLst/>
            <a:ahLst/>
            <a:cxnLst/>
            <a:rect l="l" t="t" r="r" b="b"/>
            <a:pathLst>
              <a:path w="584050" h="585150">
                <a:moveTo>
                  <a:pt x="0" y="0"/>
                </a:moveTo>
                <a:lnTo>
                  <a:pt x="584050" y="0"/>
                </a:lnTo>
                <a:lnTo>
                  <a:pt x="584050" y="585150"/>
                </a:lnTo>
                <a:lnTo>
                  <a:pt x="0" y="585150"/>
                </a:lnTo>
                <a:lnTo>
                  <a:pt x="0" y="0"/>
                </a:lnTo>
                <a:close/>
              </a:path>
            </a:pathLst>
          </a:custGeom>
          <a:blipFill>
            <a:blip r:embed="rId10"/>
            <a:stretch>
              <a:fillRect/>
            </a:stretch>
          </a:blipFill>
        </p:spPr>
      </p:sp>
      <p:sp>
        <p:nvSpPr>
          <p:cNvPr id="16" name="Freeform 16"/>
          <p:cNvSpPr/>
          <p:nvPr/>
        </p:nvSpPr>
        <p:spPr>
          <a:xfrm>
            <a:off x="17584600" y="642550"/>
            <a:ext cx="350000" cy="350000"/>
          </a:xfrm>
          <a:custGeom>
            <a:avLst/>
            <a:gdLst/>
            <a:ahLst/>
            <a:cxnLst/>
            <a:rect l="l" t="t" r="r" b="b"/>
            <a:pathLst>
              <a:path w="350000" h="350000">
                <a:moveTo>
                  <a:pt x="0" y="0"/>
                </a:moveTo>
                <a:lnTo>
                  <a:pt x="350000" y="0"/>
                </a:lnTo>
                <a:lnTo>
                  <a:pt x="350000" y="350000"/>
                </a:lnTo>
                <a:lnTo>
                  <a:pt x="0" y="350000"/>
                </a:lnTo>
                <a:lnTo>
                  <a:pt x="0" y="0"/>
                </a:lnTo>
                <a:close/>
              </a:path>
            </a:pathLst>
          </a:custGeom>
          <a:blipFill>
            <a:blip r:embed="rId11"/>
            <a:stretch>
              <a:fillRect/>
            </a:stretch>
          </a:blipFill>
        </p:spPr>
      </p:sp>
      <p:grpSp>
        <p:nvGrpSpPr>
          <p:cNvPr id="17" name="Group 17"/>
          <p:cNvGrpSpPr/>
          <p:nvPr/>
        </p:nvGrpSpPr>
        <p:grpSpPr>
          <a:xfrm>
            <a:off x="11658610" y="137414"/>
            <a:ext cx="577228" cy="576674"/>
            <a:chOff x="0" y="0"/>
            <a:chExt cx="769637" cy="768899"/>
          </a:xfrm>
        </p:grpSpPr>
        <p:sp>
          <p:nvSpPr>
            <p:cNvPr id="18" name="Freeform 18"/>
            <p:cNvSpPr/>
            <p:nvPr/>
          </p:nvSpPr>
          <p:spPr>
            <a:xfrm>
              <a:off x="0" y="0"/>
              <a:ext cx="769620" cy="768858"/>
            </a:xfrm>
            <a:custGeom>
              <a:avLst/>
              <a:gdLst/>
              <a:ahLst/>
              <a:cxnLst/>
              <a:rect l="l" t="t" r="r" b="b"/>
              <a:pathLst>
                <a:path w="769620" h="768858">
                  <a:moveTo>
                    <a:pt x="384810" y="0"/>
                  </a:moveTo>
                  <a:cubicBezTo>
                    <a:pt x="172212" y="0"/>
                    <a:pt x="0" y="172212"/>
                    <a:pt x="0" y="384048"/>
                  </a:cubicBezTo>
                  <a:cubicBezTo>
                    <a:pt x="0" y="596646"/>
                    <a:pt x="172212" y="768858"/>
                    <a:pt x="384810" y="768858"/>
                  </a:cubicBezTo>
                  <a:cubicBezTo>
                    <a:pt x="597408" y="768858"/>
                    <a:pt x="769620" y="596646"/>
                    <a:pt x="769620" y="384048"/>
                  </a:cubicBezTo>
                  <a:cubicBezTo>
                    <a:pt x="769620" y="172212"/>
                    <a:pt x="597408" y="0"/>
                    <a:pt x="384810" y="0"/>
                  </a:cubicBezTo>
                  <a:close/>
                </a:path>
              </a:pathLst>
            </a:custGeom>
            <a:solidFill>
              <a:srgbClr val="77C6FC"/>
            </a:solidFill>
          </p:spPr>
        </p:sp>
      </p:grpSp>
      <p:sp>
        <p:nvSpPr>
          <p:cNvPr id="19" name="Freeform 19"/>
          <p:cNvSpPr/>
          <p:nvPr/>
        </p:nvSpPr>
        <p:spPr>
          <a:xfrm>
            <a:off x="11654100" y="132350"/>
            <a:ext cx="586222" cy="586776"/>
          </a:xfrm>
          <a:custGeom>
            <a:avLst/>
            <a:gdLst/>
            <a:ahLst/>
            <a:cxnLst/>
            <a:rect l="l" t="t" r="r" b="b"/>
            <a:pathLst>
              <a:path w="586222" h="586776">
                <a:moveTo>
                  <a:pt x="0" y="0"/>
                </a:moveTo>
                <a:lnTo>
                  <a:pt x="586222" y="0"/>
                </a:lnTo>
                <a:lnTo>
                  <a:pt x="586222" y="586776"/>
                </a:lnTo>
                <a:lnTo>
                  <a:pt x="0" y="586776"/>
                </a:lnTo>
                <a:lnTo>
                  <a:pt x="0" y="0"/>
                </a:lnTo>
                <a:close/>
              </a:path>
            </a:pathLst>
          </a:custGeom>
          <a:blipFill>
            <a:blip r:embed="rId12"/>
            <a:stretch>
              <a:fillRect/>
            </a:stretch>
          </a:blipFill>
        </p:spPr>
      </p:sp>
      <p:grpSp>
        <p:nvGrpSpPr>
          <p:cNvPr id="20" name="Group 20"/>
          <p:cNvGrpSpPr/>
          <p:nvPr/>
        </p:nvGrpSpPr>
        <p:grpSpPr>
          <a:xfrm>
            <a:off x="11731588" y="210418"/>
            <a:ext cx="431252" cy="430674"/>
            <a:chOff x="0" y="0"/>
            <a:chExt cx="575003" cy="574232"/>
          </a:xfrm>
        </p:grpSpPr>
        <p:sp>
          <p:nvSpPr>
            <p:cNvPr id="21" name="Freeform 21"/>
            <p:cNvSpPr/>
            <p:nvPr/>
          </p:nvSpPr>
          <p:spPr>
            <a:xfrm>
              <a:off x="0" y="0"/>
              <a:ext cx="575056" cy="574294"/>
            </a:xfrm>
            <a:custGeom>
              <a:avLst/>
              <a:gdLst/>
              <a:ahLst/>
              <a:cxnLst/>
              <a:rect l="l" t="t" r="r" b="b"/>
              <a:pathLst>
                <a:path w="575056" h="574294">
                  <a:moveTo>
                    <a:pt x="287528" y="0"/>
                  </a:moveTo>
                  <a:cubicBezTo>
                    <a:pt x="128778" y="0"/>
                    <a:pt x="0" y="128016"/>
                    <a:pt x="0" y="286766"/>
                  </a:cubicBezTo>
                  <a:cubicBezTo>
                    <a:pt x="0" y="445516"/>
                    <a:pt x="128778" y="574294"/>
                    <a:pt x="287528" y="574294"/>
                  </a:cubicBezTo>
                  <a:cubicBezTo>
                    <a:pt x="446278" y="574294"/>
                    <a:pt x="575056" y="445516"/>
                    <a:pt x="575056" y="286766"/>
                  </a:cubicBezTo>
                  <a:cubicBezTo>
                    <a:pt x="575056" y="128016"/>
                    <a:pt x="446278" y="0"/>
                    <a:pt x="287528" y="0"/>
                  </a:cubicBezTo>
                  <a:close/>
                </a:path>
              </a:pathLst>
            </a:custGeom>
            <a:solidFill>
              <a:srgbClr val="FFFFFF"/>
            </a:solidFill>
          </p:spPr>
        </p:sp>
      </p:grpSp>
      <p:sp>
        <p:nvSpPr>
          <p:cNvPr id="22" name="Freeform 22"/>
          <p:cNvSpPr/>
          <p:nvPr/>
        </p:nvSpPr>
        <p:spPr>
          <a:xfrm>
            <a:off x="11727104" y="205354"/>
            <a:ext cx="440246" cy="440800"/>
          </a:xfrm>
          <a:custGeom>
            <a:avLst/>
            <a:gdLst/>
            <a:ahLst/>
            <a:cxnLst/>
            <a:rect l="l" t="t" r="r" b="b"/>
            <a:pathLst>
              <a:path w="440246" h="440800">
                <a:moveTo>
                  <a:pt x="0" y="0"/>
                </a:moveTo>
                <a:lnTo>
                  <a:pt x="440246" y="0"/>
                </a:lnTo>
                <a:lnTo>
                  <a:pt x="440246" y="440800"/>
                </a:lnTo>
                <a:lnTo>
                  <a:pt x="0" y="440800"/>
                </a:lnTo>
                <a:lnTo>
                  <a:pt x="0" y="0"/>
                </a:lnTo>
                <a:close/>
              </a:path>
            </a:pathLst>
          </a:custGeom>
          <a:blipFill>
            <a:blip r:embed="rId13"/>
            <a:stretch>
              <a:fillRect/>
            </a:stretch>
          </a:blipFill>
        </p:spPr>
      </p:sp>
      <p:grpSp>
        <p:nvGrpSpPr>
          <p:cNvPr id="23" name="Group 23"/>
          <p:cNvGrpSpPr/>
          <p:nvPr/>
        </p:nvGrpSpPr>
        <p:grpSpPr>
          <a:xfrm>
            <a:off x="11810764" y="289568"/>
            <a:ext cx="272354" cy="272354"/>
            <a:chOff x="0" y="0"/>
            <a:chExt cx="363139" cy="363139"/>
          </a:xfrm>
        </p:grpSpPr>
        <p:sp>
          <p:nvSpPr>
            <p:cNvPr id="24" name="Freeform 24"/>
            <p:cNvSpPr/>
            <p:nvPr/>
          </p:nvSpPr>
          <p:spPr>
            <a:xfrm>
              <a:off x="0" y="0"/>
              <a:ext cx="363093" cy="363220"/>
            </a:xfrm>
            <a:custGeom>
              <a:avLst/>
              <a:gdLst/>
              <a:ahLst/>
              <a:cxnLst/>
              <a:rect l="l" t="t" r="r" b="b"/>
              <a:pathLst>
                <a:path w="363093" h="363220">
                  <a:moveTo>
                    <a:pt x="181991" y="0"/>
                  </a:moveTo>
                  <a:cubicBezTo>
                    <a:pt x="81661" y="0"/>
                    <a:pt x="0" y="81661"/>
                    <a:pt x="0" y="181229"/>
                  </a:cubicBezTo>
                  <a:cubicBezTo>
                    <a:pt x="0" y="281559"/>
                    <a:pt x="81534" y="363220"/>
                    <a:pt x="181864" y="363220"/>
                  </a:cubicBezTo>
                  <a:cubicBezTo>
                    <a:pt x="282194" y="363220"/>
                    <a:pt x="363093" y="281559"/>
                    <a:pt x="363093" y="181229"/>
                  </a:cubicBezTo>
                  <a:cubicBezTo>
                    <a:pt x="363093" y="81661"/>
                    <a:pt x="282321" y="0"/>
                    <a:pt x="181991" y="0"/>
                  </a:cubicBezTo>
                  <a:close/>
                </a:path>
              </a:pathLst>
            </a:custGeom>
            <a:solidFill>
              <a:srgbClr val="77C6FC"/>
            </a:solidFill>
          </p:spPr>
        </p:sp>
      </p:grpSp>
      <p:sp>
        <p:nvSpPr>
          <p:cNvPr id="25" name="Freeform 25"/>
          <p:cNvSpPr/>
          <p:nvPr/>
        </p:nvSpPr>
        <p:spPr>
          <a:xfrm>
            <a:off x="11806280" y="285084"/>
            <a:ext cx="281902" cy="281348"/>
          </a:xfrm>
          <a:custGeom>
            <a:avLst/>
            <a:gdLst/>
            <a:ahLst/>
            <a:cxnLst/>
            <a:rect l="l" t="t" r="r" b="b"/>
            <a:pathLst>
              <a:path w="281902" h="281348">
                <a:moveTo>
                  <a:pt x="0" y="0"/>
                </a:moveTo>
                <a:lnTo>
                  <a:pt x="281902" y="0"/>
                </a:lnTo>
                <a:lnTo>
                  <a:pt x="281902" y="281348"/>
                </a:lnTo>
                <a:lnTo>
                  <a:pt x="0" y="281348"/>
                </a:lnTo>
                <a:lnTo>
                  <a:pt x="0" y="0"/>
                </a:lnTo>
                <a:close/>
              </a:path>
            </a:pathLst>
          </a:custGeom>
          <a:blipFill>
            <a:blip r:embed="rId14"/>
            <a:stretch>
              <a:fillRect/>
            </a:stretch>
          </a:blipFill>
        </p:spPr>
      </p:sp>
      <p:sp>
        <p:nvSpPr>
          <p:cNvPr id="26" name="Freeform 26"/>
          <p:cNvSpPr/>
          <p:nvPr/>
        </p:nvSpPr>
        <p:spPr>
          <a:xfrm>
            <a:off x="16980100" y="341750"/>
            <a:ext cx="350026" cy="54000"/>
          </a:xfrm>
          <a:custGeom>
            <a:avLst/>
            <a:gdLst/>
            <a:ahLst/>
            <a:cxnLst/>
            <a:rect l="l" t="t" r="r" b="b"/>
            <a:pathLst>
              <a:path w="350026" h="54000">
                <a:moveTo>
                  <a:pt x="0" y="0"/>
                </a:moveTo>
                <a:lnTo>
                  <a:pt x="350026" y="0"/>
                </a:lnTo>
                <a:lnTo>
                  <a:pt x="350026" y="54000"/>
                </a:lnTo>
                <a:lnTo>
                  <a:pt x="0" y="54000"/>
                </a:lnTo>
                <a:lnTo>
                  <a:pt x="0" y="0"/>
                </a:lnTo>
                <a:close/>
              </a:path>
            </a:pathLst>
          </a:custGeom>
          <a:blipFill>
            <a:blip r:embed="rId15"/>
            <a:stretch>
              <a:fillRect/>
            </a:stretch>
          </a:blipFill>
        </p:spPr>
      </p:sp>
      <p:sp>
        <p:nvSpPr>
          <p:cNvPr id="27" name="Freeform 27"/>
          <p:cNvSpPr/>
          <p:nvPr/>
        </p:nvSpPr>
        <p:spPr>
          <a:xfrm>
            <a:off x="17356700" y="3316000"/>
            <a:ext cx="350026" cy="54000"/>
          </a:xfrm>
          <a:custGeom>
            <a:avLst/>
            <a:gdLst/>
            <a:ahLst/>
            <a:cxnLst/>
            <a:rect l="l" t="t" r="r" b="b"/>
            <a:pathLst>
              <a:path w="350026" h="54000">
                <a:moveTo>
                  <a:pt x="0" y="0"/>
                </a:moveTo>
                <a:lnTo>
                  <a:pt x="350026" y="0"/>
                </a:lnTo>
                <a:lnTo>
                  <a:pt x="350026" y="54000"/>
                </a:lnTo>
                <a:lnTo>
                  <a:pt x="0" y="54000"/>
                </a:lnTo>
                <a:lnTo>
                  <a:pt x="0" y="0"/>
                </a:lnTo>
                <a:close/>
              </a:path>
            </a:pathLst>
          </a:custGeom>
          <a:blipFill>
            <a:blip r:embed="rId15"/>
            <a:stretch>
              <a:fillRect/>
            </a:stretch>
          </a:blipFill>
        </p:spPr>
      </p:sp>
      <p:sp>
        <p:nvSpPr>
          <p:cNvPr id="29" name="TextBox 29"/>
          <p:cNvSpPr txBox="1"/>
          <p:nvPr/>
        </p:nvSpPr>
        <p:spPr>
          <a:xfrm>
            <a:off x="1295225" y="2171677"/>
            <a:ext cx="14269796" cy="6894195"/>
          </a:xfrm>
          <a:prstGeom prst="rect">
            <a:avLst/>
          </a:prstGeom>
        </p:spPr>
        <p:txBody>
          <a:bodyPr lIns="0" tIns="0" rIns="0" bIns="0" rtlCol="0" anchor="t">
            <a:spAutoFit/>
          </a:bodyPr>
          <a:lstStyle/>
          <a:p>
            <a:pPr marL="690880" lvl="1" indent="-345440" algn="just">
              <a:lnSpc>
                <a:spcPts val="4480"/>
              </a:lnSpc>
              <a:buFont typeface="Arial" panose="020B0604020202020204"/>
              <a:buChar char="•"/>
            </a:pPr>
            <a:r>
              <a:rPr lang="en-US" sz="3200">
                <a:solidFill>
                  <a:srgbClr val="000000"/>
                </a:solidFill>
                <a:latin typeface="Faustina" panose="00000500000000000000"/>
              </a:rPr>
              <a:t>Cạnh tranh khốc liệt: Nhiều nhà hàng phải đối mặt với sự cạnh tranh từ các thương hiệu khác và mô hình ăn uống mới.</a:t>
            </a:r>
            <a:endParaRPr lang="en-US" sz="3200">
              <a:solidFill>
                <a:srgbClr val="000000"/>
              </a:solidFill>
              <a:latin typeface="Faustina" panose="00000500000000000000"/>
            </a:endParaRPr>
          </a:p>
          <a:p>
            <a:pPr marL="690880" lvl="1" indent="-345440" algn="just">
              <a:lnSpc>
                <a:spcPts val="4480"/>
              </a:lnSpc>
              <a:buFont typeface="Arial" panose="020B0604020202020204"/>
              <a:buChar char="•"/>
            </a:pPr>
            <a:r>
              <a:rPr lang="en-US" sz="3200">
                <a:solidFill>
                  <a:srgbClr val="000000"/>
                </a:solidFill>
                <a:latin typeface="Faustina" panose="00000500000000000000"/>
              </a:rPr>
              <a:t>Thay đổi xu hướng tiêu dùng: Khách hàng ngày càng đòi hỏi cao về chất lượng thực phẩm và dịch vụ.</a:t>
            </a:r>
            <a:endParaRPr lang="en-US" sz="3200">
              <a:solidFill>
                <a:srgbClr val="000000"/>
              </a:solidFill>
              <a:latin typeface="Faustina" panose="00000500000000000000"/>
            </a:endParaRPr>
          </a:p>
          <a:p>
            <a:pPr marL="690880" lvl="1" indent="-345440" algn="just">
              <a:lnSpc>
                <a:spcPts val="4480"/>
              </a:lnSpc>
              <a:buFont typeface="Arial" panose="020B0604020202020204"/>
              <a:buChar char="•"/>
            </a:pPr>
            <a:r>
              <a:rPr lang="en-US" sz="3200">
                <a:solidFill>
                  <a:srgbClr val="000000"/>
                </a:solidFill>
                <a:latin typeface="Faustina" panose="00000500000000000000"/>
              </a:rPr>
              <a:t>Ứng dụng công nghệ: Sử dụng hệ thống đặt bàn trực tuyến và quản lý đơn hàng để nâng cao trải nghiệm khách hàng.</a:t>
            </a:r>
            <a:endParaRPr lang="en-US" sz="3200">
              <a:solidFill>
                <a:srgbClr val="000000"/>
              </a:solidFill>
              <a:latin typeface="Faustina" panose="00000500000000000000"/>
            </a:endParaRPr>
          </a:p>
          <a:p>
            <a:pPr marL="690880" lvl="1" indent="-345440" algn="just">
              <a:lnSpc>
                <a:spcPts val="4480"/>
              </a:lnSpc>
              <a:buFont typeface="Arial" panose="020B0604020202020204"/>
              <a:buChar char="•"/>
            </a:pPr>
            <a:r>
              <a:rPr lang="en-US" sz="3200">
                <a:solidFill>
                  <a:srgbClr val="000000"/>
                </a:solidFill>
                <a:latin typeface="Faustina" panose="00000500000000000000"/>
              </a:rPr>
              <a:t>Vấn đề nhân sự: Khó khăn trong việc tuyển dụng và giữ chân nhân viên chất lượng.</a:t>
            </a:r>
            <a:endParaRPr lang="en-US" sz="3200">
              <a:solidFill>
                <a:srgbClr val="000000"/>
              </a:solidFill>
              <a:latin typeface="Faustina" panose="00000500000000000000"/>
            </a:endParaRPr>
          </a:p>
          <a:p>
            <a:pPr marL="690880" lvl="1" indent="-345440" algn="just">
              <a:lnSpc>
                <a:spcPts val="4480"/>
              </a:lnSpc>
              <a:buFont typeface="Arial" panose="020B0604020202020204"/>
              <a:buChar char="•"/>
            </a:pPr>
            <a:r>
              <a:rPr lang="en-US" sz="3200">
                <a:solidFill>
                  <a:srgbClr val="000000"/>
                </a:solidFill>
                <a:latin typeface="Faustina" panose="00000500000000000000"/>
              </a:rPr>
              <a:t>Chi phí nguyên liệu: Tăng giá nguyên liệu ảnh hưởng đến lợi nhuận và giá cả món ăn.</a:t>
            </a:r>
            <a:endParaRPr lang="en-US" sz="3200">
              <a:solidFill>
                <a:srgbClr val="000000"/>
              </a:solidFill>
              <a:latin typeface="Faustina" panose="00000500000000000000"/>
            </a:endParaRPr>
          </a:p>
          <a:p>
            <a:pPr marL="690880" lvl="1" indent="-345440" algn="just">
              <a:lnSpc>
                <a:spcPts val="4480"/>
              </a:lnSpc>
              <a:buFont typeface="Arial" panose="020B0604020202020204"/>
              <a:buChar char="•"/>
            </a:pPr>
            <a:r>
              <a:rPr lang="en-US" sz="3200">
                <a:solidFill>
                  <a:srgbClr val="000000"/>
                </a:solidFill>
                <a:latin typeface="Faustina" panose="00000500000000000000"/>
              </a:rPr>
              <a:t>Chất lượng dịch vụ: Cần duy trì và cải thiện chất lượng dịch vụ để giữ chân khách hàng.</a:t>
            </a:r>
            <a:endParaRPr lang="en-US" sz="3200">
              <a:solidFill>
                <a:srgbClr val="000000"/>
              </a:solidFill>
              <a:latin typeface="Faustina" panose="00000500000000000000"/>
            </a:endParaRPr>
          </a:p>
        </p:txBody>
      </p:sp>
      <p:sp>
        <p:nvSpPr>
          <p:cNvPr id="30" name="TextBox 27"/>
          <p:cNvSpPr txBox="1"/>
          <p:nvPr/>
        </p:nvSpPr>
        <p:spPr>
          <a:xfrm>
            <a:off x="1752624" y="871437"/>
            <a:ext cx="6400950" cy="800100"/>
          </a:xfrm>
          <a:prstGeom prst="rect">
            <a:avLst/>
          </a:prstGeom>
        </p:spPr>
        <p:txBody>
          <a:bodyPr lIns="0" tIns="0" rIns="0" bIns="0" rtlCol="0" anchor="t">
            <a:spAutoFit/>
          </a:bodyPr>
          <a:p>
            <a:pPr algn="l">
              <a:lnSpc>
                <a:spcPts val="6240"/>
              </a:lnSpc>
            </a:pPr>
            <a:r>
              <a:rPr lang="en-US" sz="5200">
                <a:solidFill>
                  <a:srgbClr val="494949"/>
                </a:solidFill>
                <a:latin typeface="Arimo Bold" panose="020B0704020202020204"/>
              </a:rPr>
              <a:t>1.2.2. Thực trạng</a:t>
            </a:r>
            <a:endParaRPr lang="en-US" sz="5200">
              <a:solidFill>
                <a:srgbClr val="494949"/>
              </a:solidFill>
              <a:latin typeface="Arimo Bold" panose="020B0704020202020204"/>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rot="927057">
            <a:off x="5756197" y="9332450"/>
            <a:ext cx="2370938" cy="0"/>
          </a:xfrm>
          <a:prstGeom prst="line">
            <a:avLst/>
          </a:prstGeom>
          <a:ln w="9525" cap="rnd">
            <a:solidFill>
              <a:srgbClr val="3D3D3D"/>
            </a:solidFill>
            <a:prstDash val="solid"/>
            <a:headEnd type="none" w="sm" len="sm"/>
            <a:tailEnd type="none" w="sm" len="sm"/>
          </a:ln>
        </p:spPr>
      </p:sp>
      <p:sp>
        <p:nvSpPr>
          <p:cNvPr id="3" name="AutoShape 3"/>
          <p:cNvSpPr/>
          <p:nvPr/>
        </p:nvSpPr>
        <p:spPr>
          <a:xfrm rot="9989267">
            <a:off x="3076160" y="9299950"/>
            <a:ext cx="2780411" cy="0"/>
          </a:xfrm>
          <a:prstGeom prst="line">
            <a:avLst/>
          </a:prstGeom>
          <a:ln w="9525" cap="rnd">
            <a:solidFill>
              <a:srgbClr val="3D3D3D"/>
            </a:solidFill>
            <a:prstDash val="solid"/>
            <a:headEnd type="none" w="sm" len="sm"/>
            <a:tailEnd type="none" w="sm" len="sm"/>
          </a:ln>
        </p:spPr>
      </p:sp>
      <p:sp>
        <p:nvSpPr>
          <p:cNvPr id="4" name="AutoShape 4"/>
          <p:cNvSpPr/>
          <p:nvPr/>
        </p:nvSpPr>
        <p:spPr>
          <a:xfrm rot="999997">
            <a:off x="450762" y="9208100"/>
            <a:ext cx="2800708" cy="0"/>
          </a:xfrm>
          <a:prstGeom prst="line">
            <a:avLst/>
          </a:prstGeom>
          <a:ln w="9525" cap="rnd">
            <a:solidFill>
              <a:srgbClr val="3D3D3D"/>
            </a:solidFill>
            <a:prstDash val="solid"/>
            <a:headEnd type="none" w="sm" len="sm"/>
            <a:tailEnd type="none" w="sm" len="sm"/>
          </a:ln>
        </p:spPr>
      </p:sp>
      <p:sp>
        <p:nvSpPr>
          <p:cNvPr id="5" name="AutoShape 5"/>
          <p:cNvSpPr/>
          <p:nvPr/>
        </p:nvSpPr>
        <p:spPr>
          <a:xfrm rot="3346380">
            <a:off x="-243725" y="8394200"/>
            <a:ext cx="1007782" cy="0"/>
          </a:xfrm>
          <a:prstGeom prst="line">
            <a:avLst/>
          </a:prstGeom>
          <a:ln w="9525" cap="rnd">
            <a:solidFill>
              <a:srgbClr val="3D3D3D"/>
            </a:solidFill>
            <a:prstDash val="solid"/>
            <a:headEnd type="none" w="sm" len="sm"/>
            <a:tailEnd type="none" w="sm" len="sm"/>
          </a:ln>
        </p:spPr>
      </p:sp>
      <p:sp>
        <p:nvSpPr>
          <p:cNvPr id="6" name="Freeform 6"/>
          <p:cNvSpPr/>
          <p:nvPr/>
        </p:nvSpPr>
        <p:spPr>
          <a:xfrm>
            <a:off x="2556666" y="9026150"/>
            <a:ext cx="1163600" cy="1164700"/>
          </a:xfrm>
          <a:custGeom>
            <a:avLst/>
            <a:gdLst/>
            <a:ahLst/>
            <a:cxnLst/>
            <a:rect l="l" t="t" r="r" b="b"/>
            <a:pathLst>
              <a:path w="1163600" h="1164700">
                <a:moveTo>
                  <a:pt x="0" y="0"/>
                </a:moveTo>
                <a:lnTo>
                  <a:pt x="1163600" y="0"/>
                </a:lnTo>
                <a:lnTo>
                  <a:pt x="1163600" y="1164700"/>
                </a:lnTo>
                <a:lnTo>
                  <a:pt x="0" y="1164700"/>
                </a:lnTo>
                <a:lnTo>
                  <a:pt x="0" y="0"/>
                </a:lnTo>
                <a:close/>
              </a:path>
            </a:pathLst>
          </a:custGeom>
          <a:blipFill>
            <a:blip r:embed="rId1">
              <a:extLst>
                <a:ext uri="{96DAC541-7B7A-43D3-8B79-37D633B846F1}">
                  <asvg:svgBlip xmlns:asvg="http://schemas.microsoft.com/office/drawing/2016/SVG/main" r:embed="rId2"/>
                </a:ext>
              </a:extLst>
            </a:blip>
            <a:stretch>
              <a:fillRect/>
            </a:stretch>
          </a:blipFill>
        </p:spPr>
      </p:sp>
      <p:sp>
        <p:nvSpPr>
          <p:cNvPr id="7" name="Freeform 7"/>
          <p:cNvSpPr/>
          <p:nvPr/>
        </p:nvSpPr>
        <p:spPr>
          <a:xfrm>
            <a:off x="5495216" y="8680926"/>
            <a:ext cx="584050" cy="585150"/>
          </a:xfrm>
          <a:custGeom>
            <a:avLst/>
            <a:gdLst/>
            <a:ahLst/>
            <a:cxnLst/>
            <a:rect l="l" t="t" r="r" b="b"/>
            <a:pathLst>
              <a:path w="584050" h="585150">
                <a:moveTo>
                  <a:pt x="0" y="0"/>
                </a:moveTo>
                <a:lnTo>
                  <a:pt x="584050" y="0"/>
                </a:lnTo>
                <a:lnTo>
                  <a:pt x="584050" y="585150"/>
                </a:lnTo>
                <a:lnTo>
                  <a:pt x="0" y="585150"/>
                </a:lnTo>
                <a:lnTo>
                  <a:pt x="0" y="0"/>
                </a:lnTo>
                <a:close/>
              </a:path>
            </a:pathLst>
          </a:custGeom>
          <a:blipFill>
            <a:blip r:embed="rId3"/>
            <a:stretch>
              <a:fillRect/>
            </a:stretch>
          </a:blipFill>
        </p:spPr>
      </p:sp>
      <p:sp>
        <p:nvSpPr>
          <p:cNvPr id="8" name="Freeform 8"/>
          <p:cNvSpPr/>
          <p:nvPr/>
        </p:nvSpPr>
        <p:spPr>
          <a:xfrm>
            <a:off x="342616" y="8630050"/>
            <a:ext cx="350000" cy="350000"/>
          </a:xfrm>
          <a:custGeom>
            <a:avLst/>
            <a:gdLst/>
            <a:ahLst/>
            <a:cxnLst/>
            <a:rect l="l" t="t" r="r" b="b"/>
            <a:pathLst>
              <a:path w="350000" h="350000">
                <a:moveTo>
                  <a:pt x="0" y="0"/>
                </a:moveTo>
                <a:lnTo>
                  <a:pt x="350000" y="0"/>
                </a:lnTo>
                <a:lnTo>
                  <a:pt x="350000" y="350000"/>
                </a:lnTo>
                <a:lnTo>
                  <a:pt x="0" y="350000"/>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9" name="Freeform 9"/>
          <p:cNvSpPr/>
          <p:nvPr/>
        </p:nvSpPr>
        <p:spPr>
          <a:xfrm>
            <a:off x="7746394" y="9315100"/>
            <a:ext cx="586222" cy="586776"/>
          </a:xfrm>
          <a:custGeom>
            <a:avLst/>
            <a:gdLst/>
            <a:ahLst/>
            <a:cxnLst/>
            <a:rect l="l" t="t" r="r" b="b"/>
            <a:pathLst>
              <a:path w="586222" h="586776">
                <a:moveTo>
                  <a:pt x="0" y="0"/>
                </a:moveTo>
                <a:lnTo>
                  <a:pt x="586222" y="0"/>
                </a:lnTo>
                <a:lnTo>
                  <a:pt x="586222" y="586776"/>
                </a:lnTo>
                <a:lnTo>
                  <a:pt x="0" y="586776"/>
                </a:lnTo>
                <a:lnTo>
                  <a:pt x="0" y="0"/>
                </a:lnTo>
                <a:close/>
              </a:path>
            </a:pathLst>
          </a:custGeom>
          <a:blipFill>
            <a:blip r:embed="rId6"/>
            <a:stretch>
              <a:fillRect/>
            </a:stretch>
          </a:blipFill>
        </p:spPr>
      </p:sp>
      <p:sp>
        <p:nvSpPr>
          <p:cNvPr id="10" name="Freeform 10"/>
          <p:cNvSpPr/>
          <p:nvPr/>
        </p:nvSpPr>
        <p:spPr>
          <a:xfrm>
            <a:off x="484540" y="8284850"/>
            <a:ext cx="350026" cy="54000"/>
          </a:xfrm>
          <a:custGeom>
            <a:avLst/>
            <a:gdLst/>
            <a:ahLst/>
            <a:cxnLst/>
            <a:rect l="l" t="t" r="r" b="b"/>
            <a:pathLst>
              <a:path w="350026" h="54000">
                <a:moveTo>
                  <a:pt x="0" y="0"/>
                </a:moveTo>
                <a:lnTo>
                  <a:pt x="350026" y="0"/>
                </a:lnTo>
                <a:lnTo>
                  <a:pt x="350026" y="54000"/>
                </a:lnTo>
                <a:lnTo>
                  <a:pt x="0" y="54000"/>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sp>
      <p:sp>
        <p:nvSpPr>
          <p:cNvPr id="11" name="AutoShape 11"/>
          <p:cNvSpPr/>
          <p:nvPr/>
        </p:nvSpPr>
        <p:spPr>
          <a:xfrm rot="527648">
            <a:off x="11962564" y="677900"/>
            <a:ext cx="3064071" cy="0"/>
          </a:xfrm>
          <a:prstGeom prst="line">
            <a:avLst/>
          </a:prstGeom>
          <a:ln w="9525" cap="rnd">
            <a:solidFill>
              <a:srgbClr val="3D3D3D"/>
            </a:solidFill>
            <a:prstDash val="solid"/>
            <a:headEnd type="none" w="sm" len="sm"/>
            <a:tailEnd type="none" w="sm" len="sm"/>
          </a:ln>
        </p:spPr>
      </p:sp>
      <p:sp>
        <p:nvSpPr>
          <p:cNvPr id="12" name="AutoShape 12"/>
          <p:cNvSpPr/>
          <p:nvPr/>
        </p:nvSpPr>
        <p:spPr>
          <a:xfrm rot="2514251">
            <a:off x="14728026" y="1659100"/>
            <a:ext cx="2254648" cy="0"/>
          </a:xfrm>
          <a:prstGeom prst="line">
            <a:avLst/>
          </a:prstGeom>
          <a:ln w="9525" cap="rnd">
            <a:solidFill>
              <a:srgbClr val="3D3D3D"/>
            </a:solidFill>
            <a:prstDash val="solid"/>
            <a:headEnd type="none" w="sm" len="sm"/>
            <a:tailEnd type="none" w="sm" len="sm"/>
          </a:ln>
        </p:spPr>
      </p:sp>
      <p:sp>
        <p:nvSpPr>
          <p:cNvPr id="13" name="AutoShape 13"/>
          <p:cNvSpPr/>
          <p:nvPr/>
        </p:nvSpPr>
        <p:spPr>
          <a:xfrm rot="7436612">
            <a:off x="16050933" y="1174750"/>
            <a:ext cx="2887035" cy="0"/>
          </a:xfrm>
          <a:prstGeom prst="line">
            <a:avLst/>
          </a:prstGeom>
          <a:ln w="9525" cap="rnd">
            <a:solidFill>
              <a:srgbClr val="3D3D3D"/>
            </a:solidFill>
            <a:prstDash val="solid"/>
            <a:headEnd type="none" w="sm" len="sm"/>
            <a:tailEnd type="none" w="sm" len="sm"/>
          </a:ln>
        </p:spPr>
      </p:sp>
      <p:sp>
        <p:nvSpPr>
          <p:cNvPr id="14" name="Freeform 14"/>
          <p:cNvSpPr/>
          <p:nvPr/>
        </p:nvSpPr>
        <p:spPr>
          <a:xfrm>
            <a:off x="16128550" y="2080500"/>
            <a:ext cx="1163600" cy="1164700"/>
          </a:xfrm>
          <a:custGeom>
            <a:avLst/>
            <a:gdLst/>
            <a:ahLst/>
            <a:cxnLst/>
            <a:rect l="l" t="t" r="r" b="b"/>
            <a:pathLst>
              <a:path w="1163600" h="1164700">
                <a:moveTo>
                  <a:pt x="0" y="0"/>
                </a:moveTo>
                <a:lnTo>
                  <a:pt x="1163600" y="0"/>
                </a:lnTo>
                <a:lnTo>
                  <a:pt x="1163600" y="1164700"/>
                </a:lnTo>
                <a:lnTo>
                  <a:pt x="0" y="1164700"/>
                </a:lnTo>
                <a:lnTo>
                  <a:pt x="0" y="0"/>
                </a:lnTo>
                <a:close/>
              </a:path>
            </a:pathLst>
          </a:custGeom>
          <a:blipFill>
            <a:blip r:embed="rId9"/>
            <a:stretch>
              <a:fillRect/>
            </a:stretch>
          </a:blipFill>
        </p:spPr>
      </p:sp>
      <p:sp>
        <p:nvSpPr>
          <p:cNvPr id="15" name="Freeform 15"/>
          <p:cNvSpPr/>
          <p:nvPr/>
        </p:nvSpPr>
        <p:spPr>
          <a:xfrm>
            <a:off x="14706100" y="632550"/>
            <a:ext cx="584050" cy="585150"/>
          </a:xfrm>
          <a:custGeom>
            <a:avLst/>
            <a:gdLst/>
            <a:ahLst/>
            <a:cxnLst/>
            <a:rect l="l" t="t" r="r" b="b"/>
            <a:pathLst>
              <a:path w="584050" h="585150">
                <a:moveTo>
                  <a:pt x="0" y="0"/>
                </a:moveTo>
                <a:lnTo>
                  <a:pt x="584050" y="0"/>
                </a:lnTo>
                <a:lnTo>
                  <a:pt x="584050" y="585150"/>
                </a:lnTo>
                <a:lnTo>
                  <a:pt x="0" y="585150"/>
                </a:lnTo>
                <a:lnTo>
                  <a:pt x="0" y="0"/>
                </a:lnTo>
                <a:close/>
              </a:path>
            </a:pathLst>
          </a:custGeom>
          <a:blipFill>
            <a:blip r:embed="rId10"/>
            <a:stretch>
              <a:fillRect/>
            </a:stretch>
          </a:blipFill>
        </p:spPr>
      </p:sp>
      <p:sp>
        <p:nvSpPr>
          <p:cNvPr id="16" name="Freeform 16"/>
          <p:cNvSpPr/>
          <p:nvPr/>
        </p:nvSpPr>
        <p:spPr>
          <a:xfrm>
            <a:off x="17584600" y="642550"/>
            <a:ext cx="350000" cy="350000"/>
          </a:xfrm>
          <a:custGeom>
            <a:avLst/>
            <a:gdLst/>
            <a:ahLst/>
            <a:cxnLst/>
            <a:rect l="l" t="t" r="r" b="b"/>
            <a:pathLst>
              <a:path w="350000" h="350000">
                <a:moveTo>
                  <a:pt x="0" y="0"/>
                </a:moveTo>
                <a:lnTo>
                  <a:pt x="350000" y="0"/>
                </a:lnTo>
                <a:lnTo>
                  <a:pt x="350000" y="350000"/>
                </a:lnTo>
                <a:lnTo>
                  <a:pt x="0" y="350000"/>
                </a:lnTo>
                <a:lnTo>
                  <a:pt x="0" y="0"/>
                </a:lnTo>
                <a:close/>
              </a:path>
            </a:pathLst>
          </a:custGeom>
          <a:blipFill>
            <a:blip r:embed="rId11"/>
            <a:stretch>
              <a:fillRect/>
            </a:stretch>
          </a:blipFill>
        </p:spPr>
      </p:sp>
      <p:grpSp>
        <p:nvGrpSpPr>
          <p:cNvPr id="17" name="Group 17"/>
          <p:cNvGrpSpPr/>
          <p:nvPr/>
        </p:nvGrpSpPr>
        <p:grpSpPr>
          <a:xfrm>
            <a:off x="11658610" y="137414"/>
            <a:ext cx="577228" cy="576674"/>
            <a:chOff x="0" y="0"/>
            <a:chExt cx="769637" cy="768899"/>
          </a:xfrm>
        </p:grpSpPr>
        <p:sp>
          <p:nvSpPr>
            <p:cNvPr id="18" name="Freeform 18"/>
            <p:cNvSpPr/>
            <p:nvPr/>
          </p:nvSpPr>
          <p:spPr>
            <a:xfrm>
              <a:off x="0" y="0"/>
              <a:ext cx="769620" cy="768858"/>
            </a:xfrm>
            <a:custGeom>
              <a:avLst/>
              <a:gdLst/>
              <a:ahLst/>
              <a:cxnLst/>
              <a:rect l="l" t="t" r="r" b="b"/>
              <a:pathLst>
                <a:path w="769620" h="768858">
                  <a:moveTo>
                    <a:pt x="384810" y="0"/>
                  </a:moveTo>
                  <a:cubicBezTo>
                    <a:pt x="172212" y="0"/>
                    <a:pt x="0" y="172212"/>
                    <a:pt x="0" y="384048"/>
                  </a:cubicBezTo>
                  <a:cubicBezTo>
                    <a:pt x="0" y="596646"/>
                    <a:pt x="172212" y="768858"/>
                    <a:pt x="384810" y="768858"/>
                  </a:cubicBezTo>
                  <a:cubicBezTo>
                    <a:pt x="597408" y="768858"/>
                    <a:pt x="769620" y="596646"/>
                    <a:pt x="769620" y="384048"/>
                  </a:cubicBezTo>
                  <a:cubicBezTo>
                    <a:pt x="769620" y="172212"/>
                    <a:pt x="597408" y="0"/>
                    <a:pt x="384810" y="0"/>
                  </a:cubicBezTo>
                  <a:close/>
                </a:path>
              </a:pathLst>
            </a:custGeom>
            <a:solidFill>
              <a:srgbClr val="77C6FC"/>
            </a:solidFill>
          </p:spPr>
        </p:sp>
      </p:grpSp>
      <p:sp>
        <p:nvSpPr>
          <p:cNvPr id="19" name="Freeform 19"/>
          <p:cNvSpPr/>
          <p:nvPr/>
        </p:nvSpPr>
        <p:spPr>
          <a:xfrm>
            <a:off x="11654100" y="132350"/>
            <a:ext cx="586222" cy="586776"/>
          </a:xfrm>
          <a:custGeom>
            <a:avLst/>
            <a:gdLst/>
            <a:ahLst/>
            <a:cxnLst/>
            <a:rect l="l" t="t" r="r" b="b"/>
            <a:pathLst>
              <a:path w="586222" h="586776">
                <a:moveTo>
                  <a:pt x="0" y="0"/>
                </a:moveTo>
                <a:lnTo>
                  <a:pt x="586222" y="0"/>
                </a:lnTo>
                <a:lnTo>
                  <a:pt x="586222" y="586776"/>
                </a:lnTo>
                <a:lnTo>
                  <a:pt x="0" y="586776"/>
                </a:lnTo>
                <a:lnTo>
                  <a:pt x="0" y="0"/>
                </a:lnTo>
                <a:close/>
              </a:path>
            </a:pathLst>
          </a:custGeom>
          <a:blipFill>
            <a:blip r:embed="rId12"/>
            <a:stretch>
              <a:fillRect/>
            </a:stretch>
          </a:blipFill>
        </p:spPr>
      </p:sp>
      <p:grpSp>
        <p:nvGrpSpPr>
          <p:cNvPr id="20" name="Group 20"/>
          <p:cNvGrpSpPr/>
          <p:nvPr/>
        </p:nvGrpSpPr>
        <p:grpSpPr>
          <a:xfrm>
            <a:off x="11731588" y="210418"/>
            <a:ext cx="431252" cy="430674"/>
            <a:chOff x="0" y="0"/>
            <a:chExt cx="575003" cy="574232"/>
          </a:xfrm>
        </p:grpSpPr>
        <p:sp>
          <p:nvSpPr>
            <p:cNvPr id="21" name="Freeform 21"/>
            <p:cNvSpPr/>
            <p:nvPr/>
          </p:nvSpPr>
          <p:spPr>
            <a:xfrm>
              <a:off x="0" y="0"/>
              <a:ext cx="575056" cy="574294"/>
            </a:xfrm>
            <a:custGeom>
              <a:avLst/>
              <a:gdLst/>
              <a:ahLst/>
              <a:cxnLst/>
              <a:rect l="l" t="t" r="r" b="b"/>
              <a:pathLst>
                <a:path w="575056" h="574294">
                  <a:moveTo>
                    <a:pt x="287528" y="0"/>
                  </a:moveTo>
                  <a:cubicBezTo>
                    <a:pt x="128778" y="0"/>
                    <a:pt x="0" y="128016"/>
                    <a:pt x="0" y="286766"/>
                  </a:cubicBezTo>
                  <a:cubicBezTo>
                    <a:pt x="0" y="445516"/>
                    <a:pt x="128778" y="574294"/>
                    <a:pt x="287528" y="574294"/>
                  </a:cubicBezTo>
                  <a:cubicBezTo>
                    <a:pt x="446278" y="574294"/>
                    <a:pt x="575056" y="445516"/>
                    <a:pt x="575056" y="286766"/>
                  </a:cubicBezTo>
                  <a:cubicBezTo>
                    <a:pt x="575056" y="128016"/>
                    <a:pt x="446278" y="0"/>
                    <a:pt x="287528" y="0"/>
                  </a:cubicBezTo>
                  <a:close/>
                </a:path>
              </a:pathLst>
            </a:custGeom>
            <a:solidFill>
              <a:srgbClr val="FFFFFF"/>
            </a:solidFill>
          </p:spPr>
        </p:sp>
      </p:grpSp>
      <p:sp>
        <p:nvSpPr>
          <p:cNvPr id="22" name="Freeform 22"/>
          <p:cNvSpPr/>
          <p:nvPr/>
        </p:nvSpPr>
        <p:spPr>
          <a:xfrm>
            <a:off x="11727104" y="205354"/>
            <a:ext cx="440246" cy="440800"/>
          </a:xfrm>
          <a:custGeom>
            <a:avLst/>
            <a:gdLst/>
            <a:ahLst/>
            <a:cxnLst/>
            <a:rect l="l" t="t" r="r" b="b"/>
            <a:pathLst>
              <a:path w="440246" h="440800">
                <a:moveTo>
                  <a:pt x="0" y="0"/>
                </a:moveTo>
                <a:lnTo>
                  <a:pt x="440246" y="0"/>
                </a:lnTo>
                <a:lnTo>
                  <a:pt x="440246" y="440800"/>
                </a:lnTo>
                <a:lnTo>
                  <a:pt x="0" y="440800"/>
                </a:lnTo>
                <a:lnTo>
                  <a:pt x="0" y="0"/>
                </a:lnTo>
                <a:close/>
              </a:path>
            </a:pathLst>
          </a:custGeom>
          <a:blipFill>
            <a:blip r:embed="rId13"/>
            <a:stretch>
              <a:fillRect/>
            </a:stretch>
          </a:blipFill>
        </p:spPr>
      </p:sp>
      <p:grpSp>
        <p:nvGrpSpPr>
          <p:cNvPr id="23" name="Group 23"/>
          <p:cNvGrpSpPr/>
          <p:nvPr/>
        </p:nvGrpSpPr>
        <p:grpSpPr>
          <a:xfrm>
            <a:off x="11810764" y="289568"/>
            <a:ext cx="272354" cy="272354"/>
            <a:chOff x="0" y="0"/>
            <a:chExt cx="363139" cy="363139"/>
          </a:xfrm>
        </p:grpSpPr>
        <p:sp>
          <p:nvSpPr>
            <p:cNvPr id="24" name="Freeform 24"/>
            <p:cNvSpPr/>
            <p:nvPr/>
          </p:nvSpPr>
          <p:spPr>
            <a:xfrm>
              <a:off x="0" y="0"/>
              <a:ext cx="363093" cy="363220"/>
            </a:xfrm>
            <a:custGeom>
              <a:avLst/>
              <a:gdLst/>
              <a:ahLst/>
              <a:cxnLst/>
              <a:rect l="l" t="t" r="r" b="b"/>
              <a:pathLst>
                <a:path w="363093" h="363220">
                  <a:moveTo>
                    <a:pt x="181991" y="0"/>
                  </a:moveTo>
                  <a:cubicBezTo>
                    <a:pt x="81661" y="0"/>
                    <a:pt x="0" y="81661"/>
                    <a:pt x="0" y="181229"/>
                  </a:cubicBezTo>
                  <a:cubicBezTo>
                    <a:pt x="0" y="281559"/>
                    <a:pt x="81534" y="363220"/>
                    <a:pt x="181864" y="363220"/>
                  </a:cubicBezTo>
                  <a:cubicBezTo>
                    <a:pt x="282194" y="363220"/>
                    <a:pt x="363093" y="281559"/>
                    <a:pt x="363093" y="181229"/>
                  </a:cubicBezTo>
                  <a:cubicBezTo>
                    <a:pt x="363093" y="81661"/>
                    <a:pt x="282321" y="0"/>
                    <a:pt x="181991" y="0"/>
                  </a:cubicBezTo>
                  <a:close/>
                </a:path>
              </a:pathLst>
            </a:custGeom>
            <a:solidFill>
              <a:srgbClr val="77C6FC"/>
            </a:solidFill>
          </p:spPr>
        </p:sp>
      </p:grpSp>
      <p:sp>
        <p:nvSpPr>
          <p:cNvPr id="25" name="Freeform 25"/>
          <p:cNvSpPr/>
          <p:nvPr/>
        </p:nvSpPr>
        <p:spPr>
          <a:xfrm>
            <a:off x="11806280" y="285084"/>
            <a:ext cx="281902" cy="281348"/>
          </a:xfrm>
          <a:custGeom>
            <a:avLst/>
            <a:gdLst/>
            <a:ahLst/>
            <a:cxnLst/>
            <a:rect l="l" t="t" r="r" b="b"/>
            <a:pathLst>
              <a:path w="281902" h="281348">
                <a:moveTo>
                  <a:pt x="0" y="0"/>
                </a:moveTo>
                <a:lnTo>
                  <a:pt x="281902" y="0"/>
                </a:lnTo>
                <a:lnTo>
                  <a:pt x="281902" y="281348"/>
                </a:lnTo>
                <a:lnTo>
                  <a:pt x="0" y="281348"/>
                </a:lnTo>
                <a:lnTo>
                  <a:pt x="0" y="0"/>
                </a:lnTo>
                <a:close/>
              </a:path>
            </a:pathLst>
          </a:custGeom>
          <a:blipFill>
            <a:blip r:embed="rId14"/>
            <a:stretch>
              <a:fillRect/>
            </a:stretch>
          </a:blipFill>
        </p:spPr>
      </p:sp>
      <p:sp>
        <p:nvSpPr>
          <p:cNvPr id="26" name="Freeform 26"/>
          <p:cNvSpPr/>
          <p:nvPr/>
        </p:nvSpPr>
        <p:spPr>
          <a:xfrm>
            <a:off x="16980100" y="341750"/>
            <a:ext cx="350026" cy="54000"/>
          </a:xfrm>
          <a:custGeom>
            <a:avLst/>
            <a:gdLst/>
            <a:ahLst/>
            <a:cxnLst/>
            <a:rect l="l" t="t" r="r" b="b"/>
            <a:pathLst>
              <a:path w="350026" h="54000">
                <a:moveTo>
                  <a:pt x="0" y="0"/>
                </a:moveTo>
                <a:lnTo>
                  <a:pt x="350026" y="0"/>
                </a:lnTo>
                <a:lnTo>
                  <a:pt x="350026" y="54000"/>
                </a:lnTo>
                <a:lnTo>
                  <a:pt x="0" y="54000"/>
                </a:lnTo>
                <a:lnTo>
                  <a:pt x="0" y="0"/>
                </a:lnTo>
                <a:close/>
              </a:path>
            </a:pathLst>
          </a:custGeom>
          <a:blipFill>
            <a:blip r:embed="rId15"/>
            <a:stretch>
              <a:fillRect/>
            </a:stretch>
          </a:blipFill>
        </p:spPr>
      </p:sp>
      <p:sp>
        <p:nvSpPr>
          <p:cNvPr id="27" name="Freeform 27"/>
          <p:cNvSpPr/>
          <p:nvPr/>
        </p:nvSpPr>
        <p:spPr>
          <a:xfrm>
            <a:off x="17356700" y="3316000"/>
            <a:ext cx="350026" cy="54000"/>
          </a:xfrm>
          <a:custGeom>
            <a:avLst/>
            <a:gdLst/>
            <a:ahLst/>
            <a:cxnLst/>
            <a:rect l="l" t="t" r="r" b="b"/>
            <a:pathLst>
              <a:path w="350026" h="54000">
                <a:moveTo>
                  <a:pt x="0" y="0"/>
                </a:moveTo>
                <a:lnTo>
                  <a:pt x="350026" y="0"/>
                </a:lnTo>
                <a:lnTo>
                  <a:pt x="350026" y="54000"/>
                </a:lnTo>
                <a:lnTo>
                  <a:pt x="0" y="54000"/>
                </a:lnTo>
                <a:lnTo>
                  <a:pt x="0" y="0"/>
                </a:lnTo>
                <a:close/>
              </a:path>
            </a:pathLst>
          </a:custGeom>
          <a:blipFill>
            <a:blip r:embed="rId15"/>
            <a:stretch>
              <a:fillRect/>
            </a:stretch>
          </a:blipFill>
        </p:spPr>
      </p:sp>
      <p:sp>
        <p:nvSpPr>
          <p:cNvPr id="29" name="TextBox 29"/>
          <p:cNvSpPr txBox="1"/>
          <p:nvPr/>
        </p:nvSpPr>
        <p:spPr>
          <a:xfrm>
            <a:off x="1371708" y="2580005"/>
            <a:ext cx="14500321" cy="6276975"/>
          </a:xfrm>
          <a:prstGeom prst="rect">
            <a:avLst/>
          </a:prstGeom>
        </p:spPr>
        <p:txBody>
          <a:bodyPr lIns="0" tIns="0" rIns="0" bIns="0" rtlCol="0" anchor="t">
            <a:spAutoFit/>
          </a:bodyPr>
          <a:lstStyle/>
          <a:p>
            <a:pPr marL="690880" lvl="1" indent="-345440" algn="just">
              <a:lnSpc>
                <a:spcPts val="4895"/>
              </a:lnSpc>
              <a:buFont typeface="Arial" panose="020B0604020202020204"/>
              <a:buChar char="•"/>
            </a:pPr>
            <a:r>
              <a:rPr lang="en-US" sz="3200">
                <a:solidFill>
                  <a:srgbClr val="000000"/>
                </a:solidFill>
                <a:latin typeface="Faustina" panose="00000500000000000000"/>
              </a:rPr>
              <a:t>Ứng dụng đặt bàn trực tuyến: Cho phép khách hàng dễ dàng chọn bàn và đặt món ăn trước, giảm thời gian chờ đợi.</a:t>
            </a:r>
            <a:endParaRPr lang="en-US" sz="3200">
              <a:solidFill>
                <a:srgbClr val="000000"/>
              </a:solidFill>
              <a:latin typeface="Faustina" panose="00000500000000000000"/>
            </a:endParaRPr>
          </a:p>
          <a:p>
            <a:pPr marL="690880" lvl="1" indent="-345440" algn="just">
              <a:lnSpc>
                <a:spcPts val="4895"/>
              </a:lnSpc>
              <a:buFont typeface="Arial" panose="020B0604020202020204"/>
              <a:buChar char="•"/>
            </a:pPr>
            <a:r>
              <a:rPr lang="en-US" sz="3200">
                <a:solidFill>
                  <a:srgbClr val="000000"/>
                </a:solidFill>
                <a:latin typeface="Faustina" panose="00000500000000000000"/>
              </a:rPr>
              <a:t>Thực đơn điện tử qua QR code: Giúp khách hàng truy cập nhanh chóng vào thực đơn và thông tin món ăn.</a:t>
            </a:r>
            <a:endParaRPr lang="en-US" sz="3200">
              <a:solidFill>
                <a:srgbClr val="000000"/>
              </a:solidFill>
              <a:latin typeface="Faustina" panose="00000500000000000000"/>
            </a:endParaRPr>
          </a:p>
          <a:p>
            <a:pPr marL="690880" lvl="1" indent="-345440" algn="just">
              <a:lnSpc>
                <a:spcPts val="4895"/>
              </a:lnSpc>
              <a:buFont typeface="Arial" panose="020B0604020202020204"/>
              <a:buChar char="•"/>
            </a:pPr>
            <a:r>
              <a:rPr lang="en-US" sz="3200">
                <a:solidFill>
                  <a:srgbClr val="000000"/>
                </a:solidFill>
                <a:latin typeface="Faustina" panose="00000500000000000000"/>
              </a:rPr>
              <a:t>Thanh toán nhanh chóng: Hỗ trợ các phương thức thanh toán trực tuyến để tối ưu hóa trải nghiệm thanh toán.</a:t>
            </a:r>
            <a:endParaRPr lang="en-US" sz="3200">
              <a:solidFill>
                <a:srgbClr val="000000"/>
              </a:solidFill>
              <a:latin typeface="Faustina" panose="00000500000000000000"/>
            </a:endParaRPr>
          </a:p>
          <a:p>
            <a:pPr marL="690880" lvl="1" indent="-345440" algn="just">
              <a:lnSpc>
                <a:spcPts val="4895"/>
              </a:lnSpc>
              <a:buFont typeface="Arial" panose="020B0604020202020204"/>
              <a:buChar char="•"/>
            </a:pPr>
            <a:r>
              <a:rPr lang="en-US" sz="3200">
                <a:solidFill>
                  <a:srgbClr val="000000"/>
                </a:solidFill>
                <a:latin typeface="Faustina" panose="00000500000000000000"/>
              </a:rPr>
              <a:t>Báo cáo phân tích dữ liệu: Cung cấp thông tin về hiệu suất kinh doanh, giúp quản lý theo dõi và điều chỉnh kịp thời.</a:t>
            </a:r>
            <a:endParaRPr lang="en-US" sz="3200">
              <a:solidFill>
                <a:srgbClr val="000000"/>
              </a:solidFill>
              <a:latin typeface="Faustina" panose="00000500000000000000"/>
            </a:endParaRPr>
          </a:p>
          <a:p>
            <a:pPr marL="690880" lvl="1" indent="-345440" algn="just">
              <a:lnSpc>
                <a:spcPts val="4895"/>
              </a:lnSpc>
              <a:buFont typeface="Arial" panose="020B0604020202020204"/>
              <a:buChar char="•"/>
            </a:pPr>
            <a:r>
              <a:rPr lang="en-US" sz="3200">
                <a:solidFill>
                  <a:srgbClr val="000000"/>
                </a:solidFill>
                <a:latin typeface="Faustina" panose="00000500000000000000"/>
              </a:rPr>
              <a:t>Tối ưu hóa quy trình phục vụ: Giảm thiểu sai sót và tăng cường hiệu quả trong quá trình phục vụ khách hàng.</a:t>
            </a:r>
            <a:endParaRPr lang="en-US" sz="3200">
              <a:solidFill>
                <a:srgbClr val="000000"/>
              </a:solidFill>
              <a:latin typeface="Faustina" panose="00000500000000000000"/>
            </a:endParaRPr>
          </a:p>
        </p:txBody>
      </p:sp>
      <p:sp>
        <p:nvSpPr>
          <p:cNvPr id="30" name="TextBox 27"/>
          <p:cNvSpPr txBox="1"/>
          <p:nvPr/>
        </p:nvSpPr>
        <p:spPr>
          <a:xfrm>
            <a:off x="1676400" y="876300"/>
            <a:ext cx="10133965" cy="1600200"/>
          </a:xfrm>
          <a:prstGeom prst="rect">
            <a:avLst/>
          </a:prstGeom>
        </p:spPr>
        <p:txBody>
          <a:bodyPr wrap="square" lIns="0" tIns="0" rIns="0" bIns="0" rtlCol="0" anchor="t">
            <a:spAutoFit/>
          </a:bodyPr>
          <a:lstStyle/>
          <a:p>
            <a:pPr algn="l">
              <a:lnSpc>
                <a:spcPts val="6240"/>
              </a:lnSpc>
            </a:pPr>
            <a:r>
              <a:rPr lang="en-US" sz="5200">
                <a:solidFill>
                  <a:srgbClr val="494949"/>
                </a:solidFill>
                <a:latin typeface="Arimo Bold" panose="020B0704020202020204"/>
              </a:rPr>
              <a:t>1.2.3. Xác định mục tiêu của hệ thống mới </a:t>
            </a:r>
            <a:endParaRPr lang="en-US" sz="5200">
              <a:solidFill>
                <a:srgbClr val="494949"/>
              </a:solidFill>
              <a:latin typeface="Arimo Bold" panose="020B0704020202020204"/>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2699252" y="1196834"/>
            <a:ext cx="12907460" cy="7262272"/>
          </a:xfrm>
          <a:custGeom>
            <a:avLst/>
            <a:gdLst/>
            <a:ahLst/>
            <a:cxnLst/>
            <a:rect l="l" t="t" r="r" b="b"/>
            <a:pathLst>
              <a:path w="12907460" h="7262272">
                <a:moveTo>
                  <a:pt x="0" y="0"/>
                </a:moveTo>
                <a:lnTo>
                  <a:pt x="12907460" y="0"/>
                </a:lnTo>
                <a:lnTo>
                  <a:pt x="12907460" y="7262272"/>
                </a:lnTo>
                <a:lnTo>
                  <a:pt x="0" y="7262272"/>
                </a:lnTo>
                <a:lnTo>
                  <a:pt x="0" y="0"/>
                </a:lnTo>
                <a:close/>
              </a:path>
            </a:pathLst>
          </a:custGeom>
          <a:blipFill>
            <a:blip r:embed="rId1">
              <a:extLst>
                <a:ext uri="{96DAC541-7B7A-43D3-8B79-37D633B846F1}">
                  <asvg:svgBlip xmlns:asvg="http://schemas.microsoft.com/office/drawing/2016/SVG/main" r:embed="rId2"/>
                </a:ext>
              </a:extLst>
            </a:blip>
            <a:stretch>
              <a:fillRect/>
            </a:stretch>
          </a:blipFill>
        </p:spPr>
      </p:sp>
      <p:sp>
        <p:nvSpPr>
          <p:cNvPr id="3" name="AutoShape 3"/>
          <p:cNvSpPr/>
          <p:nvPr/>
        </p:nvSpPr>
        <p:spPr>
          <a:xfrm rot="927057">
            <a:off x="5756197" y="9332450"/>
            <a:ext cx="2370938" cy="0"/>
          </a:xfrm>
          <a:prstGeom prst="line">
            <a:avLst/>
          </a:prstGeom>
          <a:ln w="9525" cap="rnd">
            <a:solidFill>
              <a:srgbClr val="3D3D3D"/>
            </a:solidFill>
            <a:prstDash val="solid"/>
            <a:headEnd type="none" w="sm" len="sm"/>
            <a:tailEnd type="none" w="sm" len="sm"/>
          </a:ln>
        </p:spPr>
      </p:sp>
      <p:sp>
        <p:nvSpPr>
          <p:cNvPr id="4" name="AutoShape 4"/>
          <p:cNvSpPr/>
          <p:nvPr/>
        </p:nvSpPr>
        <p:spPr>
          <a:xfrm rot="9989267">
            <a:off x="3076160" y="9299950"/>
            <a:ext cx="2780411" cy="0"/>
          </a:xfrm>
          <a:prstGeom prst="line">
            <a:avLst/>
          </a:prstGeom>
          <a:ln w="9525" cap="rnd">
            <a:solidFill>
              <a:srgbClr val="3D3D3D"/>
            </a:solidFill>
            <a:prstDash val="solid"/>
            <a:headEnd type="none" w="sm" len="sm"/>
            <a:tailEnd type="none" w="sm" len="sm"/>
          </a:ln>
        </p:spPr>
      </p:sp>
      <p:sp>
        <p:nvSpPr>
          <p:cNvPr id="5" name="AutoShape 5"/>
          <p:cNvSpPr/>
          <p:nvPr/>
        </p:nvSpPr>
        <p:spPr>
          <a:xfrm rot="999997">
            <a:off x="450762" y="9208100"/>
            <a:ext cx="2800708" cy="0"/>
          </a:xfrm>
          <a:prstGeom prst="line">
            <a:avLst/>
          </a:prstGeom>
          <a:ln w="9525" cap="rnd">
            <a:solidFill>
              <a:srgbClr val="3D3D3D"/>
            </a:solidFill>
            <a:prstDash val="solid"/>
            <a:headEnd type="none" w="sm" len="sm"/>
            <a:tailEnd type="none" w="sm" len="sm"/>
          </a:ln>
        </p:spPr>
      </p:sp>
      <p:sp>
        <p:nvSpPr>
          <p:cNvPr id="6" name="AutoShape 6"/>
          <p:cNvSpPr/>
          <p:nvPr/>
        </p:nvSpPr>
        <p:spPr>
          <a:xfrm rot="3346380">
            <a:off x="-243725" y="8394200"/>
            <a:ext cx="1007782" cy="0"/>
          </a:xfrm>
          <a:prstGeom prst="line">
            <a:avLst/>
          </a:prstGeom>
          <a:ln w="9525" cap="rnd">
            <a:solidFill>
              <a:srgbClr val="3D3D3D"/>
            </a:solidFill>
            <a:prstDash val="solid"/>
            <a:headEnd type="none" w="sm" len="sm"/>
            <a:tailEnd type="none" w="sm" len="sm"/>
          </a:ln>
        </p:spPr>
      </p:sp>
      <p:sp>
        <p:nvSpPr>
          <p:cNvPr id="7" name="Freeform 7"/>
          <p:cNvSpPr/>
          <p:nvPr/>
        </p:nvSpPr>
        <p:spPr>
          <a:xfrm>
            <a:off x="2556666" y="9026150"/>
            <a:ext cx="1163600" cy="1164700"/>
          </a:xfrm>
          <a:custGeom>
            <a:avLst/>
            <a:gdLst/>
            <a:ahLst/>
            <a:cxnLst/>
            <a:rect l="l" t="t" r="r" b="b"/>
            <a:pathLst>
              <a:path w="1163600" h="1164700">
                <a:moveTo>
                  <a:pt x="0" y="0"/>
                </a:moveTo>
                <a:lnTo>
                  <a:pt x="1163600" y="0"/>
                </a:lnTo>
                <a:lnTo>
                  <a:pt x="1163600" y="1164700"/>
                </a:lnTo>
                <a:lnTo>
                  <a:pt x="0" y="1164700"/>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8" name="Freeform 8"/>
          <p:cNvSpPr/>
          <p:nvPr/>
        </p:nvSpPr>
        <p:spPr>
          <a:xfrm>
            <a:off x="5495216" y="8680926"/>
            <a:ext cx="584050" cy="585150"/>
          </a:xfrm>
          <a:custGeom>
            <a:avLst/>
            <a:gdLst/>
            <a:ahLst/>
            <a:cxnLst/>
            <a:rect l="l" t="t" r="r" b="b"/>
            <a:pathLst>
              <a:path w="584050" h="585150">
                <a:moveTo>
                  <a:pt x="0" y="0"/>
                </a:moveTo>
                <a:lnTo>
                  <a:pt x="584050" y="0"/>
                </a:lnTo>
                <a:lnTo>
                  <a:pt x="584050" y="585150"/>
                </a:lnTo>
                <a:lnTo>
                  <a:pt x="0" y="585150"/>
                </a:lnTo>
                <a:lnTo>
                  <a:pt x="0" y="0"/>
                </a:lnTo>
                <a:close/>
              </a:path>
            </a:pathLst>
          </a:custGeom>
          <a:blipFill>
            <a:blip r:embed="rId5"/>
            <a:stretch>
              <a:fillRect/>
            </a:stretch>
          </a:blipFill>
        </p:spPr>
      </p:sp>
      <p:sp>
        <p:nvSpPr>
          <p:cNvPr id="9" name="Freeform 9"/>
          <p:cNvSpPr/>
          <p:nvPr/>
        </p:nvSpPr>
        <p:spPr>
          <a:xfrm>
            <a:off x="342616" y="8630050"/>
            <a:ext cx="350000" cy="350000"/>
          </a:xfrm>
          <a:custGeom>
            <a:avLst/>
            <a:gdLst/>
            <a:ahLst/>
            <a:cxnLst/>
            <a:rect l="l" t="t" r="r" b="b"/>
            <a:pathLst>
              <a:path w="350000" h="350000">
                <a:moveTo>
                  <a:pt x="0" y="0"/>
                </a:moveTo>
                <a:lnTo>
                  <a:pt x="350000" y="0"/>
                </a:lnTo>
                <a:lnTo>
                  <a:pt x="350000" y="350000"/>
                </a:lnTo>
                <a:lnTo>
                  <a:pt x="0" y="350000"/>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10" name="Freeform 10"/>
          <p:cNvSpPr/>
          <p:nvPr/>
        </p:nvSpPr>
        <p:spPr>
          <a:xfrm>
            <a:off x="7746394" y="9315100"/>
            <a:ext cx="586222" cy="586776"/>
          </a:xfrm>
          <a:custGeom>
            <a:avLst/>
            <a:gdLst/>
            <a:ahLst/>
            <a:cxnLst/>
            <a:rect l="l" t="t" r="r" b="b"/>
            <a:pathLst>
              <a:path w="586222" h="586776">
                <a:moveTo>
                  <a:pt x="0" y="0"/>
                </a:moveTo>
                <a:lnTo>
                  <a:pt x="586222" y="0"/>
                </a:lnTo>
                <a:lnTo>
                  <a:pt x="586222" y="586776"/>
                </a:lnTo>
                <a:lnTo>
                  <a:pt x="0" y="586776"/>
                </a:lnTo>
                <a:lnTo>
                  <a:pt x="0" y="0"/>
                </a:lnTo>
                <a:close/>
              </a:path>
            </a:pathLst>
          </a:custGeom>
          <a:blipFill>
            <a:blip r:embed="rId8"/>
            <a:stretch>
              <a:fillRect/>
            </a:stretch>
          </a:blipFill>
        </p:spPr>
      </p:sp>
      <p:sp>
        <p:nvSpPr>
          <p:cNvPr id="11" name="Freeform 11"/>
          <p:cNvSpPr/>
          <p:nvPr/>
        </p:nvSpPr>
        <p:spPr>
          <a:xfrm>
            <a:off x="484540" y="8284850"/>
            <a:ext cx="350026" cy="54000"/>
          </a:xfrm>
          <a:custGeom>
            <a:avLst/>
            <a:gdLst/>
            <a:ahLst/>
            <a:cxnLst/>
            <a:rect l="l" t="t" r="r" b="b"/>
            <a:pathLst>
              <a:path w="350026" h="54000">
                <a:moveTo>
                  <a:pt x="0" y="0"/>
                </a:moveTo>
                <a:lnTo>
                  <a:pt x="350026" y="0"/>
                </a:lnTo>
                <a:lnTo>
                  <a:pt x="350026" y="54000"/>
                </a:lnTo>
                <a:lnTo>
                  <a:pt x="0" y="54000"/>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sp>
      <p:sp>
        <p:nvSpPr>
          <p:cNvPr id="12" name="AutoShape 12"/>
          <p:cNvSpPr/>
          <p:nvPr/>
        </p:nvSpPr>
        <p:spPr>
          <a:xfrm rot="527648">
            <a:off x="11962564" y="677900"/>
            <a:ext cx="3064071" cy="0"/>
          </a:xfrm>
          <a:prstGeom prst="line">
            <a:avLst/>
          </a:prstGeom>
          <a:ln w="9525" cap="rnd">
            <a:solidFill>
              <a:srgbClr val="3D3D3D"/>
            </a:solidFill>
            <a:prstDash val="solid"/>
            <a:headEnd type="none" w="sm" len="sm"/>
            <a:tailEnd type="none" w="sm" len="sm"/>
          </a:ln>
        </p:spPr>
      </p:sp>
      <p:sp>
        <p:nvSpPr>
          <p:cNvPr id="13" name="AutoShape 13"/>
          <p:cNvSpPr/>
          <p:nvPr/>
        </p:nvSpPr>
        <p:spPr>
          <a:xfrm rot="2514251">
            <a:off x="14728026" y="1659100"/>
            <a:ext cx="2254648" cy="0"/>
          </a:xfrm>
          <a:prstGeom prst="line">
            <a:avLst/>
          </a:prstGeom>
          <a:ln w="9525" cap="rnd">
            <a:solidFill>
              <a:srgbClr val="3D3D3D"/>
            </a:solidFill>
            <a:prstDash val="solid"/>
            <a:headEnd type="none" w="sm" len="sm"/>
            <a:tailEnd type="none" w="sm" len="sm"/>
          </a:ln>
        </p:spPr>
      </p:sp>
      <p:sp>
        <p:nvSpPr>
          <p:cNvPr id="14" name="AutoShape 14"/>
          <p:cNvSpPr/>
          <p:nvPr/>
        </p:nvSpPr>
        <p:spPr>
          <a:xfrm rot="7436612">
            <a:off x="16050933" y="1174750"/>
            <a:ext cx="2887035" cy="0"/>
          </a:xfrm>
          <a:prstGeom prst="line">
            <a:avLst/>
          </a:prstGeom>
          <a:ln w="9525" cap="rnd">
            <a:solidFill>
              <a:srgbClr val="3D3D3D"/>
            </a:solidFill>
            <a:prstDash val="solid"/>
            <a:headEnd type="none" w="sm" len="sm"/>
            <a:tailEnd type="none" w="sm" len="sm"/>
          </a:ln>
        </p:spPr>
      </p:sp>
      <p:sp>
        <p:nvSpPr>
          <p:cNvPr id="15" name="Freeform 15"/>
          <p:cNvSpPr/>
          <p:nvPr/>
        </p:nvSpPr>
        <p:spPr>
          <a:xfrm>
            <a:off x="16128550" y="2080500"/>
            <a:ext cx="1163600" cy="1164700"/>
          </a:xfrm>
          <a:custGeom>
            <a:avLst/>
            <a:gdLst/>
            <a:ahLst/>
            <a:cxnLst/>
            <a:rect l="l" t="t" r="r" b="b"/>
            <a:pathLst>
              <a:path w="1163600" h="1164700">
                <a:moveTo>
                  <a:pt x="0" y="0"/>
                </a:moveTo>
                <a:lnTo>
                  <a:pt x="1163600" y="0"/>
                </a:lnTo>
                <a:lnTo>
                  <a:pt x="1163600" y="1164700"/>
                </a:lnTo>
                <a:lnTo>
                  <a:pt x="0" y="1164700"/>
                </a:lnTo>
                <a:lnTo>
                  <a:pt x="0" y="0"/>
                </a:lnTo>
                <a:close/>
              </a:path>
            </a:pathLst>
          </a:custGeom>
          <a:blipFill>
            <a:blip r:embed="rId11"/>
            <a:stretch>
              <a:fillRect/>
            </a:stretch>
          </a:blipFill>
        </p:spPr>
      </p:sp>
      <p:sp>
        <p:nvSpPr>
          <p:cNvPr id="16" name="Freeform 16"/>
          <p:cNvSpPr/>
          <p:nvPr/>
        </p:nvSpPr>
        <p:spPr>
          <a:xfrm>
            <a:off x="14706100" y="632550"/>
            <a:ext cx="584050" cy="585150"/>
          </a:xfrm>
          <a:custGeom>
            <a:avLst/>
            <a:gdLst/>
            <a:ahLst/>
            <a:cxnLst/>
            <a:rect l="l" t="t" r="r" b="b"/>
            <a:pathLst>
              <a:path w="584050" h="585150">
                <a:moveTo>
                  <a:pt x="0" y="0"/>
                </a:moveTo>
                <a:lnTo>
                  <a:pt x="584050" y="0"/>
                </a:lnTo>
                <a:lnTo>
                  <a:pt x="584050" y="585150"/>
                </a:lnTo>
                <a:lnTo>
                  <a:pt x="0" y="585150"/>
                </a:lnTo>
                <a:lnTo>
                  <a:pt x="0" y="0"/>
                </a:lnTo>
                <a:close/>
              </a:path>
            </a:pathLst>
          </a:custGeom>
          <a:blipFill>
            <a:blip r:embed="rId12"/>
            <a:stretch>
              <a:fillRect/>
            </a:stretch>
          </a:blipFill>
        </p:spPr>
      </p:sp>
      <p:sp>
        <p:nvSpPr>
          <p:cNvPr id="17" name="Freeform 17"/>
          <p:cNvSpPr/>
          <p:nvPr/>
        </p:nvSpPr>
        <p:spPr>
          <a:xfrm>
            <a:off x="17584600" y="642550"/>
            <a:ext cx="350000" cy="350000"/>
          </a:xfrm>
          <a:custGeom>
            <a:avLst/>
            <a:gdLst/>
            <a:ahLst/>
            <a:cxnLst/>
            <a:rect l="l" t="t" r="r" b="b"/>
            <a:pathLst>
              <a:path w="350000" h="350000">
                <a:moveTo>
                  <a:pt x="0" y="0"/>
                </a:moveTo>
                <a:lnTo>
                  <a:pt x="350000" y="0"/>
                </a:lnTo>
                <a:lnTo>
                  <a:pt x="350000" y="350000"/>
                </a:lnTo>
                <a:lnTo>
                  <a:pt x="0" y="350000"/>
                </a:lnTo>
                <a:lnTo>
                  <a:pt x="0" y="0"/>
                </a:lnTo>
                <a:close/>
              </a:path>
            </a:pathLst>
          </a:custGeom>
          <a:blipFill>
            <a:blip r:embed="rId13"/>
            <a:stretch>
              <a:fillRect/>
            </a:stretch>
          </a:blipFill>
        </p:spPr>
      </p:sp>
      <p:grpSp>
        <p:nvGrpSpPr>
          <p:cNvPr id="18" name="Group 18"/>
          <p:cNvGrpSpPr/>
          <p:nvPr/>
        </p:nvGrpSpPr>
        <p:grpSpPr>
          <a:xfrm>
            <a:off x="11658610" y="137414"/>
            <a:ext cx="577228" cy="576674"/>
            <a:chOff x="0" y="0"/>
            <a:chExt cx="769637" cy="768899"/>
          </a:xfrm>
        </p:grpSpPr>
        <p:sp>
          <p:nvSpPr>
            <p:cNvPr id="19" name="Freeform 19"/>
            <p:cNvSpPr/>
            <p:nvPr/>
          </p:nvSpPr>
          <p:spPr>
            <a:xfrm>
              <a:off x="0" y="0"/>
              <a:ext cx="769620" cy="768858"/>
            </a:xfrm>
            <a:custGeom>
              <a:avLst/>
              <a:gdLst/>
              <a:ahLst/>
              <a:cxnLst/>
              <a:rect l="l" t="t" r="r" b="b"/>
              <a:pathLst>
                <a:path w="769620" h="768858">
                  <a:moveTo>
                    <a:pt x="384810" y="0"/>
                  </a:moveTo>
                  <a:cubicBezTo>
                    <a:pt x="172212" y="0"/>
                    <a:pt x="0" y="172212"/>
                    <a:pt x="0" y="384048"/>
                  </a:cubicBezTo>
                  <a:cubicBezTo>
                    <a:pt x="0" y="596646"/>
                    <a:pt x="172212" y="768858"/>
                    <a:pt x="384810" y="768858"/>
                  </a:cubicBezTo>
                  <a:cubicBezTo>
                    <a:pt x="597408" y="768858"/>
                    <a:pt x="769620" y="596646"/>
                    <a:pt x="769620" y="384048"/>
                  </a:cubicBezTo>
                  <a:cubicBezTo>
                    <a:pt x="769620" y="172212"/>
                    <a:pt x="597408" y="0"/>
                    <a:pt x="384810" y="0"/>
                  </a:cubicBezTo>
                  <a:close/>
                </a:path>
              </a:pathLst>
            </a:custGeom>
            <a:solidFill>
              <a:srgbClr val="77C6FC"/>
            </a:solidFill>
          </p:spPr>
        </p:sp>
      </p:grpSp>
      <p:sp>
        <p:nvSpPr>
          <p:cNvPr id="20" name="Freeform 20"/>
          <p:cNvSpPr/>
          <p:nvPr/>
        </p:nvSpPr>
        <p:spPr>
          <a:xfrm>
            <a:off x="11654100" y="132350"/>
            <a:ext cx="586222" cy="586776"/>
          </a:xfrm>
          <a:custGeom>
            <a:avLst/>
            <a:gdLst/>
            <a:ahLst/>
            <a:cxnLst/>
            <a:rect l="l" t="t" r="r" b="b"/>
            <a:pathLst>
              <a:path w="586222" h="586776">
                <a:moveTo>
                  <a:pt x="0" y="0"/>
                </a:moveTo>
                <a:lnTo>
                  <a:pt x="586222" y="0"/>
                </a:lnTo>
                <a:lnTo>
                  <a:pt x="586222" y="586776"/>
                </a:lnTo>
                <a:lnTo>
                  <a:pt x="0" y="586776"/>
                </a:lnTo>
                <a:lnTo>
                  <a:pt x="0" y="0"/>
                </a:lnTo>
                <a:close/>
              </a:path>
            </a:pathLst>
          </a:custGeom>
          <a:blipFill>
            <a:blip r:embed="rId14"/>
            <a:stretch>
              <a:fillRect/>
            </a:stretch>
          </a:blipFill>
        </p:spPr>
      </p:sp>
      <p:grpSp>
        <p:nvGrpSpPr>
          <p:cNvPr id="21" name="Group 21"/>
          <p:cNvGrpSpPr/>
          <p:nvPr/>
        </p:nvGrpSpPr>
        <p:grpSpPr>
          <a:xfrm>
            <a:off x="11731588" y="210418"/>
            <a:ext cx="431252" cy="430674"/>
            <a:chOff x="0" y="0"/>
            <a:chExt cx="575003" cy="574232"/>
          </a:xfrm>
        </p:grpSpPr>
        <p:sp>
          <p:nvSpPr>
            <p:cNvPr id="22" name="Freeform 22"/>
            <p:cNvSpPr/>
            <p:nvPr/>
          </p:nvSpPr>
          <p:spPr>
            <a:xfrm>
              <a:off x="0" y="0"/>
              <a:ext cx="575056" cy="574294"/>
            </a:xfrm>
            <a:custGeom>
              <a:avLst/>
              <a:gdLst/>
              <a:ahLst/>
              <a:cxnLst/>
              <a:rect l="l" t="t" r="r" b="b"/>
              <a:pathLst>
                <a:path w="575056" h="574294">
                  <a:moveTo>
                    <a:pt x="287528" y="0"/>
                  </a:moveTo>
                  <a:cubicBezTo>
                    <a:pt x="128778" y="0"/>
                    <a:pt x="0" y="128016"/>
                    <a:pt x="0" y="286766"/>
                  </a:cubicBezTo>
                  <a:cubicBezTo>
                    <a:pt x="0" y="445516"/>
                    <a:pt x="128778" y="574294"/>
                    <a:pt x="287528" y="574294"/>
                  </a:cubicBezTo>
                  <a:cubicBezTo>
                    <a:pt x="446278" y="574294"/>
                    <a:pt x="575056" y="445516"/>
                    <a:pt x="575056" y="286766"/>
                  </a:cubicBezTo>
                  <a:cubicBezTo>
                    <a:pt x="575056" y="128016"/>
                    <a:pt x="446278" y="0"/>
                    <a:pt x="287528" y="0"/>
                  </a:cubicBezTo>
                  <a:close/>
                </a:path>
              </a:pathLst>
            </a:custGeom>
            <a:solidFill>
              <a:srgbClr val="FFFFFF"/>
            </a:solidFill>
          </p:spPr>
        </p:sp>
      </p:grpSp>
      <p:sp>
        <p:nvSpPr>
          <p:cNvPr id="23" name="Freeform 23"/>
          <p:cNvSpPr/>
          <p:nvPr/>
        </p:nvSpPr>
        <p:spPr>
          <a:xfrm>
            <a:off x="11727104" y="205354"/>
            <a:ext cx="440246" cy="440800"/>
          </a:xfrm>
          <a:custGeom>
            <a:avLst/>
            <a:gdLst/>
            <a:ahLst/>
            <a:cxnLst/>
            <a:rect l="l" t="t" r="r" b="b"/>
            <a:pathLst>
              <a:path w="440246" h="440800">
                <a:moveTo>
                  <a:pt x="0" y="0"/>
                </a:moveTo>
                <a:lnTo>
                  <a:pt x="440246" y="0"/>
                </a:lnTo>
                <a:lnTo>
                  <a:pt x="440246" y="440800"/>
                </a:lnTo>
                <a:lnTo>
                  <a:pt x="0" y="440800"/>
                </a:lnTo>
                <a:lnTo>
                  <a:pt x="0" y="0"/>
                </a:lnTo>
                <a:close/>
              </a:path>
            </a:pathLst>
          </a:custGeom>
          <a:blipFill>
            <a:blip r:embed="rId15"/>
            <a:stretch>
              <a:fillRect/>
            </a:stretch>
          </a:blipFill>
        </p:spPr>
      </p:sp>
      <p:grpSp>
        <p:nvGrpSpPr>
          <p:cNvPr id="24" name="Group 24"/>
          <p:cNvGrpSpPr/>
          <p:nvPr/>
        </p:nvGrpSpPr>
        <p:grpSpPr>
          <a:xfrm>
            <a:off x="11810764" y="289568"/>
            <a:ext cx="272354" cy="272354"/>
            <a:chOff x="0" y="0"/>
            <a:chExt cx="363139" cy="363139"/>
          </a:xfrm>
        </p:grpSpPr>
        <p:sp>
          <p:nvSpPr>
            <p:cNvPr id="25" name="Freeform 25"/>
            <p:cNvSpPr/>
            <p:nvPr/>
          </p:nvSpPr>
          <p:spPr>
            <a:xfrm>
              <a:off x="0" y="0"/>
              <a:ext cx="363093" cy="363220"/>
            </a:xfrm>
            <a:custGeom>
              <a:avLst/>
              <a:gdLst/>
              <a:ahLst/>
              <a:cxnLst/>
              <a:rect l="l" t="t" r="r" b="b"/>
              <a:pathLst>
                <a:path w="363093" h="363220">
                  <a:moveTo>
                    <a:pt x="181991" y="0"/>
                  </a:moveTo>
                  <a:cubicBezTo>
                    <a:pt x="81661" y="0"/>
                    <a:pt x="0" y="81661"/>
                    <a:pt x="0" y="181229"/>
                  </a:cubicBezTo>
                  <a:cubicBezTo>
                    <a:pt x="0" y="281559"/>
                    <a:pt x="81534" y="363220"/>
                    <a:pt x="181864" y="363220"/>
                  </a:cubicBezTo>
                  <a:cubicBezTo>
                    <a:pt x="282194" y="363220"/>
                    <a:pt x="363093" y="281559"/>
                    <a:pt x="363093" y="181229"/>
                  </a:cubicBezTo>
                  <a:cubicBezTo>
                    <a:pt x="363093" y="81661"/>
                    <a:pt x="282321" y="0"/>
                    <a:pt x="181991" y="0"/>
                  </a:cubicBezTo>
                  <a:close/>
                </a:path>
              </a:pathLst>
            </a:custGeom>
            <a:solidFill>
              <a:srgbClr val="77C6FC"/>
            </a:solidFill>
          </p:spPr>
        </p:sp>
      </p:grpSp>
      <p:sp>
        <p:nvSpPr>
          <p:cNvPr id="26" name="Freeform 26"/>
          <p:cNvSpPr/>
          <p:nvPr/>
        </p:nvSpPr>
        <p:spPr>
          <a:xfrm>
            <a:off x="11806280" y="285084"/>
            <a:ext cx="281902" cy="281348"/>
          </a:xfrm>
          <a:custGeom>
            <a:avLst/>
            <a:gdLst/>
            <a:ahLst/>
            <a:cxnLst/>
            <a:rect l="l" t="t" r="r" b="b"/>
            <a:pathLst>
              <a:path w="281902" h="281348">
                <a:moveTo>
                  <a:pt x="0" y="0"/>
                </a:moveTo>
                <a:lnTo>
                  <a:pt x="281902" y="0"/>
                </a:lnTo>
                <a:lnTo>
                  <a:pt x="281902" y="281348"/>
                </a:lnTo>
                <a:lnTo>
                  <a:pt x="0" y="281348"/>
                </a:lnTo>
                <a:lnTo>
                  <a:pt x="0" y="0"/>
                </a:lnTo>
                <a:close/>
              </a:path>
            </a:pathLst>
          </a:custGeom>
          <a:blipFill>
            <a:blip r:embed="rId16"/>
            <a:stretch>
              <a:fillRect/>
            </a:stretch>
          </a:blipFill>
        </p:spPr>
      </p:sp>
      <p:sp>
        <p:nvSpPr>
          <p:cNvPr id="27" name="Freeform 27"/>
          <p:cNvSpPr/>
          <p:nvPr/>
        </p:nvSpPr>
        <p:spPr>
          <a:xfrm>
            <a:off x="16980100" y="341750"/>
            <a:ext cx="350026" cy="54000"/>
          </a:xfrm>
          <a:custGeom>
            <a:avLst/>
            <a:gdLst/>
            <a:ahLst/>
            <a:cxnLst/>
            <a:rect l="l" t="t" r="r" b="b"/>
            <a:pathLst>
              <a:path w="350026" h="54000">
                <a:moveTo>
                  <a:pt x="0" y="0"/>
                </a:moveTo>
                <a:lnTo>
                  <a:pt x="350026" y="0"/>
                </a:lnTo>
                <a:lnTo>
                  <a:pt x="350026" y="54000"/>
                </a:lnTo>
                <a:lnTo>
                  <a:pt x="0" y="54000"/>
                </a:lnTo>
                <a:lnTo>
                  <a:pt x="0" y="0"/>
                </a:lnTo>
                <a:close/>
              </a:path>
            </a:pathLst>
          </a:custGeom>
          <a:blipFill>
            <a:blip r:embed="rId17"/>
            <a:stretch>
              <a:fillRect/>
            </a:stretch>
          </a:blipFill>
        </p:spPr>
      </p:sp>
      <p:sp>
        <p:nvSpPr>
          <p:cNvPr id="28" name="Freeform 28"/>
          <p:cNvSpPr/>
          <p:nvPr/>
        </p:nvSpPr>
        <p:spPr>
          <a:xfrm>
            <a:off x="17356700" y="3316000"/>
            <a:ext cx="350026" cy="54000"/>
          </a:xfrm>
          <a:custGeom>
            <a:avLst/>
            <a:gdLst/>
            <a:ahLst/>
            <a:cxnLst/>
            <a:rect l="l" t="t" r="r" b="b"/>
            <a:pathLst>
              <a:path w="350026" h="54000">
                <a:moveTo>
                  <a:pt x="0" y="0"/>
                </a:moveTo>
                <a:lnTo>
                  <a:pt x="350026" y="0"/>
                </a:lnTo>
                <a:lnTo>
                  <a:pt x="350026" y="54000"/>
                </a:lnTo>
                <a:lnTo>
                  <a:pt x="0" y="54000"/>
                </a:lnTo>
                <a:lnTo>
                  <a:pt x="0" y="0"/>
                </a:lnTo>
                <a:close/>
              </a:path>
            </a:pathLst>
          </a:custGeom>
          <a:blipFill>
            <a:blip r:embed="rId17"/>
            <a:stretch>
              <a:fillRect/>
            </a:stretch>
          </a:blipFill>
        </p:spPr>
      </p:sp>
      <p:sp>
        <p:nvSpPr>
          <p:cNvPr id="29" name="TextBox 29"/>
          <p:cNvSpPr txBox="1"/>
          <p:nvPr/>
        </p:nvSpPr>
        <p:spPr>
          <a:xfrm>
            <a:off x="5031740" y="2400300"/>
            <a:ext cx="8966835" cy="3816350"/>
          </a:xfrm>
          <a:prstGeom prst="rect">
            <a:avLst/>
          </a:prstGeom>
        </p:spPr>
        <p:txBody>
          <a:bodyPr wrap="square" lIns="0" tIns="0" rIns="0" bIns="0" rtlCol="0" anchor="t">
            <a:spAutoFit/>
          </a:bodyPr>
          <a:lstStyle/>
          <a:p>
            <a:pPr algn="ctr">
              <a:lnSpc>
                <a:spcPts val="16200"/>
              </a:lnSpc>
            </a:pPr>
            <a:r>
              <a:rPr lang="en-US" sz="11200">
                <a:solidFill>
                  <a:srgbClr val="494949"/>
                </a:solidFill>
                <a:latin typeface="Prompt Bold" panose="00000800000000000000"/>
              </a:rPr>
              <a:t>1.3. </a:t>
            </a:r>
            <a:endParaRPr lang="en-US" sz="11200">
              <a:solidFill>
                <a:srgbClr val="494949"/>
              </a:solidFill>
              <a:latin typeface="Prompt Bold" panose="00000800000000000000"/>
            </a:endParaRPr>
          </a:p>
          <a:p>
            <a:pPr algn="ctr">
              <a:lnSpc>
                <a:spcPts val="13560"/>
              </a:lnSpc>
            </a:pPr>
            <a:r>
              <a:rPr lang="en-US" sz="9400">
                <a:solidFill>
                  <a:srgbClr val="494949"/>
                </a:solidFill>
                <a:latin typeface="Prompt Bold" panose="00000800000000000000"/>
              </a:rPr>
              <a:t>Xác lập dự án</a:t>
            </a:r>
            <a:endParaRPr lang="en-US" sz="9400">
              <a:solidFill>
                <a:srgbClr val="494949"/>
              </a:solidFill>
              <a:latin typeface="Prompt Bold" panose="00000800000000000000"/>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rot="927057">
            <a:off x="5756197" y="9332450"/>
            <a:ext cx="2370938" cy="0"/>
          </a:xfrm>
          <a:prstGeom prst="line">
            <a:avLst/>
          </a:prstGeom>
          <a:ln w="9525" cap="rnd">
            <a:solidFill>
              <a:srgbClr val="3D3D3D"/>
            </a:solidFill>
            <a:prstDash val="solid"/>
            <a:headEnd type="none" w="sm" len="sm"/>
            <a:tailEnd type="none" w="sm" len="sm"/>
          </a:ln>
        </p:spPr>
      </p:sp>
      <p:sp>
        <p:nvSpPr>
          <p:cNvPr id="3" name="AutoShape 3"/>
          <p:cNvSpPr/>
          <p:nvPr/>
        </p:nvSpPr>
        <p:spPr>
          <a:xfrm rot="9989267">
            <a:off x="3076160" y="9299950"/>
            <a:ext cx="2780411" cy="0"/>
          </a:xfrm>
          <a:prstGeom prst="line">
            <a:avLst/>
          </a:prstGeom>
          <a:ln w="9525" cap="rnd">
            <a:solidFill>
              <a:srgbClr val="3D3D3D"/>
            </a:solidFill>
            <a:prstDash val="solid"/>
            <a:headEnd type="none" w="sm" len="sm"/>
            <a:tailEnd type="none" w="sm" len="sm"/>
          </a:ln>
        </p:spPr>
      </p:sp>
      <p:sp>
        <p:nvSpPr>
          <p:cNvPr id="4" name="AutoShape 4"/>
          <p:cNvSpPr/>
          <p:nvPr/>
        </p:nvSpPr>
        <p:spPr>
          <a:xfrm rot="999997">
            <a:off x="450762" y="9208100"/>
            <a:ext cx="2800708" cy="0"/>
          </a:xfrm>
          <a:prstGeom prst="line">
            <a:avLst/>
          </a:prstGeom>
          <a:ln w="9525" cap="rnd">
            <a:solidFill>
              <a:srgbClr val="3D3D3D"/>
            </a:solidFill>
            <a:prstDash val="solid"/>
            <a:headEnd type="none" w="sm" len="sm"/>
            <a:tailEnd type="none" w="sm" len="sm"/>
          </a:ln>
        </p:spPr>
      </p:sp>
      <p:sp>
        <p:nvSpPr>
          <p:cNvPr id="5" name="AutoShape 5"/>
          <p:cNvSpPr/>
          <p:nvPr/>
        </p:nvSpPr>
        <p:spPr>
          <a:xfrm rot="3346380">
            <a:off x="-243725" y="8394200"/>
            <a:ext cx="1007782" cy="0"/>
          </a:xfrm>
          <a:prstGeom prst="line">
            <a:avLst/>
          </a:prstGeom>
          <a:ln w="9525" cap="rnd">
            <a:solidFill>
              <a:srgbClr val="3D3D3D"/>
            </a:solidFill>
            <a:prstDash val="solid"/>
            <a:headEnd type="none" w="sm" len="sm"/>
            <a:tailEnd type="none" w="sm" len="sm"/>
          </a:ln>
        </p:spPr>
      </p:sp>
      <p:sp>
        <p:nvSpPr>
          <p:cNvPr id="6" name="Freeform 6"/>
          <p:cNvSpPr/>
          <p:nvPr/>
        </p:nvSpPr>
        <p:spPr>
          <a:xfrm>
            <a:off x="2556666" y="9026150"/>
            <a:ext cx="1163600" cy="1164700"/>
          </a:xfrm>
          <a:custGeom>
            <a:avLst/>
            <a:gdLst/>
            <a:ahLst/>
            <a:cxnLst/>
            <a:rect l="l" t="t" r="r" b="b"/>
            <a:pathLst>
              <a:path w="1163600" h="1164700">
                <a:moveTo>
                  <a:pt x="0" y="0"/>
                </a:moveTo>
                <a:lnTo>
                  <a:pt x="1163600" y="0"/>
                </a:lnTo>
                <a:lnTo>
                  <a:pt x="1163600" y="1164700"/>
                </a:lnTo>
                <a:lnTo>
                  <a:pt x="0" y="1164700"/>
                </a:lnTo>
                <a:lnTo>
                  <a:pt x="0" y="0"/>
                </a:lnTo>
                <a:close/>
              </a:path>
            </a:pathLst>
          </a:custGeom>
          <a:blipFill>
            <a:blip r:embed="rId1">
              <a:extLst>
                <a:ext uri="{96DAC541-7B7A-43D3-8B79-37D633B846F1}">
                  <asvg:svgBlip xmlns:asvg="http://schemas.microsoft.com/office/drawing/2016/SVG/main" r:embed="rId2"/>
                </a:ext>
              </a:extLst>
            </a:blip>
            <a:stretch>
              <a:fillRect/>
            </a:stretch>
          </a:blipFill>
        </p:spPr>
      </p:sp>
      <p:sp>
        <p:nvSpPr>
          <p:cNvPr id="7" name="Freeform 7"/>
          <p:cNvSpPr/>
          <p:nvPr/>
        </p:nvSpPr>
        <p:spPr>
          <a:xfrm>
            <a:off x="5495216" y="8680926"/>
            <a:ext cx="584050" cy="585150"/>
          </a:xfrm>
          <a:custGeom>
            <a:avLst/>
            <a:gdLst/>
            <a:ahLst/>
            <a:cxnLst/>
            <a:rect l="l" t="t" r="r" b="b"/>
            <a:pathLst>
              <a:path w="584050" h="585150">
                <a:moveTo>
                  <a:pt x="0" y="0"/>
                </a:moveTo>
                <a:lnTo>
                  <a:pt x="584050" y="0"/>
                </a:lnTo>
                <a:lnTo>
                  <a:pt x="584050" y="585150"/>
                </a:lnTo>
                <a:lnTo>
                  <a:pt x="0" y="585150"/>
                </a:lnTo>
                <a:lnTo>
                  <a:pt x="0" y="0"/>
                </a:lnTo>
                <a:close/>
              </a:path>
            </a:pathLst>
          </a:custGeom>
          <a:blipFill>
            <a:blip r:embed="rId3"/>
            <a:stretch>
              <a:fillRect/>
            </a:stretch>
          </a:blipFill>
        </p:spPr>
      </p:sp>
      <p:sp>
        <p:nvSpPr>
          <p:cNvPr id="8" name="Freeform 8"/>
          <p:cNvSpPr/>
          <p:nvPr/>
        </p:nvSpPr>
        <p:spPr>
          <a:xfrm>
            <a:off x="342616" y="8630050"/>
            <a:ext cx="350000" cy="350000"/>
          </a:xfrm>
          <a:custGeom>
            <a:avLst/>
            <a:gdLst/>
            <a:ahLst/>
            <a:cxnLst/>
            <a:rect l="l" t="t" r="r" b="b"/>
            <a:pathLst>
              <a:path w="350000" h="350000">
                <a:moveTo>
                  <a:pt x="0" y="0"/>
                </a:moveTo>
                <a:lnTo>
                  <a:pt x="350000" y="0"/>
                </a:lnTo>
                <a:lnTo>
                  <a:pt x="350000" y="350000"/>
                </a:lnTo>
                <a:lnTo>
                  <a:pt x="0" y="350000"/>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9" name="Freeform 9"/>
          <p:cNvSpPr/>
          <p:nvPr/>
        </p:nvSpPr>
        <p:spPr>
          <a:xfrm>
            <a:off x="7746394" y="9315100"/>
            <a:ext cx="586222" cy="586776"/>
          </a:xfrm>
          <a:custGeom>
            <a:avLst/>
            <a:gdLst/>
            <a:ahLst/>
            <a:cxnLst/>
            <a:rect l="l" t="t" r="r" b="b"/>
            <a:pathLst>
              <a:path w="586222" h="586776">
                <a:moveTo>
                  <a:pt x="0" y="0"/>
                </a:moveTo>
                <a:lnTo>
                  <a:pt x="586222" y="0"/>
                </a:lnTo>
                <a:lnTo>
                  <a:pt x="586222" y="586776"/>
                </a:lnTo>
                <a:lnTo>
                  <a:pt x="0" y="586776"/>
                </a:lnTo>
                <a:lnTo>
                  <a:pt x="0" y="0"/>
                </a:lnTo>
                <a:close/>
              </a:path>
            </a:pathLst>
          </a:custGeom>
          <a:blipFill>
            <a:blip r:embed="rId6"/>
            <a:stretch>
              <a:fillRect/>
            </a:stretch>
          </a:blipFill>
        </p:spPr>
      </p:sp>
      <p:sp>
        <p:nvSpPr>
          <p:cNvPr id="10" name="Freeform 10"/>
          <p:cNvSpPr/>
          <p:nvPr/>
        </p:nvSpPr>
        <p:spPr>
          <a:xfrm>
            <a:off x="484540" y="8284850"/>
            <a:ext cx="350026" cy="54000"/>
          </a:xfrm>
          <a:custGeom>
            <a:avLst/>
            <a:gdLst/>
            <a:ahLst/>
            <a:cxnLst/>
            <a:rect l="l" t="t" r="r" b="b"/>
            <a:pathLst>
              <a:path w="350026" h="54000">
                <a:moveTo>
                  <a:pt x="0" y="0"/>
                </a:moveTo>
                <a:lnTo>
                  <a:pt x="350026" y="0"/>
                </a:lnTo>
                <a:lnTo>
                  <a:pt x="350026" y="54000"/>
                </a:lnTo>
                <a:lnTo>
                  <a:pt x="0" y="54000"/>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sp>
      <p:sp>
        <p:nvSpPr>
          <p:cNvPr id="29" name="TextBox 29"/>
          <p:cNvSpPr txBox="1"/>
          <p:nvPr/>
        </p:nvSpPr>
        <p:spPr>
          <a:xfrm>
            <a:off x="1295400" y="1943100"/>
            <a:ext cx="7393305" cy="5744845"/>
          </a:xfrm>
          <a:prstGeom prst="rect">
            <a:avLst/>
          </a:prstGeom>
        </p:spPr>
        <p:txBody>
          <a:bodyPr wrap="square" lIns="0" tIns="0" rIns="0" bIns="0" rtlCol="0" anchor="t">
            <a:spAutoFit/>
          </a:bodyPr>
          <a:lstStyle/>
          <a:p>
            <a:pPr marL="690880" lvl="1" indent="-345440" algn="just">
              <a:lnSpc>
                <a:spcPts val="4480"/>
              </a:lnSpc>
              <a:buFont typeface="Arial" panose="020B0604020202020204"/>
              <a:buChar char="•"/>
            </a:pPr>
            <a:r>
              <a:rPr lang="en-US" sz="2800">
                <a:solidFill>
                  <a:srgbClr val="000000"/>
                </a:solidFill>
                <a:latin typeface="Faustina" panose="00000500000000000000"/>
              </a:rPr>
              <a:t>Cải thiện trải nghiệm khách hàng: Tăng cường sự thuận tiện trong việc đặt bàn và chọn món ăn.</a:t>
            </a:r>
            <a:endParaRPr lang="en-US" sz="2800">
              <a:solidFill>
                <a:srgbClr val="000000"/>
              </a:solidFill>
              <a:latin typeface="Faustina" panose="00000500000000000000"/>
            </a:endParaRPr>
          </a:p>
          <a:p>
            <a:pPr marL="690880" lvl="1" indent="-345440" algn="just">
              <a:lnSpc>
                <a:spcPts val="4480"/>
              </a:lnSpc>
              <a:buFont typeface="Arial" panose="020B0604020202020204"/>
              <a:buChar char="•"/>
            </a:pPr>
            <a:r>
              <a:rPr lang="en-US" sz="2800">
                <a:solidFill>
                  <a:srgbClr val="000000"/>
                </a:solidFill>
                <a:latin typeface="Faustina" panose="00000500000000000000"/>
              </a:rPr>
              <a:t>Tối ưu hóa quy trình hoạt động:Giảm thời gian chờ đợi và sai sót trong phục vụ.</a:t>
            </a:r>
            <a:endParaRPr lang="en-US" sz="2800">
              <a:solidFill>
                <a:srgbClr val="000000"/>
              </a:solidFill>
              <a:latin typeface="Faustina" panose="00000500000000000000"/>
            </a:endParaRPr>
          </a:p>
          <a:p>
            <a:pPr marL="690880" lvl="1" indent="-345440" algn="just">
              <a:lnSpc>
                <a:spcPts val="4480"/>
              </a:lnSpc>
              <a:buFont typeface="Arial" panose="020B0604020202020204"/>
              <a:buChar char="•"/>
            </a:pPr>
            <a:r>
              <a:rPr lang="en-US" sz="2800">
                <a:solidFill>
                  <a:srgbClr val="000000"/>
                </a:solidFill>
                <a:latin typeface="Faustina" panose="00000500000000000000"/>
              </a:rPr>
              <a:t>Tăng doanh thu: Thúc đẩy doanh thu thông qua chương trình khuyến mãi và nâng cao tỷ lệ đặt bàn.</a:t>
            </a:r>
            <a:endParaRPr lang="en-US" sz="2800">
              <a:solidFill>
                <a:srgbClr val="000000"/>
              </a:solidFill>
              <a:latin typeface="Faustina" panose="00000500000000000000"/>
            </a:endParaRPr>
          </a:p>
          <a:p>
            <a:pPr marL="690880" lvl="1" indent="-345440" algn="just">
              <a:lnSpc>
                <a:spcPts val="4480"/>
              </a:lnSpc>
              <a:buFont typeface="Arial" panose="020B0604020202020204"/>
              <a:buChar char="•"/>
            </a:pPr>
            <a:r>
              <a:rPr lang="en-US" sz="2800">
                <a:solidFill>
                  <a:srgbClr val="000000"/>
                </a:solidFill>
                <a:latin typeface="Faustina" panose="00000500000000000000"/>
              </a:rPr>
              <a:t>Quản lý hiệu quả: Cung cấp báo cáo phân tích để theo dõi hiệu suất kinh doanh.</a:t>
            </a:r>
            <a:endParaRPr lang="en-US" sz="2800">
              <a:solidFill>
                <a:srgbClr val="000000"/>
              </a:solidFill>
              <a:latin typeface="Faustina" panose="00000500000000000000"/>
            </a:endParaRPr>
          </a:p>
        </p:txBody>
      </p:sp>
      <p:sp>
        <p:nvSpPr>
          <p:cNvPr id="30" name="TextBox 27"/>
          <p:cNvSpPr txBox="1"/>
          <p:nvPr/>
        </p:nvSpPr>
        <p:spPr>
          <a:xfrm>
            <a:off x="1905000" y="876300"/>
            <a:ext cx="6877685" cy="800100"/>
          </a:xfrm>
          <a:prstGeom prst="rect">
            <a:avLst/>
          </a:prstGeom>
        </p:spPr>
        <p:txBody>
          <a:bodyPr wrap="square" lIns="0" tIns="0" rIns="0" bIns="0" rtlCol="0" anchor="t">
            <a:spAutoFit/>
          </a:bodyPr>
          <a:p>
            <a:pPr algn="l">
              <a:lnSpc>
                <a:spcPts val="6240"/>
              </a:lnSpc>
            </a:pPr>
            <a:r>
              <a:rPr lang="en-US" sz="5200">
                <a:solidFill>
                  <a:srgbClr val="494949"/>
                </a:solidFill>
                <a:latin typeface="Arimo Bold" panose="020B0704020202020204"/>
              </a:rPr>
              <a:t>1.3.1. Mục tiêu dự án </a:t>
            </a:r>
            <a:endParaRPr lang="en-US" sz="5200">
              <a:solidFill>
                <a:srgbClr val="494949"/>
              </a:solidFill>
              <a:latin typeface="Arimo Bold" panose="020B0704020202020204"/>
            </a:endParaRPr>
          </a:p>
        </p:txBody>
      </p:sp>
      <p:sp>
        <p:nvSpPr>
          <p:cNvPr id="28" name="TextBox 27"/>
          <p:cNvSpPr txBox="1"/>
          <p:nvPr/>
        </p:nvSpPr>
        <p:spPr>
          <a:xfrm>
            <a:off x="10744200" y="952500"/>
            <a:ext cx="5292090" cy="800100"/>
          </a:xfrm>
          <a:prstGeom prst="rect">
            <a:avLst/>
          </a:prstGeom>
        </p:spPr>
        <p:txBody>
          <a:bodyPr wrap="square" lIns="0" tIns="0" rIns="0" bIns="0" rtlCol="0" anchor="t">
            <a:spAutoFit/>
          </a:bodyPr>
          <a:p>
            <a:pPr algn="ctr">
              <a:lnSpc>
                <a:spcPts val="6240"/>
              </a:lnSpc>
            </a:pPr>
            <a:r>
              <a:rPr lang="en-US" sz="5200">
                <a:solidFill>
                  <a:srgbClr val="494949"/>
                </a:solidFill>
                <a:latin typeface="Arimo Bold" panose="020B0704020202020204"/>
              </a:rPr>
              <a:t>1.3.2. Yêu cầu</a:t>
            </a:r>
            <a:endParaRPr lang="en-US" sz="5200">
              <a:solidFill>
                <a:srgbClr val="494949"/>
              </a:solidFill>
              <a:latin typeface="Arimo Bold" panose="020B0704020202020204"/>
            </a:endParaRPr>
          </a:p>
        </p:txBody>
      </p:sp>
      <p:sp>
        <p:nvSpPr>
          <p:cNvPr id="31" name="TextBox 29"/>
          <p:cNvSpPr txBox="1"/>
          <p:nvPr/>
        </p:nvSpPr>
        <p:spPr>
          <a:xfrm>
            <a:off x="9525000" y="2019300"/>
            <a:ext cx="7393305" cy="6319520"/>
          </a:xfrm>
          <a:prstGeom prst="rect">
            <a:avLst/>
          </a:prstGeom>
        </p:spPr>
        <p:txBody>
          <a:bodyPr wrap="square" lIns="0" tIns="0" rIns="0" bIns="0" rtlCol="0" anchor="t">
            <a:spAutoFit/>
          </a:bodyPr>
          <a:p>
            <a:pPr marL="690880" lvl="1" indent="-345440" algn="just">
              <a:lnSpc>
                <a:spcPts val="4480"/>
              </a:lnSpc>
              <a:buFont typeface="Arial" panose="020B0604020202020204"/>
              <a:buChar char="•"/>
            </a:pPr>
            <a:r>
              <a:rPr lang="en-US" sz="2800">
                <a:solidFill>
                  <a:srgbClr val="000000"/>
                </a:solidFill>
                <a:latin typeface="Faustina" panose="00000500000000000000"/>
              </a:rPr>
              <a:t>Hệ thống phải cho phép khách hàng đặt bàn trực tuyến dễ dàng và nhanh chóng, cung cấp thực đơn điện tử với hình ảnh và giá cả.</a:t>
            </a:r>
            <a:endParaRPr lang="en-US" sz="2800">
              <a:solidFill>
                <a:srgbClr val="000000"/>
              </a:solidFill>
              <a:latin typeface="Faustina" panose="00000500000000000000"/>
            </a:endParaRPr>
          </a:p>
          <a:p>
            <a:pPr marL="690880" lvl="1" indent="-345440" algn="just">
              <a:lnSpc>
                <a:spcPts val="4480"/>
              </a:lnSpc>
              <a:buFont typeface="Arial" panose="020B0604020202020204"/>
              <a:buChar char="•"/>
            </a:pPr>
            <a:r>
              <a:rPr lang="en-US" sz="2800">
                <a:solidFill>
                  <a:srgbClr val="000000"/>
                </a:solidFill>
                <a:latin typeface="Faustina" panose="00000500000000000000"/>
              </a:rPr>
              <a:t>Cần hỗ trợ nhiều phương thức thanh toán, bao gồm thẻ tín dụng và ví điện tử.</a:t>
            </a:r>
            <a:endParaRPr lang="en-US" sz="2800">
              <a:solidFill>
                <a:srgbClr val="000000"/>
              </a:solidFill>
              <a:latin typeface="Faustina" panose="00000500000000000000"/>
            </a:endParaRPr>
          </a:p>
          <a:p>
            <a:pPr marL="690880" lvl="1" indent="-345440" algn="just">
              <a:lnSpc>
                <a:spcPts val="4480"/>
              </a:lnSpc>
              <a:buFont typeface="Arial" panose="020B0604020202020204"/>
              <a:buChar char="•"/>
            </a:pPr>
            <a:r>
              <a:rPr lang="en-US" sz="2800">
                <a:solidFill>
                  <a:srgbClr val="000000"/>
                </a:solidFill>
                <a:latin typeface="Faustina" panose="00000500000000000000"/>
              </a:rPr>
              <a:t>Cung cấp tính năng báo cáo để theo dõi doanh thu và đánh giá khách hàng, với giao diện thân thiện cho người dùng. Đảm bảo an toàn và bảo mật thông tin cá nhân, đồng thời tích hợp tốt với các phần mềm quản lý hiện có.</a:t>
            </a:r>
            <a:endParaRPr lang="en-US" sz="2800">
              <a:solidFill>
                <a:srgbClr val="000000"/>
              </a:solidFill>
              <a:latin typeface="Faustina" panose="00000500000000000000"/>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3909646" y="2249688"/>
            <a:ext cx="10468708" cy="6138288"/>
          </a:xfrm>
          <a:custGeom>
            <a:avLst/>
            <a:gdLst/>
            <a:ahLst/>
            <a:cxnLst/>
            <a:rect l="l" t="t" r="r" b="b"/>
            <a:pathLst>
              <a:path w="10468708" h="6138288">
                <a:moveTo>
                  <a:pt x="0" y="0"/>
                </a:moveTo>
                <a:lnTo>
                  <a:pt x="10468708" y="0"/>
                </a:lnTo>
                <a:lnTo>
                  <a:pt x="10468708" y="6138288"/>
                </a:lnTo>
                <a:lnTo>
                  <a:pt x="0" y="6138288"/>
                </a:lnTo>
                <a:lnTo>
                  <a:pt x="0" y="0"/>
                </a:lnTo>
                <a:close/>
              </a:path>
            </a:pathLst>
          </a:custGeom>
          <a:blipFill>
            <a:blip r:embed="rId1">
              <a:extLst>
                <a:ext uri="{96DAC541-7B7A-43D3-8B79-37D633B846F1}">
                  <asvg:svgBlip xmlns:asvg="http://schemas.microsoft.com/office/drawing/2016/SVG/main" r:embed="rId2"/>
                </a:ext>
              </a:extLst>
            </a:blip>
            <a:stretch>
              <a:fillRect/>
            </a:stretch>
          </a:blipFill>
        </p:spPr>
      </p:sp>
      <p:sp>
        <p:nvSpPr>
          <p:cNvPr id="3" name="AutoShape 3"/>
          <p:cNvSpPr/>
          <p:nvPr/>
        </p:nvSpPr>
        <p:spPr>
          <a:xfrm rot="927057">
            <a:off x="14487047" y="6955400"/>
            <a:ext cx="2370938" cy="0"/>
          </a:xfrm>
          <a:prstGeom prst="line">
            <a:avLst/>
          </a:prstGeom>
          <a:ln w="9525" cap="rnd">
            <a:solidFill>
              <a:srgbClr val="3D3D3D"/>
            </a:solidFill>
            <a:prstDash val="solid"/>
            <a:headEnd type="none" w="sm" len="sm"/>
            <a:tailEnd type="none" w="sm" len="sm"/>
          </a:ln>
        </p:spPr>
      </p:sp>
      <p:sp>
        <p:nvSpPr>
          <p:cNvPr id="4" name="AutoShape 4"/>
          <p:cNvSpPr/>
          <p:nvPr/>
        </p:nvSpPr>
        <p:spPr>
          <a:xfrm rot="9989267">
            <a:off x="14314810" y="4480100"/>
            <a:ext cx="2780411" cy="0"/>
          </a:xfrm>
          <a:prstGeom prst="line">
            <a:avLst/>
          </a:prstGeom>
          <a:ln w="9525" cap="rnd">
            <a:solidFill>
              <a:srgbClr val="3D3D3D"/>
            </a:solidFill>
            <a:prstDash val="solid"/>
            <a:headEnd type="none" w="sm" len="sm"/>
            <a:tailEnd type="none" w="sm" len="sm"/>
          </a:ln>
        </p:spPr>
      </p:sp>
      <p:sp>
        <p:nvSpPr>
          <p:cNvPr id="5" name="AutoShape 5"/>
          <p:cNvSpPr/>
          <p:nvPr/>
        </p:nvSpPr>
        <p:spPr>
          <a:xfrm rot="999997">
            <a:off x="14396512" y="1864850"/>
            <a:ext cx="2800708" cy="0"/>
          </a:xfrm>
          <a:prstGeom prst="line">
            <a:avLst/>
          </a:prstGeom>
          <a:ln w="9525" cap="rnd">
            <a:solidFill>
              <a:srgbClr val="3D3D3D"/>
            </a:solidFill>
            <a:prstDash val="solid"/>
            <a:headEnd type="none" w="sm" len="sm"/>
            <a:tailEnd type="none" w="sm" len="sm"/>
          </a:ln>
        </p:spPr>
      </p:sp>
      <p:sp>
        <p:nvSpPr>
          <p:cNvPr id="6" name="AutoShape 6"/>
          <p:cNvSpPr/>
          <p:nvPr/>
        </p:nvSpPr>
        <p:spPr>
          <a:xfrm rot="3346380">
            <a:off x="16106875" y="273900"/>
            <a:ext cx="1007782" cy="0"/>
          </a:xfrm>
          <a:prstGeom prst="line">
            <a:avLst/>
          </a:prstGeom>
          <a:ln w="9525" cap="rnd">
            <a:solidFill>
              <a:srgbClr val="3D3D3D"/>
            </a:solidFill>
            <a:prstDash val="solid"/>
            <a:headEnd type="none" w="sm" len="sm"/>
            <a:tailEnd type="none" w="sm" len="sm"/>
          </a:ln>
        </p:spPr>
      </p:sp>
      <p:sp>
        <p:nvSpPr>
          <p:cNvPr id="7" name="Freeform 7"/>
          <p:cNvSpPr/>
          <p:nvPr/>
        </p:nvSpPr>
        <p:spPr>
          <a:xfrm>
            <a:off x="14814116" y="2570400"/>
            <a:ext cx="1164700" cy="1163600"/>
          </a:xfrm>
          <a:custGeom>
            <a:avLst/>
            <a:gdLst/>
            <a:ahLst/>
            <a:cxnLst/>
            <a:rect l="l" t="t" r="r" b="b"/>
            <a:pathLst>
              <a:path w="1164700" h="1163600">
                <a:moveTo>
                  <a:pt x="0" y="0"/>
                </a:moveTo>
                <a:lnTo>
                  <a:pt x="1164700" y="0"/>
                </a:lnTo>
                <a:lnTo>
                  <a:pt x="1164700" y="1163600"/>
                </a:lnTo>
                <a:lnTo>
                  <a:pt x="0" y="1163600"/>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8" name="Freeform 8"/>
          <p:cNvSpPr/>
          <p:nvPr/>
        </p:nvSpPr>
        <p:spPr>
          <a:xfrm>
            <a:off x="15738890" y="5508950"/>
            <a:ext cx="585150" cy="584050"/>
          </a:xfrm>
          <a:custGeom>
            <a:avLst/>
            <a:gdLst/>
            <a:ahLst/>
            <a:cxnLst/>
            <a:rect l="l" t="t" r="r" b="b"/>
            <a:pathLst>
              <a:path w="585150" h="584050">
                <a:moveTo>
                  <a:pt x="0" y="0"/>
                </a:moveTo>
                <a:lnTo>
                  <a:pt x="585150" y="0"/>
                </a:lnTo>
                <a:lnTo>
                  <a:pt x="585150" y="584050"/>
                </a:lnTo>
                <a:lnTo>
                  <a:pt x="0" y="584050"/>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9" name="Freeform 9"/>
          <p:cNvSpPr/>
          <p:nvPr/>
        </p:nvSpPr>
        <p:spPr>
          <a:xfrm>
            <a:off x="16024291" y="355725"/>
            <a:ext cx="350625" cy="351250"/>
          </a:xfrm>
          <a:custGeom>
            <a:avLst/>
            <a:gdLst/>
            <a:ahLst/>
            <a:cxnLst/>
            <a:rect l="l" t="t" r="r" b="b"/>
            <a:pathLst>
              <a:path w="350625" h="351250">
                <a:moveTo>
                  <a:pt x="0" y="0"/>
                </a:moveTo>
                <a:lnTo>
                  <a:pt x="350625" y="0"/>
                </a:lnTo>
                <a:lnTo>
                  <a:pt x="350625" y="351250"/>
                </a:lnTo>
                <a:lnTo>
                  <a:pt x="0" y="351250"/>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sp>
      <p:sp>
        <p:nvSpPr>
          <p:cNvPr id="10" name="Freeform 10"/>
          <p:cNvSpPr/>
          <p:nvPr/>
        </p:nvSpPr>
        <p:spPr>
          <a:xfrm>
            <a:off x="15103089" y="7760129"/>
            <a:ext cx="586776" cy="586222"/>
          </a:xfrm>
          <a:custGeom>
            <a:avLst/>
            <a:gdLst/>
            <a:ahLst/>
            <a:cxnLst/>
            <a:rect l="l" t="t" r="r" b="b"/>
            <a:pathLst>
              <a:path w="586776" h="586222">
                <a:moveTo>
                  <a:pt x="0" y="0"/>
                </a:moveTo>
                <a:lnTo>
                  <a:pt x="586776" y="0"/>
                </a:lnTo>
                <a:lnTo>
                  <a:pt x="586776" y="586222"/>
                </a:lnTo>
                <a:lnTo>
                  <a:pt x="0" y="586222"/>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sp>
      <p:sp>
        <p:nvSpPr>
          <p:cNvPr id="11" name="Freeform 11"/>
          <p:cNvSpPr/>
          <p:nvPr/>
        </p:nvSpPr>
        <p:spPr>
          <a:xfrm>
            <a:off x="16666117" y="498275"/>
            <a:ext cx="54000" cy="350026"/>
          </a:xfrm>
          <a:custGeom>
            <a:avLst/>
            <a:gdLst/>
            <a:ahLst/>
            <a:cxnLst/>
            <a:rect l="l" t="t" r="r" b="b"/>
            <a:pathLst>
              <a:path w="54000" h="350026">
                <a:moveTo>
                  <a:pt x="0" y="0"/>
                </a:moveTo>
                <a:lnTo>
                  <a:pt x="54000" y="0"/>
                </a:lnTo>
                <a:lnTo>
                  <a:pt x="54000" y="350026"/>
                </a:lnTo>
                <a:lnTo>
                  <a:pt x="0" y="350026"/>
                </a:lnTo>
                <a:lnTo>
                  <a:pt x="0" y="0"/>
                </a:lnTo>
                <a:close/>
              </a:path>
            </a:pathLst>
          </a:custGeom>
          <a:blipFill>
            <a:blip r:embed="rId11">
              <a:extLst>
                <a:ext uri="{96DAC541-7B7A-43D3-8B79-37D633B846F1}">
                  <asvg:svgBlip xmlns:asvg="http://schemas.microsoft.com/office/drawing/2016/SVG/main" r:embed="rId12"/>
                </a:ext>
              </a:extLst>
            </a:blip>
            <a:stretch>
              <a:fillRect/>
            </a:stretch>
          </a:blipFill>
        </p:spPr>
      </p:sp>
      <p:sp>
        <p:nvSpPr>
          <p:cNvPr id="12" name="AutoShape 12"/>
          <p:cNvSpPr/>
          <p:nvPr/>
        </p:nvSpPr>
        <p:spPr>
          <a:xfrm rot="10523609">
            <a:off x="1466724" y="5322650"/>
            <a:ext cx="3374952" cy="0"/>
          </a:xfrm>
          <a:prstGeom prst="line">
            <a:avLst/>
          </a:prstGeom>
          <a:ln w="9525" cap="rnd">
            <a:solidFill>
              <a:srgbClr val="3D3D3D"/>
            </a:solidFill>
            <a:prstDash val="solid"/>
            <a:headEnd type="none" w="sm" len="sm"/>
            <a:tailEnd type="none" w="sm" len="sm"/>
          </a:ln>
        </p:spPr>
      </p:sp>
      <p:sp>
        <p:nvSpPr>
          <p:cNvPr id="13" name="AutoShape 13"/>
          <p:cNvSpPr/>
          <p:nvPr/>
        </p:nvSpPr>
        <p:spPr>
          <a:xfrm rot="2514251">
            <a:off x="1396376" y="7851400"/>
            <a:ext cx="2254648" cy="0"/>
          </a:xfrm>
          <a:prstGeom prst="line">
            <a:avLst/>
          </a:prstGeom>
          <a:ln w="9525" cap="rnd">
            <a:solidFill>
              <a:srgbClr val="3D3D3D"/>
            </a:solidFill>
            <a:prstDash val="solid"/>
            <a:headEnd type="none" w="sm" len="sm"/>
            <a:tailEnd type="none" w="sm" len="sm"/>
          </a:ln>
        </p:spPr>
      </p:sp>
      <p:sp>
        <p:nvSpPr>
          <p:cNvPr id="14" name="AutoShape 14"/>
          <p:cNvSpPr/>
          <p:nvPr/>
        </p:nvSpPr>
        <p:spPr>
          <a:xfrm rot="7436612">
            <a:off x="1564533" y="9490500"/>
            <a:ext cx="2887035" cy="0"/>
          </a:xfrm>
          <a:prstGeom prst="line">
            <a:avLst/>
          </a:prstGeom>
          <a:ln w="9525" cap="rnd">
            <a:solidFill>
              <a:srgbClr val="3D3D3D"/>
            </a:solidFill>
            <a:prstDash val="solid"/>
            <a:headEnd type="none" w="sm" len="sm"/>
            <a:tailEnd type="none" w="sm" len="sm"/>
          </a:ln>
        </p:spPr>
      </p:sp>
      <p:sp>
        <p:nvSpPr>
          <p:cNvPr id="15" name="Freeform 15"/>
          <p:cNvSpPr/>
          <p:nvPr/>
        </p:nvSpPr>
        <p:spPr>
          <a:xfrm>
            <a:off x="1242400" y="8124600"/>
            <a:ext cx="1164700" cy="1163600"/>
          </a:xfrm>
          <a:custGeom>
            <a:avLst/>
            <a:gdLst/>
            <a:ahLst/>
            <a:cxnLst/>
            <a:rect l="l" t="t" r="r" b="b"/>
            <a:pathLst>
              <a:path w="1164700" h="1163600">
                <a:moveTo>
                  <a:pt x="0" y="0"/>
                </a:moveTo>
                <a:lnTo>
                  <a:pt x="1164700" y="0"/>
                </a:lnTo>
                <a:lnTo>
                  <a:pt x="1164700" y="1163600"/>
                </a:lnTo>
                <a:lnTo>
                  <a:pt x="0" y="1163600"/>
                </a:lnTo>
                <a:lnTo>
                  <a:pt x="0" y="0"/>
                </a:lnTo>
                <a:close/>
              </a:path>
            </a:pathLst>
          </a:custGeom>
          <a:blipFill>
            <a:blip r:embed="rId13">
              <a:extLst>
                <a:ext uri="{96DAC541-7B7A-43D3-8B79-37D633B846F1}">
                  <asvg:svgBlip xmlns:asvg="http://schemas.microsoft.com/office/drawing/2016/SVG/main" r:embed="rId14"/>
                </a:ext>
              </a:extLst>
            </a:blip>
            <a:stretch>
              <a:fillRect/>
            </a:stretch>
          </a:blipFill>
        </p:spPr>
      </p:sp>
      <p:sp>
        <p:nvSpPr>
          <p:cNvPr id="16" name="Freeform 16"/>
          <p:cNvSpPr/>
          <p:nvPr/>
        </p:nvSpPr>
        <p:spPr>
          <a:xfrm>
            <a:off x="2965100" y="6702150"/>
            <a:ext cx="585150" cy="584050"/>
          </a:xfrm>
          <a:custGeom>
            <a:avLst/>
            <a:gdLst/>
            <a:ahLst/>
            <a:cxnLst/>
            <a:rect l="l" t="t" r="r" b="b"/>
            <a:pathLst>
              <a:path w="585150" h="584050">
                <a:moveTo>
                  <a:pt x="0" y="0"/>
                </a:moveTo>
                <a:lnTo>
                  <a:pt x="585150" y="0"/>
                </a:lnTo>
                <a:lnTo>
                  <a:pt x="585150" y="584050"/>
                </a:lnTo>
                <a:lnTo>
                  <a:pt x="0" y="584050"/>
                </a:lnTo>
                <a:lnTo>
                  <a:pt x="0" y="0"/>
                </a:lnTo>
                <a:close/>
              </a:path>
            </a:pathLst>
          </a:custGeom>
          <a:blipFill>
            <a:blip r:embed="rId15">
              <a:extLst>
                <a:ext uri="{96DAC541-7B7A-43D3-8B79-37D633B846F1}">
                  <asvg:svgBlip xmlns:asvg="http://schemas.microsoft.com/office/drawing/2016/SVG/main" r:embed="rId16"/>
                </a:ext>
              </a:extLst>
            </a:blip>
            <a:stretch>
              <a:fillRect/>
            </a:stretch>
          </a:blipFill>
        </p:spPr>
      </p:sp>
      <p:sp>
        <p:nvSpPr>
          <p:cNvPr id="17" name="Freeform 17"/>
          <p:cNvSpPr/>
          <p:nvPr/>
        </p:nvSpPr>
        <p:spPr>
          <a:xfrm>
            <a:off x="3190250" y="9580650"/>
            <a:ext cx="350000" cy="350000"/>
          </a:xfrm>
          <a:custGeom>
            <a:avLst/>
            <a:gdLst/>
            <a:ahLst/>
            <a:cxnLst/>
            <a:rect l="l" t="t" r="r" b="b"/>
            <a:pathLst>
              <a:path w="350000" h="350000">
                <a:moveTo>
                  <a:pt x="0" y="0"/>
                </a:moveTo>
                <a:lnTo>
                  <a:pt x="350000" y="0"/>
                </a:lnTo>
                <a:lnTo>
                  <a:pt x="350000" y="350000"/>
                </a:lnTo>
                <a:lnTo>
                  <a:pt x="0" y="350000"/>
                </a:lnTo>
                <a:lnTo>
                  <a:pt x="0" y="0"/>
                </a:lnTo>
                <a:close/>
              </a:path>
            </a:pathLst>
          </a:custGeom>
          <a:blipFill>
            <a:blip r:embed="rId17">
              <a:extLst>
                <a:ext uri="{96DAC541-7B7A-43D3-8B79-37D633B846F1}">
                  <asvg:svgBlip xmlns:asvg="http://schemas.microsoft.com/office/drawing/2016/SVG/main" r:embed="rId18"/>
                </a:ext>
              </a:extLst>
            </a:blip>
            <a:stretch>
              <a:fillRect/>
            </a:stretch>
          </a:blipFill>
        </p:spPr>
      </p:sp>
      <p:grpSp>
        <p:nvGrpSpPr>
          <p:cNvPr id="18" name="Group 18"/>
          <p:cNvGrpSpPr/>
          <p:nvPr/>
        </p:nvGrpSpPr>
        <p:grpSpPr>
          <a:xfrm rot="5400000">
            <a:off x="2754234" y="3377486"/>
            <a:ext cx="577228" cy="576674"/>
            <a:chOff x="0" y="0"/>
            <a:chExt cx="769637" cy="768899"/>
          </a:xfrm>
        </p:grpSpPr>
        <p:sp>
          <p:nvSpPr>
            <p:cNvPr id="19" name="Freeform 19"/>
            <p:cNvSpPr/>
            <p:nvPr/>
          </p:nvSpPr>
          <p:spPr>
            <a:xfrm>
              <a:off x="0" y="0"/>
              <a:ext cx="769620" cy="768858"/>
            </a:xfrm>
            <a:custGeom>
              <a:avLst/>
              <a:gdLst/>
              <a:ahLst/>
              <a:cxnLst/>
              <a:rect l="l" t="t" r="r" b="b"/>
              <a:pathLst>
                <a:path w="769620" h="768858">
                  <a:moveTo>
                    <a:pt x="384810" y="0"/>
                  </a:moveTo>
                  <a:cubicBezTo>
                    <a:pt x="172212" y="0"/>
                    <a:pt x="0" y="172212"/>
                    <a:pt x="0" y="384048"/>
                  </a:cubicBezTo>
                  <a:cubicBezTo>
                    <a:pt x="0" y="596646"/>
                    <a:pt x="172212" y="768858"/>
                    <a:pt x="384810" y="768858"/>
                  </a:cubicBezTo>
                  <a:cubicBezTo>
                    <a:pt x="597408" y="768858"/>
                    <a:pt x="769620" y="596646"/>
                    <a:pt x="769620" y="384048"/>
                  </a:cubicBezTo>
                  <a:cubicBezTo>
                    <a:pt x="769620" y="172212"/>
                    <a:pt x="597408" y="0"/>
                    <a:pt x="384810" y="0"/>
                  </a:cubicBezTo>
                  <a:close/>
                </a:path>
              </a:pathLst>
            </a:custGeom>
            <a:solidFill>
              <a:srgbClr val="77C6FC"/>
            </a:solidFill>
          </p:spPr>
        </p:sp>
      </p:grpSp>
      <p:sp>
        <p:nvSpPr>
          <p:cNvPr id="20" name="Freeform 20"/>
          <p:cNvSpPr/>
          <p:nvPr/>
        </p:nvSpPr>
        <p:spPr>
          <a:xfrm>
            <a:off x="2749475" y="3372699"/>
            <a:ext cx="586776" cy="586222"/>
          </a:xfrm>
          <a:custGeom>
            <a:avLst/>
            <a:gdLst/>
            <a:ahLst/>
            <a:cxnLst/>
            <a:rect l="l" t="t" r="r" b="b"/>
            <a:pathLst>
              <a:path w="586776" h="586222">
                <a:moveTo>
                  <a:pt x="0" y="0"/>
                </a:moveTo>
                <a:lnTo>
                  <a:pt x="586776" y="0"/>
                </a:lnTo>
                <a:lnTo>
                  <a:pt x="586776" y="586222"/>
                </a:lnTo>
                <a:lnTo>
                  <a:pt x="0" y="586222"/>
                </a:lnTo>
                <a:lnTo>
                  <a:pt x="0" y="0"/>
                </a:lnTo>
                <a:close/>
              </a:path>
            </a:pathLst>
          </a:custGeom>
          <a:blipFill>
            <a:blip r:embed="rId19">
              <a:extLst>
                <a:ext uri="{96DAC541-7B7A-43D3-8B79-37D633B846F1}">
                  <asvg:svgBlip xmlns:asvg="http://schemas.microsoft.com/office/drawing/2016/SVG/main" r:embed="rId20"/>
                </a:ext>
              </a:extLst>
            </a:blip>
            <a:stretch>
              <a:fillRect/>
            </a:stretch>
          </a:blipFill>
        </p:spPr>
      </p:sp>
      <p:grpSp>
        <p:nvGrpSpPr>
          <p:cNvPr id="21" name="Group 21"/>
          <p:cNvGrpSpPr/>
          <p:nvPr/>
        </p:nvGrpSpPr>
        <p:grpSpPr>
          <a:xfrm rot="5400000">
            <a:off x="2827220" y="3450478"/>
            <a:ext cx="431252" cy="430674"/>
            <a:chOff x="0" y="0"/>
            <a:chExt cx="575003" cy="574232"/>
          </a:xfrm>
        </p:grpSpPr>
        <p:sp>
          <p:nvSpPr>
            <p:cNvPr id="22" name="Freeform 22"/>
            <p:cNvSpPr/>
            <p:nvPr/>
          </p:nvSpPr>
          <p:spPr>
            <a:xfrm>
              <a:off x="0" y="0"/>
              <a:ext cx="575056" cy="574294"/>
            </a:xfrm>
            <a:custGeom>
              <a:avLst/>
              <a:gdLst/>
              <a:ahLst/>
              <a:cxnLst/>
              <a:rect l="l" t="t" r="r" b="b"/>
              <a:pathLst>
                <a:path w="575056" h="574294">
                  <a:moveTo>
                    <a:pt x="287528" y="0"/>
                  </a:moveTo>
                  <a:cubicBezTo>
                    <a:pt x="128778" y="0"/>
                    <a:pt x="0" y="128016"/>
                    <a:pt x="0" y="286766"/>
                  </a:cubicBezTo>
                  <a:cubicBezTo>
                    <a:pt x="0" y="445516"/>
                    <a:pt x="128778" y="574294"/>
                    <a:pt x="287528" y="574294"/>
                  </a:cubicBezTo>
                  <a:cubicBezTo>
                    <a:pt x="446278" y="574294"/>
                    <a:pt x="575056" y="445516"/>
                    <a:pt x="575056" y="286766"/>
                  </a:cubicBezTo>
                  <a:cubicBezTo>
                    <a:pt x="575056" y="128016"/>
                    <a:pt x="446278" y="0"/>
                    <a:pt x="287528" y="0"/>
                  </a:cubicBezTo>
                  <a:close/>
                </a:path>
              </a:pathLst>
            </a:custGeom>
            <a:solidFill>
              <a:srgbClr val="FFFFFF"/>
            </a:solidFill>
          </p:spPr>
        </p:sp>
      </p:grpSp>
      <p:sp>
        <p:nvSpPr>
          <p:cNvPr id="23" name="Freeform 23"/>
          <p:cNvSpPr/>
          <p:nvPr/>
        </p:nvSpPr>
        <p:spPr>
          <a:xfrm>
            <a:off x="2822447" y="3445705"/>
            <a:ext cx="440800" cy="440246"/>
          </a:xfrm>
          <a:custGeom>
            <a:avLst/>
            <a:gdLst/>
            <a:ahLst/>
            <a:cxnLst/>
            <a:rect l="l" t="t" r="r" b="b"/>
            <a:pathLst>
              <a:path w="440800" h="440246">
                <a:moveTo>
                  <a:pt x="0" y="0"/>
                </a:moveTo>
                <a:lnTo>
                  <a:pt x="440800" y="0"/>
                </a:lnTo>
                <a:lnTo>
                  <a:pt x="440800" y="440246"/>
                </a:lnTo>
                <a:lnTo>
                  <a:pt x="0" y="440246"/>
                </a:lnTo>
                <a:lnTo>
                  <a:pt x="0" y="0"/>
                </a:lnTo>
                <a:close/>
              </a:path>
            </a:pathLst>
          </a:custGeom>
          <a:blipFill>
            <a:blip r:embed="rId21">
              <a:extLst>
                <a:ext uri="{96DAC541-7B7A-43D3-8B79-37D633B846F1}">
                  <asvg:svgBlip xmlns:asvg="http://schemas.microsoft.com/office/drawing/2016/SVG/main" r:embed="rId22"/>
                </a:ext>
              </a:extLst>
            </a:blip>
            <a:stretch>
              <a:fillRect/>
            </a:stretch>
          </a:blipFill>
        </p:spPr>
      </p:sp>
      <p:grpSp>
        <p:nvGrpSpPr>
          <p:cNvPr id="24" name="Group 24"/>
          <p:cNvGrpSpPr/>
          <p:nvPr/>
        </p:nvGrpSpPr>
        <p:grpSpPr>
          <a:xfrm rot="5400000">
            <a:off x="2906678" y="3529364"/>
            <a:ext cx="272354" cy="272354"/>
            <a:chOff x="0" y="0"/>
            <a:chExt cx="363139" cy="363139"/>
          </a:xfrm>
        </p:grpSpPr>
        <p:sp>
          <p:nvSpPr>
            <p:cNvPr id="25" name="Freeform 25"/>
            <p:cNvSpPr/>
            <p:nvPr/>
          </p:nvSpPr>
          <p:spPr>
            <a:xfrm>
              <a:off x="0" y="0"/>
              <a:ext cx="363093" cy="363220"/>
            </a:xfrm>
            <a:custGeom>
              <a:avLst/>
              <a:gdLst/>
              <a:ahLst/>
              <a:cxnLst/>
              <a:rect l="l" t="t" r="r" b="b"/>
              <a:pathLst>
                <a:path w="363093" h="363220">
                  <a:moveTo>
                    <a:pt x="181991" y="0"/>
                  </a:moveTo>
                  <a:cubicBezTo>
                    <a:pt x="81661" y="0"/>
                    <a:pt x="0" y="81661"/>
                    <a:pt x="0" y="181229"/>
                  </a:cubicBezTo>
                  <a:cubicBezTo>
                    <a:pt x="0" y="281559"/>
                    <a:pt x="81534" y="363220"/>
                    <a:pt x="181864" y="363220"/>
                  </a:cubicBezTo>
                  <a:cubicBezTo>
                    <a:pt x="282194" y="363220"/>
                    <a:pt x="363093" y="281559"/>
                    <a:pt x="363093" y="181229"/>
                  </a:cubicBezTo>
                  <a:cubicBezTo>
                    <a:pt x="363093" y="81661"/>
                    <a:pt x="282321" y="0"/>
                    <a:pt x="181991" y="0"/>
                  </a:cubicBezTo>
                  <a:close/>
                </a:path>
              </a:pathLst>
            </a:custGeom>
            <a:solidFill>
              <a:srgbClr val="77C6FC"/>
            </a:solidFill>
          </p:spPr>
        </p:sp>
      </p:grpSp>
      <p:sp>
        <p:nvSpPr>
          <p:cNvPr id="26" name="Freeform 26"/>
          <p:cNvSpPr/>
          <p:nvPr/>
        </p:nvSpPr>
        <p:spPr>
          <a:xfrm>
            <a:off x="2902169" y="3524881"/>
            <a:ext cx="281348" cy="281902"/>
          </a:xfrm>
          <a:custGeom>
            <a:avLst/>
            <a:gdLst/>
            <a:ahLst/>
            <a:cxnLst/>
            <a:rect l="l" t="t" r="r" b="b"/>
            <a:pathLst>
              <a:path w="281348" h="281902">
                <a:moveTo>
                  <a:pt x="0" y="0"/>
                </a:moveTo>
                <a:lnTo>
                  <a:pt x="281348" y="0"/>
                </a:lnTo>
                <a:lnTo>
                  <a:pt x="281348" y="281902"/>
                </a:lnTo>
                <a:lnTo>
                  <a:pt x="0" y="281902"/>
                </a:lnTo>
                <a:lnTo>
                  <a:pt x="0" y="0"/>
                </a:lnTo>
                <a:close/>
              </a:path>
            </a:pathLst>
          </a:custGeom>
          <a:blipFill>
            <a:blip r:embed="rId23">
              <a:extLst>
                <a:ext uri="{96DAC541-7B7A-43D3-8B79-37D633B846F1}">
                  <asvg:svgBlip xmlns:asvg="http://schemas.microsoft.com/office/drawing/2016/SVG/main" r:embed="rId24"/>
                </a:ext>
              </a:extLst>
            </a:blip>
            <a:stretch>
              <a:fillRect/>
            </a:stretch>
          </a:blipFill>
        </p:spPr>
      </p:sp>
      <p:sp>
        <p:nvSpPr>
          <p:cNvPr id="27" name="Freeform 27"/>
          <p:cNvSpPr/>
          <p:nvPr/>
        </p:nvSpPr>
        <p:spPr>
          <a:xfrm>
            <a:off x="3550251" y="2882749"/>
            <a:ext cx="54000" cy="350026"/>
          </a:xfrm>
          <a:custGeom>
            <a:avLst/>
            <a:gdLst/>
            <a:ahLst/>
            <a:cxnLst/>
            <a:rect l="l" t="t" r="r" b="b"/>
            <a:pathLst>
              <a:path w="54000" h="350026">
                <a:moveTo>
                  <a:pt x="0" y="0"/>
                </a:moveTo>
                <a:lnTo>
                  <a:pt x="54000" y="0"/>
                </a:lnTo>
                <a:lnTo>
                  <a:pt x="54000" y="350026"/>
                </a:lnTo>
                <a:lnTo>
                  <a:pt x="0" y="350026"/>
                </a:lnTo>
                <a:lnTo>
                  <a:pt x="0" y="0"/>
                </a:lnTo>
                <a:close/>
              </a:path>
            </a:pathLst>
          </a:custGeom>
          <a:blipFill>
            <a:blip r:embed="rId25">
              <a:extLst>
                <a:ext uri="{96DAC541-7B7A-43D3-8B79-37D633B846F1}">
                  <asvg:svgBlip xmlns:asvg="http://schemas.microsoft.com/office/drawing/2016/SVG/main" r:embed="rId26"/>
                </a:ext>
              </a:extLst>
            </a:blip>
            <a:stretch>
              <a:fillRect/>
            </a:stretch>
          </a:blipFill>
        </p:spPr>
      </p:sp>
      <p:sp>
        <p:nvSpPr>
          <p:cNvPr id="28" name="Freeform 28"/>
          <p:cNvSpPr/>
          <p:nvPr/>
        </p:nvSpPr>
        <p:spPr>
          <a:xfrm>
            <a:off x="3787051" y="8976149"/>
            <a:ext cx="54000" cy="350026"/>
          </a:xfrm>
          <a:custGeom>
            <a:avLst/>
            <a:gdLst/>
            <a:ahLst/>
            <a:cxnLst/>
            <a:rect l="l" t="t" r="r" b="b"/>
            <a:pathLst>
              <a:path w="54000" h="350026">
                <a:moveTo>
                  <a:pt x="0" y="0"/>
                </a:moveTo>
                <a:lnTo>
                  <a:pt x="54000" y="0"/>
                </a:lnTo>
                <a:lnTo>
                  <a:pt x="54000" y="350026"/>
                </a:lnTo>
                <a:lnTo>
                  <a:pt x="0" y="350026"/>
                </a:lnTo>
                <a:lnTo>
                  <a:pt x="0" y="0"/>
                </a:lnTo>
                <a:close/>
              </a:path>
            </a:pathLst>
          </a:custGeom>
          <a:blipFill>
            <a:blip r:embed="rId25">
              <a:extLst>
                <a:ext uri="{96DAC541-7B7A-43D3-8B79-37D633B846F1}">
                  <asvg:svgBlip xmlns:asvg="http://schemas.microsoft.com/office/drawing/2016/SVG/main" r:embed="rId26"/>
                </a:ext>
              </a:extLst>
            </a:blip>
            <a:stretch>
              <a:fillRect/>
            </a:stretch>
          </a:blipFill>
        </p:spPr>
      </p:sp>
      <p:sp>
        <p:nvSpPr>
          <p:cNvPr id="29" name="Freeform 29"/>
          <p:cNvSpPr/>
          <p:nvPr/>
        </p:nvSpPr>
        <p:spPr>
          <a:xfrm>
            <a:off x="965201" y="8133549"/>
            <a:ext cx="54000" cy="350026"/>
          </a:xfrm>
          <a:custGeom>
            <a:avLst/>
            <a:gdLst/>
            <a:ahLst/>
            <a:cxnLst/>
            <a:rect l="l" t="t" r="r" b="b"/>
            <a:pathLst>
              <a:path w="54000" h="350026">
                <a:moveTo>
                  <a:pt x="0" y="0"/>
                </a:moveTo>
                <a:lnTo>
                  <a:pt x="54000" y="0"/>
                </a:lnTo>
                <a:lnTo>
                  <a:pt x="54000" y="350026"/>
                </a:lnTo>
                <a:lnTo>
                  <a:pt x="0" y="350026"/>
                </a:lnTo>
                <a:lnTo>
                  <a:pt x="0" y="0"/>
                </a:lnTo>
                <a:close/>
              </a:path>
            </a:pathLst>
          </a:custGeom>
          <a:blipFill>
            <a:blip r:embed="rId25">
              <a:extLst>
                <a:ext uri="{96DAC541-7B7A-43D3-8B79-37D633B846F1}">
                  <asvg:svgBlip xmlns:asvg="http://schemas.microsoft.com/office/drawing/2016/SVG/main" r:embed="rId26"/>
                </a:ext>
              </a:extLst>
            </a:blip>
            <a:stretch>
              <a:fillRect/>
            </a:stretch>
          </a:blipFill>
        </p:spPr>
      </p:sp>
      <p:sp>
        <p:nvSpPr>
          <p:cNvPr id="30" name="TextBox 30"/>
          <p:cNvSpPr txBox="1"/>
          <p:nvPr/>
        </p:nvSpPr>
        <p:spPr>
          <a:xfrm>
            <a:off x="4836225" y="4867525"/>
            <a:ext cx="8310781" cy="1857375"/>
          </a:xfrm>
          <a:prstGeom prst="rect">
            <a:avLst/>
          </a:prstGeom>
        </p:spPr>
        <p:txBody>
          <a:bodyPr lIns="0" tIns="0" rIns="0" bIns="0" rtlCol="0" anchor="t">
            <a:spAutoFit/>
          </a:bodyPr>
          <a:lstStyle/>
          <a:p>
            <a:pPr algn="ctr">
              <a:lnSpc>
                <a:spcPts val="7320"/>
              </a:lnSpc>
            </a:pPr>
            <a:r>
              <a:rPr lang="en-US" sz="6100">
                <a:solidFill>
                  <a:srgbClr val="494949"/>
                </a:solidFill>
                <a:latin typeface="Prompt" panose="00000500000000000000"/>
              </a:rPr>
              <a:t>PHÂN TÍCH VÀ </a:t>
            </a:r>
            <a:endParaRPr lang="en-US" sz="6100">
              <a:solidFill>
                <a:srgbClr val="494949"/>
              </a:solidFill>
              <a:latin typeface="Prompt" panose="00000500000000000000"/>
            </a:endParaRPr>
          </a:p>
          <a:p>
            <a:pPr algn="ctr">
              <a:lnSpc>
                <a:spcPts val="7320"/>
              </a:lnSpc>
            </a:pPr>
            <a:r>
              <a:rPr lang="en-US" sz="6100">
                <a:solidFill>
                  <a:srgbClr val="494949"/>
                </a:solidFill>
                <a:latin typeface="Prompt" panose="00000500000000000000"/>
              </a:rPr>
              <a:t>THIẾT KẾ HỆ THỐNG</a:t>
            </a:r>
            <a:endParaRPr lang="en-US" sz="6100">
              <a:solidFill>
                <a:srgbClr val="494949"/>
              </a:solidFill>
              <a:latin typeface="Prompt" panose="00000500000000000000"/>
            </a:endParaRPr>
          </a:p>
        </p:txBody>
      </p:sp>
      <p:sp>
        <p:nvSpPr>
          <p:cNvPr id="31" name="TextBox 31"/>
          <p:cNvSpPr txBox="1"/>
          <p:nvPr/>
        </p:nvSpPr>
        <p:spPr>
          <a:xfrm>
            <a:off x="5178540" y="2951166"/>
            <a:ext cx="7626150" cy="1428750"/>
          </a:xfrm>
          <a:prstGeom prst="rect">
            <a:avLst/>
          </a:prstGeom>
        </p:spPr>
        <p:txBody>
          <a:bodyPr lIns="0" tIns="0" rIns="0" bIns="0" rtlCol="0" anchor="t">
            <a:spAutoFit/>
          </a:bodyPr>
          <a:lstStyle/>
          <a:p>
            <a:pPr algn="ctr">
              <a:lnSpc>
                <a:spcPts val="11280"/>
              </a:lnSpc>
            </a:pPr>
            <a:r>
              <a:rPr lang="en-US" sz="9400">
                <a:solidFill>
                  <a:srgbClr val="494949"/>
                </a:solidFill>
                <a:latin typeface="Prompt Bold" panose="00000800000000000000"/>
              </a:rPr>
              <a:t>CHƯƠNG 2</a:t>
            </a:r>
            <a:endParaRPr lang="en-US" sz="9400">
              <a:solidFill>
                <a:srgbClr val="494949"/>
              </a:solidFill>
              <a:latin typeface="Prompt Bold" panose="00000800000000000000"/>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rot="5386959">
            <a:off x="14329607" y="7830000"/>
            <a:ext cx="5021886" cy="0"/>
          </a:xfrm>
          <a:prstGeom prst="line">
            <a:avLst/>
          </a:prstGeom>
          <a:ln w="9525" cap="rnd">
            <a:solidFill>
              <a:srgbClr val="3D3D3D"/>
            </a:solidFill>
            <a:prstDash val="solid"/>
            <a:headEnd type="none" w="sm" len="sm"/>
            <a:tailEnd type="none" w="sm" len="sm"/>
          </a:ln>
        </p:spPr>
      </p:sp>
      <p:sp>
        <p:nvSpPr>
          <p:cNvPr id="3" name="Freeform 3"/>
          <p:cNvSpPr/>
          <p:nvPr/>
        </p:nvSpPr>
        <p:spPr>
          <a:xfrm>
            <a:off x="16258700" y="8584350"/>
            <a:ext cx="1163600" cy="1164700"/>
          </a:xfrm>
          <a:custGeom>
            <a:avLst/>
            <a:gdLst/>
            <a:ahLst/>
            <a:cxnLst/>
            <a:rect l="l" t="t" r="r" b="b"/>
            <a:pathLst>
              <a:path w="1163600" h="1164700">
                <a:moveTo>
                  <a:pt x="0" y="0"/>
                </a:moveTo>
                <a:lnTo>
                  <a:pt x="1163600" y="0"/>
                </a:lnTo>
                <a:lnTo>
                  <a:pt x="1163600" y="1164700"/>
                </a:lnTo>
                <a:lnTo>
                  <a:pt x="0" y="1164700"/>
                </a:lnTo>
                <a:lnTo>
                  <a:pt x="0" y="0"/>
                </a:lnTo>
                <a:close/>
              </a:path>
            </a:pathLst>
          </a:custGeom>
          <a:blipFill>
            <a:blip r:embed="rId1"/>
            <a:stretch>
              <a:fillRect/>
            </a:stretch>
          </a:blipFill>
        </p:spPr>
      </p:sp>
      <p:sp>
        <p:nvSpPr>
          <p:cNvPr id="4" name="Freeform 4"/>
          <p:cNvSpPr/>
          <p:nvPr/>
        </p:nvSpPr>
        <p:spPr>
          <a:xfrm>
            <a:off x="16548476" y="7441200"/>
            <a:ext cx="584050" cy="585150"/>
          </a:xfrm>
          <a:custGeom>
            <a:avLst/>
            <a:gdLst/>
            <a:ahLst/>
            <a:cxnLst/>
            <a:rect l="l" t="t" r="r" b="b"/>
            <a:pathLst>
              <a:path w="584050" h="585150">
                <a:moveTo>
                  <a:pt x="0" y="0"/>
                </a:moveTo>
                <a:lnTo>
                  <a:pt x="584050" y="0"/>
                </a:lnTo>
                <a:lnTo>
                  <a:pt x="584050" y="585150"/>
                </a:lnTo>
                <a:lnTo>
                  <a:pt x="0" y="585150"/>
                </a:lnTo>
                <a:lnTo>
                  <a:pt x="0" y="0"/>
                </a:lnTo>
                <a:close/>
              </a:path>
            </a:pathLst>
          </a:custGeom>
          <a:blipFill>
            <a:blip r:embed="rId2"/>
            <a:stretch>
              <a:fillRect/>
            </a:stretch>
          </a:blipFill>
        </p:spPr>
      </p:sp>
      <p:sp>
        <p:nvSpPr>
          <p:cNvPr id="5" name="Freeform 5"/>
          <p:cNvSpPr/>
          <p:nvPr/>
        </p:nvSpPr>
        <p:spPr>
          <a:xfrm>
            <a:off x="16665526" y="6424950"/>
            <a:ext cx="350000" cy="350000"/>
          </a:xfrm>
          <a:custGeom>
            <a:avLst/>
            <a:gdLst/>
            <a:ahLst/>
            <a:cxnLst/>
            <a:rect l="l" t="t" r="r" b="b"/>
            <a:pathLst>
              <a:path w="350000" h="350000">
                <a:moveTo>
                  <a:pt x="0" y="0"/>
                </a:moveTo>
                <a:lnTo>
                  <a:pt x="350000" y="0"/>
                </a:lnTo>
                <a:lnTo>
                  <a:pt x="350000" y="350000"/>
                </a:lnTo>
                <a:lnTo>
                  <a:pt x="0" y="350000"/>
                </a:lnTo>
                <a:lnTo>
                  <a:pt x="0" y="0"/>
                </a:lnTo>
                <a:close/>
              </a:path>
            </a:pathLst>
          </a:custGeom>
          <a:blipFill>
            <a:blip r:embed="rId3"/>
            <a:stretch>
              <a:fillRect/>
            </a:stretch>
          </a:blipFill>
        </p:spPr>
      </p:sp>
      <p:sp>
        <p:nvSpPr>
          <p:cNvPr id="6" name="AutoShape 6"/>
          <p:cNvSpPr/>
          <p:nvPr/>
        </p:nvSpPr>
        <p:spPr>
          <a:xfrm rot="5386959">
            <a:off x="-1063493" y="2502626"/>
            <a:ext cx="5021886" cy="0"/>
          </a:xfrm>
          <a:prstGeom prst="line">
            <a:avLst/>
          </a:prstGeom>
          <a:ln w="9525" cap="rnd">
            <a:solidFill>
              <a:srgbClr val="3D3D3D"/>
            </a:solidFill>
            <a:prstDash val="solid"/>
            <a:headEnd type="none" w="sm" len="sm"/>
            <a:tailEnd type="none" w="sm" len="sm"/>
          </a:ln>
        </p:spPr>
      </p:sp>
      <p:sp>
        <p:nvSpPr>
          <p:cNvPr id="7" name="Freeform 7"/>
          <p:cNvSpPr/>
          <p:nvPr/>
        </p:nvSpPr>
        <p:spPr>
          <a:xfrm>
            <a:off x="865700" y="583576"/>
            <a:ext cx="1163600" cy="1164700"/>
          </a:xfrm>
          <a:custGeom>
            <a:avLst/>
            <a:gdLst/>
            <a:ahLst/>
            <a:cxnLst/>
            <a:rect l="l" t="t" r="r" b="b"/>
            <a:pathLst>
              <a:path w="1163600" h="1164700">
                <a:moveTo>
                  <a:pt x="0" y="0"/>
                </a:moveTo>
                <a:lnTo>
                  <a:pt x="1163600" y="0"/>
                </a:lnTo>
                <a:lnTo>
                  <a:pt x="1163600" y="1164700"/>
                </a:lnTo>
                <a:lnTo>
                  <a:pt x="0" y="1164700"/>
                </a:lnTo>
                <a:lnTo>
                  <a:pt x="0" y="0"/>
                </a:lnTo>
                <a:close/>
              </a:path>
            </a:pathLst>
          </a:custGeom>
          <a:blipFill>
            <a:blip r:embed="rId4"/>
            <a:stretch>
              <a:fillRect/>
            </a:stretch>
          </a:blipFill>
        </p:spPr>
      </p:sp>
      <p:sp>
        <p:nvSpPr>
          <p:cNvPr id="8" name="Freeform 8"/>
          <p:cNvSpPr/>
          <p:nvPr/>
        </p:nvSpPr>
        <p:spPr>
          <a:xfrm>
            <a:off x="1155476" y="2306276"/>
            <a:ext cx="584050" cy="585150"/>
          </a:xfrm>
          <a:custGeom>
            <a:avLst/>
            <a:gdLst/>
            <a:ahLst/>
            <a:cxnLst/>
            <a:rect l="l" t="t" r="r" b="b"/>
            <a:pathLst>
              <a:path w="584050" h="585150">
                <a:moveTo>
                  <a:pt x="0" y="0"/>
                </a:moveTo>
                <a:lnTo>
                  <a:pt x="584050" y="0"/>
                </a:lnTo>
                <a:lnTo>
                  <a:pt x="584050" y="585150"/>
                </a:lnTo>
                <a:lnTo>
                  <a:pt x="0" y="585150"/>
                </a:lnTo>
                <a:lnTo>
                  <a:pt x="0" y="0"/>
                </a:lnTo>
                <a:close/>
              </a:path>
            </a:pathLst>
          </a:custGeom>
          <a:blipFill>
            <a:blip r:embed="rId5"/>
            <a:stretch>
              <a:fillRect/>
            </a:stretch>
          </a:blipFill>
        </p:spPr>
      </p:sp>
      <p:sp>
        <p:nvSpPr>
          <p:cNvPr id="9" name="Freeform 9"/>
          <p:cNvSpPr/>
          <p:nvPr/>
        </p:nvSpPr>
        <p:spPr>
          <a:xfrm>
            <a:off x="1272476" y="3557676"/>
            <a:ext cx="350000" cy="350000"/>
          </a:xfrm>
          <a:custGeom>
            <a:avLst/>
            <a:gdLst/>
            <a:ahLst/>
            <a:cxnLst/>
            <a:rect l="l" t="t" r="r" b="b"/>
            <a:pathLst>
              <a:path w="350000" h="350000">
                <a:moveTo>
                  <a:pt x="0" y="0"/>
                </a:moveTo>
                <a:lnTo>
                  <a:pt x="350000" y="0"/>
                </a:lnTo>
                <a:lnTo>
                  <a:pt x="350000" y="350000"/>
                </a:lnTo>
                <a:lnTo>
                  <a:pt x="0" y="350000"/>
                </a:lnTo>
                <a:lnTo>
                  <a:pt x="0" y="0"/>
                </a:lnTo>
                <a:close/>
              </a:path>
            </a:pathLst>
          </a:custGeom>
          <a:blipFill>
            <a:blip r:embed="rId6"/>
            <a:stretch>
              <a:fillRect/>
            </a:stretch>
          </a:blipFill>
        </p:spPr>
      </p:sp>
      <p:sp>
        <p:nvSpPr>
          <p:cNvPr id="10" name="Freeform 10"/>
          <p:cNvSpPr/>
          <p:nvPr/>
        </p:nvSpPr>
        <p:spPr>
          <a:xfrm>
            <a:off x="865700" y="4006326"/>
            <a:ext cx="350026" cy="54000"/>
          </a:xfrm>
          <a:custGeom>
            <a:avLst/>
            <a:gdLst/>
            <a:ahLst/>
            <a:cxnLst/>
            <a:rect l="l" t="t" r="r" b="b"/>
            <a:pathLst>
              <a:path w="350026" h="54000">
                <a:moveTo>
                  <a:pt x="0" y="0"/>
                </a:moveTo>
                <a:lnTo>
                  <a:pt x="350026" y="0"/>
                </a:lnTo>
                <a:lnTo>
                  <a:pt x="350026" y="54000"/>
                </a:lnTo>
                <a:lnTo>
                  <a:pt x="0" y="54000"/>
                </a:lnTo>
                <a:lnTo>
                  <a:pt x="0" y="0"/>
                </a:lnTo>
                <a:close/>
              </a:path>
            </a:pathLst>
          </a:custGeom>
          <a:blipFill>
            <a:blip r:embed="rId7"/>
            <a:stretch>
              <a:fillRect/>
            </a:stretch>
          </a:blipFill>
        </p:spPr>
      </p:sp>
      <p:sp>
        <p:nvSpPr>
          <p:cNvPr id="11" name="Freeform 11"/>
          <p:cNvSpPr/>
          <p:nvPr/>
        </p:nvSpPr>
        <p:spPr>
          <a:xfrm>
            <a:off x="1576200" y="416976"/>
            <a:ext cx="350026" cy="54000"/>
          </a:xfrm>
          <a:custGeom>
            <a:avLst/>
            <a:gdLst/>
            <a:ahLst/>
            <a:cxnLst/>
            <a:rect l="l" t="t" r="r" b="b"/>
            <a:pathLst>
              <a:path w="350026" h="54000">
                <a:moveTo>
                  <a:pt x="0" y="0"/>
                </a:moveTo>
                <a:lnTo>
                  <a:pt x="350026" y="0"/>
                </a:lnTo>
                <a:lnTo>
                  <a:pt x="350026" y="54000"/>
                </a:lnTo>
                <a:lnTo>
                  <a:pt x="0" y="54000"/>
                </a:lnTo>
                <a:lnTo>
                  <a:pt x="0" y="0"/>
                </a:lnTo>
                <a:close/>
              </a:path>
            </a:pathLst>
          </a:custGeom>
          <a:blipFill>
            <a:blip r:embed="rId7"/>
            <a:stretch>
              <a:fillRect/>
            </a:stretch>
          </a:blipFill>
        </p:spPr>
      </p:sp>
      <p:sp>
        <p:nvSpPr>
          <p:cNvPr id="12" name="Freeform 12"/>
          <p:cNvSpPr/>
          <p:nvPr/>
        </p:nvSpPr>
        <p:spPr>
          <a:xfrm>
            <a:off x="16258700" y="9977450"/>
            <a:ext cx="350026" cy="54000"/>
          </a:xfrm>
          <a:custGeom>
            <a:avLst/>
            <a:gdLst/>
            <a:ahLst/>
            <a:cxnLst/>
            <a:rect l="l" t="t" r="r" b="b"/>
            <a:pathLst>
              <a:path w="350026" h="54000">
                <a:moveTo>
                  <a:pt x="0" y="0"/>
                </a:moveTo>
                <a:lnTo>
                  <a:pt x="350026" y="0"/>
                </a:lnTo>
                <a:lnTo>
                  <a:pt x="350026" y="54000"/>
                </a:lnTo>
                <a:lnTo>
                  <a:pt x="0" y="54000"/>
                </a:lnTo>
                <a:lnTo>
                  <a:pt x="0" y="0"/>
                </a:lnTo>
                <a:close/>
              </a:path>
            </a:pathLst>
          </a:custGeom>
          <a:blipFill>
            <a:blip r:embed="rId7"/>
            <a:stretch>
              <a:fillRect/>
            </a:stretch>
          </a:blipFill>
        </p:spPr>
      </p:sp>
      <p:sp>
        <p:nvSpPr>
          <p:cNvPr id="13" name="Freeform 13"/>
          <p:cNvSpPr/>
          <p:nvPr/>
        </p:nvSpPr>
        <p:spPr>
          <a:xfrm>
            <a:off x="16995100" y="6858850"/>
            <a:ext cx="350026" cy="54000"/>
          </a:xfrm>
          <a:custGeom>
            <a:avLst/>
            <a:gdLst/>
            <a:ahLst/>
            <a:cxnLst/>
            <a:rect l="l" t="t" r="r" b="b"/>
            <a:pathLst>
              <a:path w="350026" h="54000">
                <a:moveTo>
                  <a:pt x="0" y="0"/>
                </a:moveTo>
                <a:lnTo>
                  <a:pt x="350026" y="0"/>
                </a:lnTo>
                <a:lnTo>
                  <a:pt x="350026" y="54000"/>
                </a:lnTo>
                <a:lnTo>
                  <a:pt x="0" y="54000"/>
                </a:lnTo>
                <a:lnTo>
                  <a:pt x="0" y="0"/>
                </a:lnTo>
                <a:close/>
              </a:path>
            </a:pathLst>
          </a:custGeom>
          <a:blipFill>
            <a:blip r:embed="rId7"/>
            <a:stretch>
              <a:fillRect/>
            </a:stretch>
          </a:blipFill>
        </p:spPr>
      </p:sp>
      <p:sp>
        <p:nvSpPr>
          <p:cNvPr id="14" name="AutoShape 14"/>
          <p:cNvSpPr/>
          <p:nvPr/>
        </p:nvSpPr>
        <p:spPr>
          <a:xfrm rot="5384913">
            <a:off x="14644004" y="2160900"/>
            <a:ext cx="4340892" cy="0"/>
          </a:xfrm>
          <a:prstGeom prst="line">
            <a:avLst/>
          </a:prstGeom>
          <a:ln w="9525" cap="rnd">
            <a:solidFill>
              <a:srgbClr val="3D3D3D"/>
            </a:solidFill>
            <a:prstDash val="solid"/>
            <a:headEnd type="none" w="sm" len="sm"/>
            <a:tailEnd type="none" w="sm" len="sm"/>
          </a:ln>
        </p:spPr>
      </p:sp>
      <p:sp>
        <p:nvSpPr>
          <p:cNvPr id="15" name="AutoShape 15"/>
          <p:cNvSpPr/>
          <p:nvPr/>
        </p:nvSpPr>
        <p:spPr>
          <a:xfrm rot="5384913">
            <a:off x="-734396" y="8132168"/>
            <a:ext cx="4340892" cy="0"/>
          </a:xfrm>
          <a:prstGeom prst="line">
            <a:avLst/>
          </a:prstGeom>
          <a:ln w="9525" cap="rnd">
            <a:solidFill>
              <a:srgbClr val="3D3D3D"/>
            </a:solidFill>
            <a:prstDash val="solid"/>
            <a:headEnd type="none" w="sm" len="sm"/>
            <a:tailEnd type="none" w="sm" len="sm"/>
          </a:ln>
        </p:spPr>
      </p:sp>
      <p:grpSp>
        <p:nvGrpSpPr>
          <p:cNvPr id="16" name="Group 16"/>
          <p:cNvGrpSpPr/>
          <p:nvPr/>
        </p:nvGrpSpPr>
        <p:grpSpPr>
          <a:xfrm>
            <a:off x="1334125" y="9166251"/>
            <a:ext cx="203850" cy="203850"/>
            <a:chOff x="0" y="0"/>
            <a:chExt cx="271800" cy="271800"/>
          </a:xfrm>
        </p:grpSpPr>
        <p:sp>
          <p:nvSpPr>
            <p:cNvPr id="17" name="Freeform 17"/>
            <p:cNvSpPr/>
            <p:nvPr/>
          </p:nvSpPr>
          <p:spPr>
            <a:xfrm>
              <a:off x="12700" y="12700"/>
              <a:ext cx="246380" cy="246380"/>
            </a:xfrm>
            <a:custGeom>
              <a:avLst/>
              <a:gdLst/>
              <a:ahLst/>
              <a:cxnLst/>
              <a:rect l="l" t="t" r="r" b="b"/>
              <a:pathLst>
                <a:path w="246380" h="246380">
                  <a:moveTo>
                    <a:pt x="0" y="123190"/>
                  </a:moveTo>
                  <a:cubicBezTo>
                    <a:pt x="0" y="55118"/>
                    <a:pt x="55118" y="0"/>
                    <a:pt x="123190" y="0"/>
                  </a:cubicBezTo>
                  <a:cubicBezTo>
                    <a:pt x="191262" y="0"/>
                    <a:pt x="246380" y="55118"/>
                    <a:pt x="246380" y="123190"/>
                  </a:cubicBezTo>
                  <a:cubicBezTo>
                    <a:pt x="246380" y="191262"/>
                    <a:pt x="191262" y="246380"/>
                    <a:pt x="123190" y="246380"/>
                  </a:cubicBezTo>
                  <a:cubicBezTo>
                    <a:pt x="55118" y="246380"/>
                    <a:pt x="0" y="191262"/>
                    <a:pt x="0" y="123190"/>
                  </a:cubicBezTo>
                  <a:close/>
                </a:path>
              </a:pathLst>
            </a:custGeom>
            <a:solidFill>
              <a:srgbClr val="3D3D3D"/>
            </a:solidFill>
          </p:spPr>
        </p:sp>
        <p:sp>
          <p:nvSpPr>
            <p:cNvPr id="18" name="Freeform 18"/>
            <p:cNvSpPr/>
            <p:nvPr/>
          </p:nvSpPr>
          <p:spPr>
            <a:xfrm>
              <a:off x="0" y="0"/>
              <a:ext cx="271780" cy="271780"/>
            </a:xfrm>
            <a:custGeom>
              <a:avLst/>
              <a:gdLst/>
              <a:ahLst/>
              <a:cxnLst/>
              <a:rect l="l" t="t" r="r" b="b"/>
              <a:pathLst>
                <a:path w="271780" h="271780">
                  <a:moveTo>
                    <a:pt x="0" y="135890"/>
                  </a:moveTo>
                  <a:cubicBezTo>
                    <a:pt x="0" y="60833"/>
                    <a:pt x="60833" y="0"/>
                    <a:pt x="135890" y="0"/>
                  </a:cubicBezTo>
                  <a:lnTo>
                    <a:pt x="135890" y="12700"/>
                  </a:lnTo>
                  <a:lnTo>
                    <a:pt x="135890" y="0"/>
                  </a:lnTo>
                  <a:cubicBezTo>
                    <a:pt x="210947" y="0"/>
                    <a:pt x="271780" y="60833"/>
                    <a:pt x="271780" y="135890"/>
                  </a:cubicBezTo>
                  <a:lnTo>
                    <a:pt x="259080" y="135890"/>
                  </a:lnTo>
                  <a:lnTo>
                    <a:pt x="271780" y="135890"/>
                  </a:lnTo>
                  <a:cubicBezTo>
                    <a:pt x="271780" y="210947"/>
                    <a:pt x="210947" y="271780"/>
                    <a:pt x="135890" y="271780"/>
                  </a:cubicBezTo>
                  <a:lnTo>
                    <a:pt x="135890" y="259080"/>
                  </a:lnTo>
                  <a:lnTo>
                    <a:pt x="135890" y="271780"/>
                  </a:lnTo>
                  <a:cubicBezTo>
                    <a:pt x="60833" y="271780"/>
                    <a:pt x="0" y="210947"/>
                    <a:pt x="0" y="135890"/>
                  </a:cubicBezTo>
                  <a:lnTo>
                    <a:pt x="12700" y="135890"/>
                  </a:lnTo>
                  <a:lnTo>
                    <a:pt x="25400" y="135890"/>
                  </a:lnTo>
                  <a:lnTo>
                    <a:pt x="12700" y="135890"/>
                  </a:lnTo>
                  <a:lnTo>
                    <a:pt x="0" y="135890"/>
                  </a:lnTo>
                  <a:moveTo>
                    <a:pt x="25400" y="135890"/>
                  </a:moveTo>
                  <a:cubicBezTo>
                    <a:pt x="25400" y="142875"/>
                    <a:pt x="19685" y="148590"/>
                    <a:pt x="12700" y="148590"/>
                  </a:cubicBezTo>
                  <a:cubicBezTo>
                    <a:pt x="5715" y="148590"/>
                    <a:pt x="0" y="142875"/>
                    <a:pt x="0" y="135890"/>
                  </a:cubicBezTo>
                  <a:cubicBezTo>
                    <a:pt x="0" y="128905"/>
                    <a:pt x="5715" y="123190"/>
                    <a:pt x="12700" y="123190"/>
                  </a:cubicBezTo>
                  <a:cubicBezTo>
                    <a:pt x="19685" y="123190"/>
                    <a:pt x="25400" y="128905"/>
                    <a:pt x="25400" y="135890"/>
                  </a:cubicBezTo>
                  <a:cubicBezTo>
                    <a:pt x="25400" y="196977"/>
                    <a:pt x="74930" y="246380"/>
                    <a:pt x="135890" y="246380"/>
                  </a:cubicBezTo>
                  <a:cubicBezTo>
                    <a:pt x="196850" y="246380"/>
                    <a:pt x="246380" y="196850"/>
                    <a:pt x="246380" y="135890"/>
                  </a:cubicBezTo>
                  <a:cubicBezTo>
                    <a:pt x="246380" y="74930"/>
                    <a:pt x="196977" y="25400"/>
                    <a:pt x="135890" y="25400"/>
                  </a:cubicBezTo>
                  <a:lnTo>
                    <a:pt x="135890" y="12700"/>
                  </a:lnTo>
                  <a:lnTo>
                    <a:pt x="135890" y="25400"/>
                  </a:lnTo>
                  <a:cubicBezTo>
                    <a:pt x="74930" y="25400"/>
                    <a:pt x="25400" y="74930"/>
                    <a:pt x="25400" y="135890"/>
                  </a:cubicBezTo>
                  <a:close/>
                </a:path>
              </a:pathLst>
            </a:custGeom>
            <a:solidFill>
              <a:srgbClr val="3D3D3D"/>
            </a:solidFill>
          </p:spPr>
        </p:sp>
      </p:grpSp>
      <p:grpSp>
        <p:nvGrpSpPr>
          <p:cNvPr id="19" name="Group 19"/>
          <p:cNvGrpSpPr/>
          <p:nvPr/>
        </p:nvGrpSpPr>
        <p:grpSpPr>
          <a:xfrm>
            <a:off x="1334125" y="7871151"/>
            <a:ext cx="203850" cy="203850"/>
            <a:chOff x="0" y="0"/>
            <a:chExt cx="271800" cy="271800"/>
          </a:xfrm>
        </p:grpSpPr>
        <p:sp>
          <p:nvSpPr>
            <p:cNvPr id="20" name="Freeform 20"/>
            <p:cNvSpPr/>
            <p:nvPr/>
          </p:nvSpPr>
          <p:spPr>
            <a:xfrm>
              <a:off x="12700" y="12700"/>
              <a:ext cx="246380" cy="246380"/>
            </a:xfrm>
            <a:custGeom>
              <a:avLst/>
              <a:gdLst/>
              <a:ahLst/>
              <a:cxnLst/>
              <a:rect l="l" t="t" r="r" b="b"/>
              <a:pathLst>
                <a:path w="246380" h="246380">
                  <a:moveTo>
                    <a:pt x="0" y="123190"/>
                  </a:moveTo>
                  <a:cubicBezTo>
                    <a:pt x="0" y="55118"/>
                    <a:pt x="55118" y="0"/>
                    <a:pt x="123190" y="0"/>
                  </a:cubicBezTo>
                  <a:cubicBezTo>
                    <a:pt x="191262" y="0"/>
                    <a:pt x="246380" y="55118"/>
                    <a:pt x="246380" y="123190"/>
                  </a:cubicBezTo>
                  <a:cubicBezTo>
                    <a:pt x="246380" y="191262"/>
                    <a:pt x="191262" y="246380"/>
                    <a:pt x="123190" y="246380"/>
                  </a:cubicBezTo>
                  <a:cubicBezTo>
                    <a:pt x="55118" y="246380"/>
                    <a:pt x="0" y="191262"/>
                    <a:pt x="0" y="123190"/>
                  </a:cubicBezTo>
                  <a:close/>
                </a:path>
              </a:pathLst>
            </a:custGeom>
            <a:solidFill>
              <a:srgbClr val="3D3D3D"/>
            </a:solidFill>
          </p:spPr>
        </p:sp>
        <p:sp>
          <p:nvSpPr>
            <p:cNvPr id="21" name="Freeform 21"/>
            <p:cNvSpPr/>
            <p:nvPr/>
          </p:nvSpPr>
          <p:spPr>
            <a:xfrm>
              <a:off x="0" y="0"/>
              <a:ext cx="271780" cy="271780"/>
            </a:xfrm>
            <a:custGeom>
              <a:avLst/>
              <a:gdLst/>
              <a:ahLst/>
              <a:cxnLst/>
              <a:rect l="l" t="t" r="r" b="b"/>
              <a:pathLst>
                <a:path w="271780" h="271780">
                  <a:moveTo>
                    <a:pt x="0" y="135890"/>
                  </a:moveTo>
                  <a:cubicBezTo>
                    <a:pt x="0" y="60833"/>
                    <a:pt x="60833" y="0"/>
                    <a:pt x="135890" y="0"/>
                  </a:cubicBezTo>
                  <a:lnTo>
                    <a:pt x="135890" y="12700"/>
                  </a:lnTo>
                  <a:lnTo>
                    <a:pt x="135890" y="0"/>
                  </a:lnTo>
                  <a:cubicBezTo>
                    <a:pt x="210947" y="0"/>
                    <a:pt x="271780" y="60833"/>
                    <a:pt x="271780" y="135890"/>
                  </a:cubicBezTo>
                  <a:lnTo>
                    <a:pt x="259080" y="135890"/>
                  </a:lnTo>
                  <a:lnTo>
                    <a:pt x="271780" y="135890"/>
                  </a:lnTo>
                  <a:cubicBezTo>
                    <a:pt x="271780" y="210947"/>
                    <a:pt x="210947" y="271780"/>
                    <a:pt x="135890" y="271780"/>
                  </a:cubicBezTo>
                  <a:lnTo>
                    <a:pt x="135890" y="259080"/>
                  </a:lnTo>
                  <a:lnTo>
                    <a:pt x="135890" y="271780"/>
                  </a:lnTo>
                  <a:cubicBezTo>
                    <a:pt x="60833" y="271780"/>
                    <a:pt x="0" y="210947"/>
                    <a:pt x="0" y="135890"/>
                  </a:cubicBezTo>
                  <a:lnTo>
                    <a:pt x="12700" y="135890"/>
                  </a:lnTo>
                  <a:lnTo>
                    <a:pt x="25400" y="135890"/>
                  </a:lnTo>
                  <a:lnTo>
                    <a:pt x="12700" y="135890"/>
                  </a:lnTo>
                  <a:lnTo>
                    <a:pt x="0" y="135890"/>
                  </a:lnTo>
                  <a:moveTo>
                    <a:pt x="25400" y="135890"/>
                  </a:moveTo>
                  <a:cubicBezTo>
                    <a:pt x="25400" y="142875"/>
                    <a:pt x="19685" y="148590"/>
                    <a:pt x="12700" y="148590"/>
                  </a:cubicBezTo>
                  <a:cubicBezTo>
                    <a:pt x="5715" y="148590"/>
                    <a:pt x="0" y="142875"/>
                    <a:pt x="0" y="135890"/>
                  </a:cubicBezTo>
                  <a:cubicBezTo>
                    <a:pt x="0" y="128905"/>
                    <a:pt x="5715" y="123190"/>
                    <a:pt x="12700" y="123190"/>
                  </a:cubicBezTo>
                  <a:cubicBezTo>
                    <a:pt x="19685" y="123190"/>
                    <a:pt x="25400" y="128905"/>
                    <a:pt x="25400" y="135890"/>
                  </a:cubicBezTo>
                  <a:cubicBezTo>
                    <a:pt x="25400" y="196977"/>
                    <a:pt x="74930" y="246380"/>
                    <a:pt x="135890" y="246380"/>
                  </a:cubicBezTo>
                  <a:cubicBezTo>
                    <a:pt x="196850" y="246380"/>
                    <a:pt x="246380" y="196850"/>
                    <a:pt x="246380" y="135890"/>
                  </a:cubicBezTo>
                  <a:cubicBezTo>
                    <a:pt x="246380" y="74930"/>
                    <a:pt x="196977" y="25400"/>
                    <a:pt x="135890" y="25400"/>
                  </a:cubicBezTo>
                  <a:lnTo>
                    <a:pt x="135890" y="12700"/>
                  </a:lnTo>
                  <a:lnTo>
                    <a:pt x="135890" y="25400"/>
                  </a:lnTo>
                  <a:cubicBezTo>
                    <a:pt x="74930" y="25400"/>
                    <a:pt x="25400" y="74930"/>
                    <a:pt x="25400" y="135890"/>
                  </a:cubicBezTo>
                  <a:close/>
                </a:path>
              </a:pathLst>
            </a:custGeom>
            <a:solidFill>
              <a:srgbClr val="3D3D3D"/>
            </a:solidFill>
          </p:spPr>
        </p:sp>
      </p:grpSp>
      <p:grpSp>
        <p:nvGrpSpPr>
          <p:cNvPr id="22" name="Group 22"/>
          <p:cNvGrpSpPr/>
          <p:nvPr/>
        </p:nvGrpSpPr>
        <p:grpSpPr>
          <a:xfrm>
            <a:off x="16712525" y="2897475"/>
            <a:ext cx="203850" cy="203850"/>
            <a:chOff x="0" y="0"/>
            <a:chExt cx="271800" cy="271800"/>
          </a:xfrm>
        </p:grpSpPr>
        <p:sp>
          <p:nvSpPr>
            <p:cNvPr id="23" name="Freeform 23"/>
            <p:cNvSpPr/>
            <p:nvPr/>
          </p:nvSpPr>
          <p:spPr>
            <a:xfrm>
              <a:off x="12700" y="12700"/>
              <a:ext cx="246380" cy="246380"/>
            </a:xfrm>
            <a:custGeom>
              <a:avLst/>
              <a:gdLst/>
              <a:ahLst/>
              <a:cxnLst/>
              <a:rect l="l" t="t" r="r" b="b"/>
              <a:pathLst>
                <a:path w="246380" h="246380">
                  <a:moveTo>
                    <a:pt x="0" y="123190"/>
                  </a:moveTo>
                  <a:cubicBezTo>
                    <a:pt x="0" y="55118"/>
                    <a:pt x="55118" y="0"/>
                    <a:pt x="123190" y="0"/>
                  </a:cubicBezTo>
                  <a:cubicBezTo>
                    <a:pt x="191262" y="0"/>
                    <a:pt x="246380" y="55118"/>
                    <a:pt x="246380" y="123190"/>
                  </a:cubicBezTo>
                  <a:cubicBezTo>
                    <a:pt x="246380" y="191262"/>
                    <a:pt x="191262" y="246380"/>
                    <a:pt x="123190" y="246380"/>
                  </a:cubicBezTo>
                  <a:cubicBezTo>
                    <a:pt x="55118" y="246380"/>
                    <a:pt x="0" y="191262"/>
                    <a:pt x="0" y="123190"/>
                  </a:cubicBezTo>
                  <a:close/>
                </a:path>
              </a:pathLst>
            </a:custGeom>
            <a:solidFill>
              <a:srgbClr val="3D3D3D"/>
            </a:solidFill>
          </p:spPr>
        </p:sp>
        <p:sp>
          <p:nvSpPr>
            <p:cNvPr id="24" name="Freeform 24"/>
            <p:cNvSpPr/>
            <p:nvPr/>
          </p:nvSpPr>
          <p:spPr>
            <a:xfrm>
              <a:off x="0" y="0"/>
              <a:ext cx="271780" cy="271780"/>
            </a:xfrm>
            <a:custGeom>
              <a:avLst/>
              <a:gdLst/>
              <a:ahLst/>
              <a:cxnLst/>
              <a:rect l="l" t="t" r="r" b="b"/>
              <a:pathLst>
                <a:path w="271780" h="271780">
                  <a:moveTo>
                    <a:pt x="0" y="135890"/>
                  </a:moveTo>
                  <a:cubicBezTo>
                    <a:pt x="0" y="60833"/>
                    <a:pt x="60833" y="0"/>
                    <a:pt x="135890" y="0"/>
                  </a:cubicBezTo>
                  <a:lnTo>
                    <a:pt x="135890" y="12700"/>
                  </a:lnTo>
                  <a:lnTo>
                    <a:pt x="135890" y="0"/>
                  </a:lnTo>
                  <a:cubicBezTo>
                    <a:pt x="210947" y="0"/>
                    <a:pt x="271780" y="60833"/>
                    <a:pt x="271780" y="135890"/>
                  </a:cubicBezTo>
                  <a:lnTo>
                    <a:pt x="259080" y="135890"/>
                  </a:lnTo>
                  <a:lnTo>
                    <a:pt x="271780" y="135890"/>
                  </a:lnTo>
                  <a:cubicBezTo>
                    <a:pt x="271780" y="210947"/>
                    <a:pt x="210947" y="271780"/>
                    <a:pt x="135890" y="271780"/>
                  </a:cubicBezTo>
                  <a:lnTo>
                    <a:pt x="135890" y="259080"/>
                  </a:lnTo>
                  <a:lnTo>
                    <a:pt x="135890" y="271780"/>
                  </a:lnTo>
                  <a:cubicBezTo>
                    <a:pt x="60833" y="271780"/>
                    <a:pt x="0" y="210947"/>
                    <a:pt x="0" y="135890"/>
                  </a:cubicBezTo>
                  <a:lnTo>
                    <a:pt x="12700" y="135890"/>
                  </a:lnTo>
                  <a:lnTo>
                    <a:pt x="25400" y="135890"/>
                  </a:lnTo>
                  <a:lnTo>
                    <a:pt x="12700" y="135890"/>
                  </a:lnTo>
                  <a:lnTo>
                    <a:pt x="0" y="135890"/>
                  </a:lnTo>
                  <a:moveTo>
                    <a:pt x="25400" y="135890"/>
                  </a:moveTo>
                  <a:cubicBezTo>
                    <a:pt x="25400" y="142875"/>
                    <a:pt x="19685" y="148590"/>
                    <a:pt x="12700" y="148590"/>
                  </a:cubicBezTo>
                  <a:cubicBezTo>
                    <a:pt x="5715" y="148590"/>
                    <a:pt x="0" y="142875"/>
                    <a:pt x="0" y="135890"/>
                  </a:cubicBezTo>
                  <a:cubicBezTo>
                    <a:pt x="0" y="128905"/>
                    <a:pt x="5715" y="123190"/>
                    <a:pt x="12700" y="123190"/>
                  </a:cubicBezTo>
                  <a:cubicBezTo>
                    <a:pt x="19685" y="123190"/>
                    <a:pt x="25400" y="128905"/>
                    <a:pt x="25400" y="135890"/>
                  </a:cubicBezTo>
                  <a:cubicBezTo>
                    <a:pt x="25400" y="196977"/>
                    <a:pt x="74930" y="246380"/>
                    <a:pt x="135890" y="246380"/>
                  </a:cubicBezTo>
                  <a:cubicBezTo>
                    <a:pt x="196850" y="246380"/>
                    <a:pt x="246380" y="196850"/>
                    <a:pt x="246380" y="135890"/>
                  </a:cubicBezTo>
                  <a:cubicBezTo>
                    <a:pt x="246380" y="74930"/>
                    <a:pt x="196977" y="25400"/>
                    <a:pt x="135890" y="25400"/>
                  </a:cubicBezTo>
                  <a:lnTo>
                    <a:pt x="135890" y="12700"/>
                  </a:lnTo>
                  <a:lnTo>
                    <a:pt x="135890" y="25400"/>
                  </a:lnTo>
                  <a:cubicBezTo>
                    <a:pt x="74930" y="25400"/>
                    <a:pt x="25400" y="74930"/>
                    <a:pt x="25400" y="135890"/>
                  </a:cubicBezTo>
                  <a:close/>
                </a:path>
              </a:pathLst>
            </a:custGeom>
            <a:solidFill>
              <a:srgbClr val="3D3D3D"/>
            </a:solidFill>
          </p:spPr>
        </p:sp>
      </p:grpSp>
      <p:grpSp>
        <p:nvGrpSpPr>
          <p:cNvPr id="25" name="Group 25"/>
          <p:cNvGrpSpPr/>
          <p:nvPr/>
        </p:nvGrpSpPr>
        <p:grpSpPr>
          <a:xfrm>
            <a:off x="16712525" y="460225"/>
            <a:ext cx="203850" cy="203850"/>
            <a:chOff x="0" y="0"/>
            <a:chExt cx="271800" cy="271800"/>
          </a:xfrm>
        </p:grpSpPr>
        <p:sp>
          <p:nvSpPr>
            <p:cNvPr id="26" name="Freeform 26"/>
            <p:cNvSpPr/>
            <p:nvPr/>
          </p:nvSpPr>
          <p:spPr>
            <a:xfrm>
              <a:off x="12700" y="12700"/>
              <a:ext cx="246380" cy="246380"/>
            </a:xfrm>
            <a:custGeom>
              <a:avLst/>
              <a:gdLst/>
              <a:ahLst/>
              <a:cxnLst/>
              <a:rect l="l" t="t" r="r" b="b"/>
              <a:pathLst>
                <a:path w="246380" h="246380">
                  <a:moveTo>
                    <a:pt x="0" y="123190"/>
                  </a:moveTo>
                  <a:cubicBezTo>
                    <a:pt x="0" y="55118"/>
                    <a:pt x="55118" y="0"/>
                    <a:pt x="123190" y="0"/>
                  </a:cubicBezTo>
                  <a:cubicBezTo>
                    <a:pt x="191262" y="0"/>
                    <a:pt x="246380" y="55118"/>
                    <a:pt x="246380" y="123190"/>
                  </a:cubicBezTo>
                  <a:cubicBezTo>
                    <a:pt x="246380" y="191262"/>
                    <a:pt x="191262" y="246380"/>
                    <a:pt x="123190" y="246380"/>
                  </a:cubicBezTo>
                  <a:cubicBezTo>
                    <a:pt x="55118" y="246380"/>
                    <a:pt x="0" y="191262"/>
                    <a:pt x="0" y="123190"/>
                  </a:cubicBezTo>
                  <a:close/>
                </a:path>
              </a:pathLst>
            </a:custGeom>
            <a:solidFill>
              <a:srgbClr val="3D3D3D"/>
            </a:solidFill>
          </p:spPr>
        </p:sp>
        <p:sp>
          <p:nvSpPr>
            <p:cNvPr id="27" name="Freeform 27"/>
            <p:cNvSpPr/>
            <p:nvPr/>
          </p:nvSpPr>
          <p:spPr>
            <a:xfrm>
              <a:off x="0" y="0"/>
              <a:ext cx="271780" cy="271780"/>
            </a:xfrm>
            <a:custGeom>
              <a:avLst/>
              <a:gdLst/>
              <a:ahLst/>
              <a:cxnLst/>
              <a:rect l="l" t="t" r="r" b="b"/>
              <a:pathLst>
                <a:path w="271780" h="271780">
                  <a:moveTo>
                    <a:pt x="0" y="135890"/>
                  </a:moveTo>
                  <a:cubicBezTo>
                    <a:pt x="0" y="60833"/>
                    <a:pt x="60833" y="0"/>
                    <a:pt x="135890" y="0"/>
                  </a:cubicBezTo>
                  <a:lnTo>
                    <a:pt x="135890" y="12700"/>
                  </a:lnTo>
                  <a:lnTo>
                    <a:pt x="135890" y="0"/>
                  </a:lnTo>
                  <a:cubicBezTo>
                    <a:pt x="210947" y="0"/>
                    <a:pt x="271780" y="60833"/>
                    <a:pt x="271780" y="135890"/>
                  </a:cubicBezTo>
                  <a:lnTo>
                    <a:pt x="259080" y="135890"/>
                  </a:lnTo>
                  <a:lnTo>
                    <a:pt x="271780" y="135890"/>
                  </a:lnTo>
                  <a:cubicBezTo>
                    <a:pt x="271780" y="210947"/>
                    <a:pt x="210947" y="271780"/>
                    <a:pt x="135890" y="271780"/>
                  </a:cubicBezTo>
                  <a:lnTo>
                    <a:pt x="135890" y="259080"/>
                  </a:lnTo>
                  <a:lnTo>
                    <a:pt x="135890" y="271780"/>
                  </a:lnTo>
                  <a:cubicBezTo>
                    <a:pt x="60833" y="271780"/>
                    <a:pt x="0" y="210947"/>
                    <a:pt x="0" y="135890"/>
                  </a:cubicBezTo>
                  <a:lnTo>
                    <a:pt x="12700" y="135890"/>
                  </a:lnTo>
                  <a:lnTo>
                    <a:pt x="25400" y="135890"/>
                  </a:lnTo>
                  <a:lnTo>
                    <a:pt x="12700" y="135890"/>
                  </a:lnTo>
                  <a:lnTo>
                    <a:pt x="0" y="135890"/>
                  </a:lnTo>
                  <a:moveTo>
                    <a:pt x="25400" y="135890"/>
                  </a:moveTo>
                  <a:cubicBezTo>
                    <a:pt x="25400" y="142875"/>
                    <a:pt x="19685" y="148590"/>
                    <a:pt x="12700" y="148590"/>
                  </a:cubicBezTo>
                  <a:cubicBezTo>
                    <a:pt x="5715" y="148590"/>
                    <a:pt x="0" y="142875"/>
                    <a:pt x="0" y="135890"/>
                  </a:cubicBezTo>
                  <a:cubicBezTo>
                    <a:pt x="0" y="128905"/>
                    <a:pt x="5715" y="123190"/>
                    <a:pt x="12700" y="123190"/>
                  </a:cubicBezTo>
                  <a:cubicBezTo>
                    <a:pt x="19685" y="123190"/>
                    <a:pt x="25400" y="128905"/>
                    <a:pt x="25400" y="135890"/>
                  </a:cubicBezTo>
                  <a:cubicBezTo>
                    <a:pt x="25400" y="196977"/>
                    <a:pt x="74930" y="246380"/>
                    <a:pt x="135890" y="246380"/>
                  </a:cubicBezTo>
                  <a:cubicBezTo>
                    <a:pt x="196850" y="246380"/>
                    <a:pt x="246380" y="196850"/>
                    <a:pt x="246380" y="135890"/>
                  </a:cubicBezTo>
                  <a:cubicBezTo>
                    <a:pt x="246380" y="74930"/>
                    <a:pt x="196977" y="25400"/>
                    <a:pt x="135890" y="25400"/>
                  </a:cubicBezTo>
                  <a:lnTo>
                    <a:pt x="135890" y="12700"/>
                  </a:lnTo>
                  <a:lnTo>
                    <a:pt x="135890" y="25400"/>
                  </a:lnTo>
                  <a:cubicBezTo>
                    <a:pt x="74930" y="25400"/>
                    <a:pt x="25400" y="74930"/>
                    <a:pt x="25400" y="135890"/>
                  </a:cubicBezTo>
                  <a:close/>
                </a:path>
              </a:pathLst>
            </a:custGeom>
            <a:solidFill>
              <a:srgbClr val="3D3D3D"/>
            </a:solidFill>
          </p:spPr>
        </p:sp>
      </p:grpSp>
      <p:sp>
        <p:nvSpPr>
          <p:cNvPr id="46" name="TextBox 46"/>
          <p:cNvSpPr txBox="1"/>
          <p:nvPr/>
        </p:nvSpPr>
        <p:spPr>
          <a:xfrm>
            <a:off x="4486971" y="651631"/>
            <a:ext cx="9314057" cy="906145"/>
          </a:xfrm>
          <a:prstGeom prst="rect">
            <a:avLst/>
          </a:prstGeom>
        </p:spPr>
        <p:txBody>
          <a:bodyPr lIns="0" tIns="0" rIns="0" bIns="0" rtlCol="0" anchor="t">
            <a:spAutoFit/>
          </a:bodyPr>
          <a:lstStyle/>
          <a:p>
            <a:pPr algn="ctr">
              <a:lnSpc>
                <a:spcPts val="7280"/>
              </a:lnSpc>
            </a:pPr>
            <a:r>
              <a:rPr lang="en-US" sz="5200">
                <a:solidFill>
                  <a:srgbClr val="000000"/>
                </a:solidFill>
                <a:latin typeface="Arimo Bold" panose="020B0704020202020204"/>
              </a:rPr>
              <a:t>2.1. Phân tích hệ thống</a:t>
            </a:r>
            <a:endParaRPr lang="en-US" sz="5200">
              <a:solidFill>
                <a:srgbClr val="000000"/>
              </a:solidFill>
              <a:latin typeface="Arimo Bold" panose="020B0704020202020204"/>
            </a:endParaRPr>
          </a:p>
        </p:txBody>
      </p:sp>
      <p:pic>
        <p:nvPicPr>
          <p:cNvPr id="47" name="Picture 3"/>
          <p:cNvPicPr>
            <a:picLocks noChangeAspect="1"/>
          </p:cNvPicPr>
          <p:nvPr/>
        </p:nvPicPr>
        <p:blipFill>
          <a:blip r:embed="rId8"/>
          <a:stretch>
            <a:fillRect/>
          </a:stretch>
        </p:blipFill>
        <p:spPr>
          <a:xfrm>
            <a:off x="4648200" y="2019300"/>
            <a:ext cx="9406890" cy="6856730"/>
          </a:xfrm>
          <a:prstGeom prst="rect">
            <a:avLst/>
          </a:prstGeom>
        </p:spPr>
      </p:pic>
      <p:sp>
        <p:nvSpPr>
          <p:cNvPr id="48" name="TextBox 17"/>
          <p:cNvSpPr txBox="1"/>
          <p:nvPr/>
        </p:nvSpPr>
        <p:spPr>
          <a:xfrm>
            <a:off x="5702300" y="9248775"/>
            <a:ext cx="7298690" cy="610235"/>
          </a:xfrm>
          <a:prstGeom prst="rect">
            <a:avLst/>
          </a:prstGeom>
        </p:spPr>
        <p:txBody>
          <a:bodyPr wrap="square" lIns="0" tIns="0" rIns="0" bIns="0" rtlCol="0" anchor="t">
            <a:spAutoFit/>
          </a:bodyPr>
          <a:p>
            <a:pPr algn="ctr">
              <a:lnSpc>
                <a:spcPts val="4760"/>
              </a:lnSpc>
            </a:pPr>
            <a:r>
              <a:rPr lang="en-US" sz="2800">
                <a:solidFill>
                  <a:srgbClr val="000000"/>
                </a:solidFill>
                <a:latin typeface="Faustina" panose="00000500000000000000"/>
              </a:rPr>
              <a:t>Hinh 2.1. Sơ đồ phân rã chức năng</a:t>
            </a:r>
            <a:endParaRPr lang="en-US" sz="2800">
              <a:solidFill>
                <a:srgbClr val="000000"/>
              </a:solidFill>
              <a:latin typeface="Faustina" panose="00000500000000000000"/>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rot="5386959">
            <a:off x="14329607" y="7830000"/>
            <a:ext cx="5021886" cy="0"/>
          </a:xfrm>
          <a:prstGeom prst="line">
            <a:avLst/>
          </a:prstGeom>
          <a:ln w="9525" cap="rnd">
            <a:solidFill>
              <a:srgbClr val="3D3D3D"/>
            </a:solidFill>
            <a:prstDash val="solid"/>
            <a:headEnd type="none" w="sm" len="sm"/>
            <a:tailEnd type="none" w="sm" len="sm"/>
          </a:ln>
        </p:spPr>
      </p:sp>
      <p:sp>
        <p:nvSpPr>
          <p:cNvPr id="3" name="Freeform 3"/>
          <p:cNvSpPr/>
          <p:nvPr/>
        </p:nvSpPr>
        <p:spPr>
          <a:xfrm>
            <a:off x="16258700" y="8584350"/>
            <a:ext cx="1163600" cy="1164700"/>
          </a:xfrm>
          <a:custGeom>
            <a:avLst/>
            <a:gdLst/>
            <a:ahLst/>
            <a:cxnLst/>
            <a:rect l="l" t="t" r="r" b="b"/>
            <a:pathLst>
              <a:path w="1163600" h="1164700">
                <a:moveTo>
                  <a:pt x="0" y="0"/>
                </a:moveTo>
                <a:lnTo>
                  <a:pt x="1163600" y="0"/>
                </a:lnTo>
                <a:lnTo>
                  <a:pt x="1163600" y="1164700"/>
                </a:lnTo>
                <a:lnTo>
                  <a:pt x="0" y="1164700"/>
                </a:lnTo>
                <a:lnTo>
                  <a:pt x="0" y="0"/>
                </a:lnTo>
                <a:close/>
              </a:path>
            </a:pathLst>
          </a:custGeom>
          <a:blipFill>
            <a:blip r:embed="rId1"/>
            <a:stretch>
              <a:fillRect/>
            </a:stretch>
          </a:blipFill>
        </p:spPr>
      </p:sp>
      <p:sp>
        <p:nvSpPr>
          <p:cNvPr id="4" name="Freeform 4"/>
          <p:cNvSpPr/>
          <p:nvPr/>
        </p:nvSpPr>
        <p:spPr>
          <a:xfrm>
            <a:off x="16548476" y="7441200"/>
            <a:ext cx="584050" cy="585150"/>
          </a:xfrm>
          <a:custGeom>
            <a:avLst/>
            <a:gdLst/>
            <a:ahLst/>
            <a:cxnLst/>
            <a:rect l="l" t="t" r="r" b="b"/>
            <a:pathLst>
              <a:path w="584050" h="585150">
                <a:moveTo>
                  <a:pt x="0" y="0"/>
                </a:moveTo>
                <a:lnTo>
                  <a:pt x="584050" y="0"/>
                </a:lnTo>
                <a:lnTo>
                  <a:pt x="584050" y="585150"/>
                </a:lnTo>
                <a:lnTo>
                  <a:pt x="0" y="585150"/>
                </a:lnTo>
                <a:lnTo>
                  <a:pt x="0" y="0"/>
                </a:lnTo>
                <a:close/>
              </a:path>
            </a:pathLst>
          </a:custGeom>
          <a:blipFill>
            <a:blip r:embed="rId2"/>
            <a:stretch>
              <a:fillRect/>
            </a:stretch>
          </a:blipFill>
        </p:spPr>
      </p:sp>
      <p:sp>
        <p:nvSpPr>
          <p:cNvPr id="5" name="Freeform 5"/>
          <p:cNvSpPr/>
          <p:nvPr/>
        </p:nvSpPr>
        <p:spPr>
          <a:xfrm>
            <a:off x="16665526" y="6424950"/>
            <a:ext cx="350000" cy="350000"/>
          </a:xfrm>
          <a:custGeom>
            <a:avLst/>
            <a:gdLst/>
            <a:ahLst/>
            <a:cxnLst/>
            <a:rect l="l" t="t" r="r" b="b"/>
            <a:pathLst>
              <a:path w="350000" h="350000">
                <a:moveTo>
                  <a:pt x="0" y="0"/>
                </a:moveTo>
                <a:lnTo>
                  <a:pt x="350000" y="0"/>
                </a:lnTo>
                <a:lnTo>
                  <a:pt x="350000" y="350000"/>
                </a:lnTo>
                <a:lnTo>
                  <a:pt x="0" y="350000"/>
                </a:lnTo>
                <a:lnTo>
                  <a:pt x="0" y="0"/>
                </a:lnTo>
                <a:close/>
              </a:path>
            </a:pathLst>
          </a:custGeom>
          <a:blipFill>
            <a:blip r:embed="rId3"/>
            <a:stretch>
              <a:fillRect/>
            </a:stretch>
          </a:blipFill>
        </p:spPr>
      </p:sp>
      <p:sp>
        <p:nvSpPr>
          <p:cNvPr id="6" name="AutoShape 6"/>
          <p:cNvSpPr/>
          <p:nvPr/>
        </p:nvSpPr>
        <p:spPr>
          <a:xfrm rot="5386959">
            <a:off x="-1063493" y="2502626"/>
            <a:ext cx="5021886" cy="0"/>
          </a:xfrm>
          <a:prstGeom prst="line">
            <a:avLst/>
          </a:prstGeom>
          <a:ln w="9525" cap="rnd">
            <a:solidFill>
              <a:srgbClr val="3D3D3D"/>
            </a:solidFill>
            <a:prstDash val="solid"/>
            <a:headEnd type="none" w="sm" len="sm"/>
            <a:tailEnd type="none" w="sm" len="sm"/>
          </a:ln>
        </p:spPr>
      </p:sp>
      <p:sp>
        <p:nvSpPr>
          <p:cNvPr id="7" name="Freeform 7"/>
          <p:cNvSpPr/>
          <p:nvPr/>
        </p:nvSpPr>
        <p:spPr>
          <a:xfrm>
            <a:off x="865700" y="583576"/>
            <a:ext cx="1163600" cy="1164700"/>
          </a:xfrm>
          <a:custGeom>
            <a:avLst/>
            <a:gdLst/>
            <a:ahLst/>
            <a:cxnLst/>
            <a:rect l="l" t="t" r="r" b="b"/>
            <a:pathLst>
              <a:path w="1163600" h="1164700">
                <a:moveTo>
                  <a:pt x="0" y="0"/>
                </a:moveTo>
                <a:lnTo>
                  <a:pt x="1163600" y="0"/>
                </a:lnTo>
                <a:lnTo>
                  <a:pt x="1163600" y="1164700"/>
                </a:lnTo>
                <a:lnTo>
                  <a:pt x="0" y="1164700"/>
                </a:lnTo>
                <a:lnTo>
                  <a:pt x="0" y="0"/>
                </a:lnTo>
                <a:close/>
              </a:path>
            </a:pathLst>
          </a:custGeom>
          <a:blipFill>
            <a:blip r:embed="rId4"/>
            <a:stretch>
              <a:fillRect/>
            </a:stretch>
          </a:blipFill>
        </p:spPr>
      </p:sp>
      <p:sp>
        <p:nvSpPr>
          <p:cNvPr id="8" name="Freeform 8"/>
          <p:cNvSpPr/>
          <p:nvPr/>
        </p:nvSpPr>
        <p:spPr>
          <a:xfrm>
            <a:off x="1155476" y="2306276"/>
            <a:ext cx="584050" cy="585150"/>
          </a:xfrm>
          <a:custGeom>
            <a:avLst/>
            <a:gdLst/>
            <a:ahLst/>
            <a:cxnLst/>
            <a:rect l="l" t="t" r="r" b="b"/>
            <a:pathLst>
              <a:path w="584050" h="585150">
                <a:moveTo>
                  <a:pt x="0" y="0"/>
                </a:moveTo>
                <a:lnTo>
                  <a:pt x="584050" y="0"/>
                </a:lnTo>
                <a:lnTo>
                  <a:pt x="584050" y="585150"/>
                </a:lnTo>
                <a:lnTo>
                  <a:pt x="0" y="585150"/>
                </a:lnTo>
                <a:lnTo>
                  <a:pt x="0" y="0"/>
                </a:lnTo>
                <a:close/>
              </a:path>
            </a:pathLst>
          </a:custGeom>
          <a:blipFill>
            <a:blip r:embed="rId5"/>
            <a:stretch>
              <a:fillRect/>
            </a:stretch>
          </a:blipFill>
        </p:spPr>
      </p:sp>
      <p:sp>
        <p:nvSpPr>
          <p:cNvPr id="9" name="Freeform 9"/>
          <p:cNvSpPr/>
          <p:nvPr/>
        </p:nvSpPr>
        <p:spPr>
          <a:xfrm>
            <a:off x="1272476" y="3557676"/>
            <a:ext cx="350000" cy="350000"/>
          </a:xfrm>
          <a:custGeom>
            <a:avLst/>
            <a:gdLst/>
            <a:ahLst/>
            <a:cxnLst/>
            <a:rect l="l" t="t" r="r" b="b"/>
            <a:pathLst>
              <a:path w="350000" h="350000">
                <a:moveTo>
                  <a:pt x="0" y="0"/>
                </a:moveTo>
                <a:lnTo>
                  <a:pt x="350000" y="0"/>
                </a:lnTo>
                <a:lnTo>
                  <a:pt x="350000" y="350000"/>
                </a:lnTo>
                <a:lnTo>
                  <a:pt x="0" y="350000"/>
                </a:lnTo>
                <a:lnTo>
                  <a:pt x="0" y="0"/>
                </a:lnTo>
                <a:close/>
              </a:path>
            </a:pathLst>
          </a:custGeom>
          <a:blipFill>
            <a:blip r:embed="rId6"/>
            <a:stretch>
              <a:fillRect/>
            </a:stretch>
          </a:blipFill>
        </p:spPr>
      </p:sp>
      <p:sp>
        <p:nvSpPr>
          <p:cNvPr id="10" name="Freeform 10"/>
          <p:cNvSpPr/>
          <p:nvPr/>
        </p:nvSpPr>
        <p:spPr>
          <a:xfrm>
            <a:off x="865700" y="4006326"/>
            <a:ext cx="350026" cy="54000"/>
          </a:xfrm>
          <a:custGeom>
            <a:avLst/>
            <a:gdLst/>
            <a:ahLst/>
            <a:cxnLst/>
            <a:rect l="l" t="t" r="r" b="b"/>
            <a:pathLst>
              <a:path w="350026" h="54000">
                <a:moveTo>
                  <a:pt x="0" y="0"/>
                </a:moveTo>
                <a:lnTo>
                  <a:pt x="350026" y="0"/>
                </a:lnTo>
                <a:lnTo>
                  <a:pt x="350026" y="54000"/>
                </a:lnTo>
                <a:lnTo>
                  <a:pt x="0" y="54000"/>
                </a:lnTo>
                <a:lnTo>
                  <a:pt x="0" y="0"/>
                </a:lnTo>
                <a:close/>
              </a:path>
            </a:pathLst>
          </a:custGeom>
          <a:blipFill>
            <a:blip r:embed="rId7"/>
            <a:stretch>
              <a:fillRect/>
            </a:stretch>
          </a:blipFill>
        </p:spPr>
      </p:sp>
      <p:sp>
        <p:nvSpPr>
          <p:cNvPr id="11" name="Freeform 11"/>
          <p:cNvSpPr/>
          <p:nvPr/>
        </p:nvSpPr>
        <p:spPr>
          <a:xfrm>
            <a:off x="1576200" y="416976"/>
            <a:ext cx="350026" cy="54000"/>
          </a:xfrm>
          <a:custGeom>
            <a:avLst/>
            <a:gdLst/>
            <a:ahLst/>
            <a:cxnLst/>
            <a:rect l="l" t="t" r="r" b="b"/>
            <a:pathLst>
              <a:path w="350026" h="54000">
                <a:moveTo>
                  <a:pt x="0" y="0"/>
                </a:moveTo>
                <a:lnTo>
                  <a:pt x="350026" y="0"/>
                </a:lnTo>
                <a:lnTo>
                  <a:pt x="350026" y="54000"/>
                </a:lnTo>
                <a:lnTo>
                  <a:pt x="0" y="54000"/>
                </a:lnTo>
                <a:lnTo>
                  <a:pt x="0" y="0"/>
                </a:lnTo>
                <a:close/>
              </a:path>
            </a:pathLst>
          </a:custGeom>
          <a:blipFill>
            <a:blip r:embed="rId7"/>
            <a:stretch>
              <a:fillRect/>
            </a:stretch>
          </a:blipFill>
        </p:spPr>
      </p:sp>
      <p:sp>
        <p:nvSpPr>
          <p:cNvPr id="12" name="Freeform 12"/>
          <p:cNvSpPr/>
          <p:nvPr/>
        </p:nvSpPr>
        <p:spPr>
          <a:xfrm>
            <a:off x="16258700" y="9977450"/>
            <a:ext cx="350026" cy="54000"/>
          </a:xfrm>
          <a:custGeom>
            <a:avLst/>
            <a:gdLst/>
            <a:ahLst/>
            <a:cxnLst/>
            <a:rect l="l" t="t" r="r" b="b"/>
            <a:pathLst>
              <a:path w="350026" h="54000">
                <a:moveTo>
                  <a:pt x="0" y="0"/>
                </a:moveTo>
                <a:lnTo>
                  <a:pt x="350026" y="0"/>
                </a:lnTo>
                <a:lnTo>
                  <a:pt x="350026" y="54000"/>
                </a:lnTo>
                <a:lnTo>
                  <a:pt x="0" y="54000"/>
                </a:lnTo>
                <a:lnTo>
                  <a:pt x="0" y="0"/>
                </a:lnTo>
                <a:close/>
              </a:path>
            </a:pathLst>
          </a:custGeom>
          <a:blipFill>
            <a:blip r:embed="rId7"/>
            <a:stretch>
              <a:fillRect/>
            </a:stretch>
          </a:blipFill>
        </p:spPr>
      </p:sp>
      <p:sp>
        <p:nvSpPr>
          <p:cNvPr id="13" name="Freeform 13"/>
          <p:cNvSpPr/>
          <p:nvPr/>
        </p:nvSpPr>
        <p:spPr>
          <a:xfrm>
            <a:off x="16995100" y="6858850"/>
            <a:ext cx="350026" cy="54000"/>
          </a:xfrm>
          <a:custGeom>
            <a:avLst/>
            <a:gdLst/>
            <a:ahLst/>
            <a:cxnLst/>
            <a:rect l="l" t="t" r="r" b="b"/>
            <a:pathLst>
              <a:path w="350026" h="54000">
                <a:moveTo>
                  <a:pt x="0" y="0"/>
                </a:moveTo>
                <a:lnTo>
                  <a:pt x="350026" y="0"/>
                </a:lnTo>
                <a:lnTo>
                  <a:pt x="350026" y="54000"/>
                </a:lnTo>
                <a:lnTo>
                  <a:pt x="0" y="54000"/>
                </a:lnTo>
                <a:lnTo>
                  <a:pt x="0" y="0"/>
                </a:lnTo>
                <a:close/>
              </a:path>
            </a:pathLst>
          </a:custGeom>
          <a:blipFill>
            <a:blip r:embed="rId7"/>
            <a:stretch>
              <a:fillRect/>
            </a:stretch>
          </a:blipFill>
        </p:spPr>
      </p:sp>
      <p:sp>
        <p:nvSpPr>
          <p:cNvPr id="14" name="AutoShape 14"/>
          <p:cNvSpPr/>
          <p:nvPr/>
        </p:nvSpPr>
        <p:spPr>
          <a:xfrm rot="5384913">
            <a:off x="14644004" y="2160900"/>
            <a:ext cx="4340892" cy="0"/>
          </a:xfrm>
          <a:prstGeom prst="line">
            <a:avLst/>
          </a:prstGeom>
          <a:ln w="9525" cap="rnd">
            <a:solidFill>
              <a:srgbClr val="3D3D3D"/>
            </a:solidFill>
            <a:prstDash val="solid"/>
            <a:headEnd type="none" w="sm" len="sm"/>
            <a:tailEnd type="none" w="sm" len="sm"/>
          </a:ln>
        </p:spPr>
      </p:sp>
      <p:sp>
        <p:nvSpPr>
          <p:cNvPr id="15" name="AutoShape 15"/>
          <p:cNvSpPr/>
          <p:nvPr/>
        </p:nvSpPr>
        <p:spPr>
          <a:xfrm rot="5384913">
            <a:off x="-734396" y="8132168"/>
            <a:ext cx="4340892" cy="0"/>
          </a:xfrm>
          <a:prstGeom prst="line">
            <a:avLst/>
          </a:prstGeom>
          <a:ln w="9525" cap="rnd">
            <a:solidFill>
              <a:srgbClr val="3D3D3D"/>
            </a:solidFill>
            <a:prstDash val="solid"/>
            <a:headEnd type="none" w="sm" len="sm"/>
            <a:tailEnd type="none" w="sm" len="sm"/>
          </a:ln>
        </p:spPr>
      </p:sp>
      <p:grpSp>
        <p:nvGrpSpPr>
          <p:cNvPr id="16" name="Group 16"/>
          <p:cNvGrpSpPr/>
          <p:nvPr/>
        </p:nvGrpSpPr>
        <p:grpSpPr>
          <a:xfrm>
            <a:off x="1334125" y="9166251"/>
            <a:ext cx="203850" cy="203850"/>
            <a:chOff x="0" y="0"/>
            <a:chExt cx="271800" cy="271800"/>
          </a:xfrm>
        </p:grpSpPr>
        <p:sp>
          <p:nvSpPr>
            <p:cNvPr id="17" name="Freeform 17"/>
            <p:cNvSpPr/>
            <p:nvPr/>
          </p:nvSpPr>
          <p:spPr>
            <a:xfrm>
              <a:off x="12700" y="12700"/>
              <a:ext cx="246380" cy="246380"/>
            </a:xfrm>
            <a:custGeom>
              <a:avLst/>
              <a:gdLst/>
              <a:ahLst/>
              <a:cxnLst/>
              <a:rect l="l" t="t" r="r" b="b"/>
              <a:pathLst>
                <a:path w="246380" h="246380">
                  <a:moveTo>
                    <a:pt x="0" y="123190"/>
                  </a:moveTo>
                  <a:cubicBezTo>
                    <a:pt x="0" y="55118"/>
                    <a:pt x="55118" y="0"/>
                    <a:pt x="123190" y="0"/>
                  </a:cubicBezTo>
                  <a:cubicBezTo>
                    <a:pt x="191262" y="0"/>
                    <a:pt x="246380" y="55118"/>
                    <a:pt x="246380" y="123190"/>
                  </a:cubicBezTo>
                  <a:cubicBezTo>
                    <a:pt x="246380" y="191262"/>
                    <a:pt x="191262" y="246380"/>
                    <a:pt x="123190" y="246380"/>
                  </a:cubicBezTo>
                  <a:cubicBezTo>
                    <a:pt x="55118" y="246380"/>
                    <a:pt x="0" y="191262"/>
                    <a:pt x="0" y="123190"/>
                  </a:cubicBezTo>
                  <a:close/>
                </a:path>
              </a:pathLst>
            </a:custGeom>
            <a:solidFill>
              <a:srgbClr val="3D3D3D"/>
            </a:solidFill>
          </p:spPr>
        </p:sp>
        <p:sp>
          <p:nvSpPr>
            <p:cNvPr id="18" name="Freeform 18"/>
            <p:cNvSpPr/>
            <p:nvPr/>
          </p:nvSpPr>
          <p:spPr>
            <a:xfrm>
              <a:off x="0" y="0"/>
              <a:ext cx="271780" cy="271780"/>
            </a:xfrm>
            <a:custGeom>
              <a:avLst/>
              <a:gdLst/>
              <a:ahLst/>
              <a:cxnLst/>
              <a:rect l="l" t="t" r="r" b="b"/>
              <a:pathLst>
                <a:path w="271780" h="271780">
                  <a:moveTo>
                    <a:pt x="0" y="135890"/>
                  </a:moveTo>
                  <a:cubicBezTo>
                    <a:pt x="0" y="60833"/>
                    <a:pt x="60833" y="0"/>
                    <a:pt x="135890" y="0"/>
                  </a:cubicBezTo>
                  <a:lnTo>
                    <a:pt x="135890" y="12700"/>
                  </a:lnTo>
                  <a:lnTo>
                    <a:pt x="135890" y="0"/>
                  </a:lnTo>
                  <a:cubicBezTo>
                    <a:pt x="210947" y="0"/>
                    <a:pt x="271780" y="60833"/>
                    <a:pt x="271780" y="135890"/>
                  </a:cubicBezTo>
                  <a:lnTo>
                    <a:pt x="259080" y="135890"/>
                  </a:lnTo>
                  <a:lnTo>
                    <a:pt x="271780" y="135890"/>
                  </a:lnTo>
                  <a:cubicBezTo>
                    <a:pt x="271780" y="210947"/>
                    <a:pt x="210947" y="271780"/>
                    <a:pt x="135890" y="271780"/>
                  </a:cubicBezTo>
                  <a:lnTo>
                    <a:pt x="135890" y="259080"/>
                  </a:lnTo>
                  <a:lnTo>
                    <a:pt x="135890" y="271780"/>
                  </a:lnTo>
                  <a:cubicBezTo>
                    <a:pt x="60833" y="271780"/>
                    <a:pt x="0" y="210947"/>
                    <a:pt x="0" y="135890"/>
                  </a:cubicBezTo>
                  <a:lnTo>
                    <a:pt x="12700" y="135890"/>
                  </a:lnTo>
                  <a:lnTo>
                    <a:pt x="25400" y="135890"/>
                  </a:lnTo>
                  <a:lnTo>
                    <a:pt x="12700" y="135890"/>
                  </a:lnTo>
                  <a:lnTo>
                    <a:pt x="0" y="135890"/>
                  </a:lnTo>
                  <a:moveTo>
                    <a:pt x="25400" y="135890"/>
                  </a:moveTo>
                  <a:cubicBezTo>
                    <a:pt x="25400" y="142875"/>
                    <a:pt x="19685" y="148590"/>
                    <a:pt x="12700" y="148590"/>
                  </a:cubicBezTo>
                  <a:cubicBezTo>
                    <a:pt x="5715" y="148590"/>
                    <a:pt x="0" y="142875"/>
                    <a:pt x="0" y="135890"/>
                  </a:cubicBezTo>
                  <a:cubicBezTo>
                    <a:pt x="0" y="128905"/>
                    <a:pt x="5715" y="123190"/>
                    <a:pt x="12700" y="123190"/>
                  </a:cubicBezTo>
                  <a:cubicBezTo>
                    <a:pt x="19685" y="123190"/>
                    <a:pt x="25400" y="128905"/>
                    <a:pt x="25400" y="135890"/>
                  </a:cubicBezTo>
                  <a:cubicBezTo>
                    <a:pt x="25400" y="196977"/>
                    <a:pt x="74930" y="246380"/>
                    <a:pt x="135890" y="246380"/>
                  </a:cubicBezTo>
                  <a:cubicBezTo>
                    <a:pt x="196850" y="246380"/>
                    <a:pt x="246380" y="196850"/>
                    <a:pt x="246380" y="135890"/>
                  </a:cubicBezTo>
                  <a:cubicBezTo>
                    <a:pt x="246380" y="74930"/>
                    <a:pt x="196977" y="25400"/>
                    <a:pt x="135890" y="25400"/>
                  </a:cubicBezTo>
                  <a:lnTo>
                    <a:pt x="135890" y="12700"/>
                  </a:lnTo>
                  <a:lnTo>
                    <a:pt x="135890" y="25400"/>
                  </a:lnTo>
                  <a:cubicBezTo>
                    <a:pt x="74930" y="25400"/>
                    <a:pt x="25400" y="74930"/>
                    <a:pt x="25400" y="135890"/>
                  </a:cubicBezTo>
                  <a:close/>
                </a:path>
              </a:pathLst>
            </a:custGeom>
            <a:solidFill>
              <a:srgbClr val="3D3D3D"/>
            </a:solidFill>
          </p:spPr>
        </p:sp>
      </p:grpSp>
      <p:grpSp>
        <p:nvGrpSpPr>
          <p:cNvPr id="19" name="Group 19"/>
          <p:cNvGrpSpPr/>
          <p:nvPr/>
        </p:nvGrpSpPr>
        <p:grpSpPr>
          <a:xfrm>
            <a:off x="1334125" y="7871151"/>
            <a:ext cx="203850" cy="203850"/>
            <a:chOff x="0" y="0"/>
            <a:chExt cx="271800" cy="271800"/>
          </a:xfrm>
        </p:grpSpPr>
        <p:sp>
          <p:nvSpPr>
            <p:cNvPr id="20" name="Freeform 20"/>
            <p:cNvSpPr/>
            <p:nvPr/>
          </p:nvSpPr>
          <p:spPr>
            <a:xfrm>
              <a:off x="12700" y="12700"/>
              <a:ext cx="246380" cy="246380"/>
            </a:xfrm>
            <a:custGeom>
              <a:avLst/>
              <a:gdLst/>
              <a:ahLst/>
              <a:cxnLst/>
              <a:rect l="l" t="t" r="r" b="b"/>
              <a:pathLst>
                <a:path w="246380" h="246380">
                  <a:moveTo>
                    <a:pt x="0" y="123190"/>
                  </a:moveTo>
                  <a:cubicBezTo>
                    <a:pt x="0" y="55118"/>
                    <a:pt x="55118" y="0"/>
                    <a:pt x="123190" y="0"/>
                  </a:cubicBezTo>
                  <a:cubicBezTo>
                    <a:pt x="191262" y="0"/>
                    <a:pt x="246380" y="55118"/>
                    <a:pt x="246380" y="123190"/>
                  </a:cubicBezTo>
                  <a:cubicBezTo>
                    <a:pt x="246380" y="191262"/>
                    <a:pt x="191262" y="246380"/>
                    <a:pt x="123190" y="246380"/>
                  </a:cubicBezTo>
                  <a:cubicBezTo>
                    <a:pt x="55118" y="246380"/>
                    <a:pt x="0" y="191262"/>
                    <a:pt x="0" y="123190"/>
                  </a:cubicBezTo>
                  <a:close/>
                </a:path>
              </a:pathLst>
            </a:custGeom>
            <a:solidFill>
              <a:srgbClr val="3D3D3D"/>
            </a:solidFill>
          </p:spPr>
        </p:sp>
        <p:sp>
          <p:nvSpPr>
            <p:cNvPr id="21" name="Freeform 21"/>
            <p:cNvSpPr/>
            <p:nvPr/>
          </p:nvSpPr>
          <p:spPr>
            <a:xfrm>
              <a:off x="0" y="0"/>
              <a:ext cx="271780" cy="271780"/>
            </a:xfrm>
            <a:custGeom>
              <a:avLst/>
              <a:gdLst/>
              <a:ahLst/>
              <a:cxnLst/>
              <a:rect l="l" t="t" r="r" b="b"/>
              <a:pathLst>
                <a:path w="271780" h="271780">
                  <a:moveTo>
                    <a:pt x="0" y="135890"/>
                  </a:moveTo>
                  <a:cubicBezTo>
                    <a:pt x="0" y="60833"/>
                    <a:pt x="60833" y="0"/>
                    <a:pt x="135890" y="0"/>
                  </a:cubicBezTo>
                  <a:lnTo>
                    <a:pt x="135890" y="12700"/>
                  </a:lnTo>
                  <a:lnTo>
                    <a:pt x="135890" y="0"/>
                  </a:lnTo>
                  <a:cubicBezTo>
                    <a:pt x="210947" y="0"/>
                    <a:pt x="271780" y="60833"/>
                    <a:pt x="271780" y="135890"/>
                  </a:cubicBezTo>
                  <a:lnTo>
                    <a:pt x="259080" y="135890"/>
                  </a:lnTo>
                  <a:lnTo>
                    <a:pt x="271780" y="135890"/>
                  </a:lnTo>
                  <a:cubicBezTo>
                    <a:pt x="271780" y="210947"/>
                    <a:pt x="210947" y="271780"/>
                    <a:pt x="135890" y="271780"/>
                  </a:cubicBezTo>
                  <a:lnTo>
                    <a:pt x="135890" y="259080"/>
                  </a:lnTo>
                  <a:lnTo>
                    <a:pt x="135890" y="271780"/>
                  </a:lnTo>
                  <a:cubicBezTo>
                    <a:pt x="60833" y="271780"/>
                    <a:pt x="0" y="210947"/>
                    <a:pt x="0" y="135890"/>
                  </a:cubicBezTo>
                  <a:lnTo>
                    <a:pt x="12700" y="135890"/>
                  </a:lnTo>
                  <a:lnTo>
                    <a:pt x="25400" y="135890"/>
                  </a:lnTo>
                  <a:lnTo>
                    <a:pt x="12700" y="135890"/>
                  </a:lnTo>
                  <a:lnTo>
                    <a:pt x="0" y="135890"/>
                  </a:lnTo>
                  <a:moveTo>
                    <a:pt x="25400" y="135890"/>
                  </a:moveTo>
                  <a:cubicBezTo>
                    <a:pt x="25400" y="142875"/>
                    <a:pt x="19685" y="148590"/>
                    <a:pt x="12700" y="148590"/>
                  </a:cubicBezTo>
                  <a:cubicBezTo>
                    <a:pt x="5715" y="148590"/>
                    <a:pt x="0" y="142875"/>
                    <a:pt x="0" y="135890"/>
                  </a:cubicBezTo>
                  <a:cubicBezTo>
                    <a:pt x="0" y="128905"/>
                    <a:pt x="5715" y="123190"/>
                    <a:pt x="12700" y="123190"/>
                  </a:cubicBezTo>
                  <a:cubicBezTo>
                    <a:pt x="19685" y="123190"/>
                    <a:pt x="25400" y="128905"/>
                    <a:pt x="25400" y="135890"/>
                  </a:cubicBezTo>
                  <a:cubicBezTo>
                    <a:pt x="25400" y="196977"/>
                    <a:pt x="74930" y="246380"/>
                    <a:pt x="135890" y="246380"/>
                  </a:cubicBezTo>
                  <a:cubicBezTo>
                    <a:pt x="196850" y="246380"/>
                    <a:pt x="246380" y="196850"/>
                    <a:pt x="246380" y="135890"/>
                  </a:cubicBezTo>
                  <a:cubicBezTo>
                    <a:pt x="246380" y="74930"/>
                    <a:pt x="196977" y="25400"/>
                    <a:pt x="135890" y="25400"/>
                  </a:cubicBezTo>
                  <a:lnTo>
                    <a:pt x="135890" y="12700"/>
                  </a:lnTo>
                  <a:lnTo>
                    <a:pt x="135890" y="25400"/>
                  </a:lnTo>
                  <a:cubicBezTo>
                    <a:pt x="74930" y="25400"/>
                    <a:pt x="25400" y="74930"/>
                    <a:pt x="25400" y="135890"/>
                  </a:cubicBezTo>
                  <a:close/>
                </a:path>
              </a:pathLst>
            </a:custGeom>
            <a:solidFill>
              <a:srgbClr val="3D3D3D"/>
            </a:solidFill>
          </p:spPr>
        </p:sp>
      </p:grpSp>
      <p:grpSp>
        <p:nvGrpSpPr>
          <p:cNvPr id="22" name="Group 22"/>
          <p:cNvGrpSpPr/>
          <p:nvPr/>
        </p:nvGrpSpPr>
        <p:grpSpPr>
          <a:xfrm>
            <a:off x="16712525" y="2897475"/>
            <a:ext cx="203850" cy="203850"/>
            <a:chOff x="0" y="0"/>
            <a:chExt cx="271800" cy="271800"/>
          </a:xfrm>
        </p:grpSpPr>
        <p:sp>
          <p:nvSpPr>
            <p:cNvPr id="23" name="Freeform 23"/>
            <p:cNvSpPr/>
            <p:nvPr/>
          </p:nvSpPr>
          <p:spPr>
            <a:xfrm>
              <a:off x="12700" y="12700"/>
              <a:ext cx="246380" cy="246380"/>
            </a:xfrm>
            <a:custGeom>
              <a:avLst/>
              <a:gdLst/>
              <a:ahLst/>
              <a:cxnLst/>
              <a:rect l="l" t="t" r="r" b="b"/>
              <a:pathLst>
                <a:path w="246380" h="246380">
                  <a:moveTo>
                    <a:pt x="0" y="123190"/>
                  </a:moveTo>
                  <a:cubicBezTo>
                    <a:pt x="0" y="55118"/>
                    <a:pt x="55118" y="0"/>
                    <a:pt x="123190" y="0"/>
                  </a:cubicBezTo>
                  <a:cubicBezTo>
                    <a:pt x="191262" y="0"/>
                    <a:pt x="246380" y="55118"/>
                    <a:pt x="246380" y="123190"/>
                  </a:cubicBezTo>
                  <a:cubicBezTo>
                    <a:pt x="246380" y="191262"/>
                    <a:pt x="191262" y="246380"/>
                    <a:pt x="123190" y="246380"/>
                  </a:cubicBezTo>
                  <a:cubicBezTo>
                    <a:pt x="55118" y="246380"/>
                    <a:pt x="0" y="191262"/>
                    <a:pt x="0" y="123190"/>
                  </a:cubicBezTo>
                  <a:close/>
                </a:path>
              </a:pathLst>
            </a:custGeom>
            <a:solidFill>
              <a:srgbClr val="3D3D3D"/>
            </a:solidFill>
          </p:spPr>
        </p:sp>
        <p:sp>
          <p:nvSpPr>
            <p:cNvPr id="24" name="Freeform 24"/>
            <p:cNvSpPr/>
            <p:nvPr/>
          </p:nvSpPr>
          <p:spPr>
            <a:xfrm>
              <a:off x="0" y="0"/>
              <a:ext cx="271780" cy="271780"/>
            </a:xfrm>
            <a:custGeom>
              <a:avLst/>
              <a:gdLst/>
              <a:ahLst/>
              <a:cxnLst/>
              <a:rect l="l" t="t" r="r" b="b"/>
              <a:pathLst>
                <a:path w="271780" h="271780">
                  <a:moveTo>
                    <a:pt x="0" y="135890"/>
                  </a:moveTo>
                  <a:cubicBezTo>
                    <a:pt x="0" y="60833"/>
                    <a:pt x="60833" y="0"/>
                    <a:pt x="135890" y="0"/>
                  </a:cubicBezTo>
                  <a:lnTo>
                    <a:pt x="135890" y="12700"/>
                  </a:lnTo>
                  <a:lnTo>
                    <a:pt x="135890" y="0"/>
                  </a:lnTo>
                  <a:cubicBezTo>
                    <a:pt x="210947" y="0"/>
                    <a:pt x="271780" y="60833"/>
                    <a:pt x="271780" y="135890"/>
                  </a:cubicBezTo>
                  <a:lnTo>
                    <a:pt x="259080" y="135890"/>
                  </a:lnTo>
                  <a:lnTo>
                    <a:pt x="271780" y="135890"/>
                  </a:lnTo>
                  <a:cubicBezTo>
                    <a:pt x="271780" y="210947"/>
                    <a:pt x="210947" y="271780"/>
                    <a:pt x="135890" y="271780"/>
                  </a:cubicBezTo>
                  <a:lnTo>
                    <a:pt x="135890" y="259080"/>
                  </a:lnTo>
                  <a:lnTo>
                    <a:pt x="135890" y="271780"/>
                  </a:lnTo>
                  <a:cubicBezTo>
                    <a:pt x="60833" y="271780"/>
                    <a:pt x="0" y="210947"/>
                    <a:pt x="0" y="135890"/>
                  </a:cubicBezTo>
                  <a:lnTo>
                    <a:pt x="12700" y="135890"/>
                  </a:lnTo>
                  <a:lnTo>
                    <a:pt x="25400" y="135890"/>
                  </a:lnTo>
                  <a:lnTo>
                    <a:pt x="12700" y="135890"/>
                  </a:lnTo>
                  <a:lnTo>
                    <a:pt x="0" y="135890"/>
                  </a:lnTo>
                  <a:moveTo>
                    <a:pt x="25400" y="135890"/>
                  </a:moveTo>
                  <a:cubicBezTo>
                    <a:pt x="25400" y="142875"/>
                    <a:pt x="19685" y="148590"/>
                    <a:pt x="12700" y="148590"/>
                  </a:cubicBezTo>
                  <a:cubicBezTo>
                    <a:pt x="5715" y="148590"/>
                    <a:pt x="0" y="142875"/>
                    <a:pt x="0" y="135890"/>
                  </a:cubicBezTo>
                  <a:cubicBezTo>
                    <a:pt x="0" y="128905"/>
                    <a:pt x="5715" y="123190"/>
                    <a:pt x="12700" y="123190"/>
                  </a:cubicBezTo>
                  <a:cubicBezTo>
                    <a:pt x="19685" y="123190"/>
                    <a:pt x="25400" y="128905"/>
                    <a:pt x="25400" y="135890"/>
                  </a:cubicBezTo>
                  <a:cubicBezTo>
                    <a:pt x="25400" y="196977"/>
                    <a:pt x="74930" y="246380"/>
                    <a:pt x="135890" y="246380"/>
                  </a:cubicBezTo>
                  <a:cubicBezTo>
                    <a:pt x="196850" y="246380"/>
                    <a:pt x="246380" y="196850"/>
                    <a:pt x="246380" y="135890"/>
                  </a:cubicBezTo>
                  <a:cubicBezTo>
                    <a:pt x="246380" y="74930"/>
                    <a:pt x="196977" y="25400"/>
                    <a:pt x="135890" y="25400"/>
                  </a:cubicBezTo>
                  <a:lnTo>
                    <a:pt x="135890" y="12700"/>
                  </a:lnTo>
                  <a:lnTo>
                    <a:pt x="135890" y="25400"/>
                  </a:lnTo>
                  <a:cubicBezTo>
                    <a:pt x="74930" y="25400"/>
                    <a:pt x="25400" y="74930"/>
                    <a:pt x="25400" y="135890"/>
                  </a:cubicBezTo>
                  <a:close/>
                </a:path>
              </a:pathLst>
            </a:custGeom>
            <a:solidFill>
              <a:srgbClr val="3D3D3D"/>
            </a:solidFill>
          </p:spPr>
        </p:sp>
      </p:grpSp>
      <p:grpSp>
        <p:nvGrpSpPr>
          <p:cNvPr id="25" name="Group 25"/>
          <p:cNvGrpSpPr/>
          <p:nvPr/>
        </p:nvGrpSpPr>
        <p:grpSpPr>
          <a:xfrm>
            <a:off x="16712525" y="460225"/>
            <a:ext cx="203850" cy="203850"/>
            <a:chOff x="0" y="0"/>
            <a:chExt cx="271800" cy="271800"/>
          </a:xfrm>
        </p:grpSpPr>
        <p:sp>
          <p:nvSpPr>
            <p:cNvPr id="26" name="Freeform 26"/>
            <p:cNvSpPr/>
            <p:nvPr/>
          </p:nvSpPr>
          <p:spPr>
            <a:xfrm>
              <a:off x="12700" y="12700"/>
              <a:ext cx="246380" cy="246380"/>
            </a:xfrm>
            <a:custGeom>
              <a:avLst/>
              <a:gdLst/>
              <a:ahLst/>
              <a:cxnLst/>
              <a:rect l="l" t="t" r="r" b="b"/>
              <a:pathLst>
                <a:path w="246380" h="246380">
                  <a:moveTo>
                    <a:pt x="0" y="123190"/>
                  </a:moveTo>
                  <a:cubicBezTo>
                    <a:pt x="0" y="55118"/>
                    <a:pt x="55118" y="0"/>
                    <a:pt x="123190" y="0"/>
                  </a:cubicBezTo>
                  <a:cubicBezTo>
                    <a:pt x="191262" y="0"/>
                    <a:pt x="246380" y="55118"/>
                    <a:pt x="246380" y="123190"/>
                  </a:cubicBezTo>
                  <a:cubicBezTo>
                    <a:pt x="246380" y="191262"/>
                    <a:pt x="191262" y="246380"/>
                    <a:pt x="123190" y="246380"/>
                  </a:cubicBezTo>
                  <a:cubicBezTo>
                    <a:pt x="55118" y="246380"/>
                    <a:pt x="0" y="191262"/>
                    <a:pt x="0" y="123190"/>
                  </a:cubicBezTo>
                  <a:close/>
                </a:path>
              </a:pathLst>
            </a:custGeom>
            <a:solidFill>
              <a:srgbClr val="3D3D3D"/>
            </a:solidFill>
          </p:spPr>
        </p:sp>
        <p:sp>
          <p:nvSpPr>
            <p:cNvPr id="27" name="Freeform 27"/>
            <p:cNvSpPr/>
            <p:nvPr/>
          </p:nvSpPr>
          <p:spPr>
            <a:xfrm>
              <a:off x="0" y="0"/>
              <a:ext cx="271780" cy="271780"/>
            </a:xfrm>
            <a:custGeom>
              <a:avLst/>
              <a:gdLst/>
              <a:ahLst/>
              <a:cxnLst/>
              <a:rect l="l" t="t" r="r" b="b"/>
              <a:pathLst>
                <a:path w="271780" h="271780">
                  <a:moveTo>
                    <a:pt x="0" y="135890"/>
                  </a:moveTo>
                  <a:cubicBezTo>
                    <a:pt x="0" y="60833"/>
                    <a:pt x="60833" y="0"/>
                    <a:pt x="135890" y="0"/>
                  </a:cubicBezTo>
                  <a:lnTo>
                    <a:pt x="135890" y="12700"/>
                  </a:lnTo>
                  <a:lnTo>
                    <a:pt x="135890" y="0"/>
                  </a:lnTo>
                  <a:cubicBezTo>
                    <a:pt x="210947" y="0"/>
                    <a:pt x="271780" y="60833"/>
                    <a:pt x="271780" y="135890"/>
                  </a:cubicBezTo>
                  <a:lnTo>
                    <a:pt x="259080" y="135890"/>
                  </a:lnTo>
                  <a:lnTo>
                    <a:pt x="271780" y="135890"/>
                  </a:lnTo>
                  <a:cubicBezTo>
                    <a:pt x="271780" y="210947"/>
                    <a:pt x="210947" y="271780"/>
                    <a:pt x="135890" y="271780"/>
                  </a:cubicBezTo>
                  <a:lnTo>
                    <a:pt x="135890" y="259080"/>
                  </a:lnTo>
                  <a:lnTo>
                    <a:pt x="135890" y="271780"/>
                  </a:lnTo>
                  <a:cubicBezTo>
                    <a:pt x="60833" y="271780"/>
                    <a:pt x="0" y="210947"/>
                    <a:pt x="0" y="135890"/>
                  </a:cubicBezTo>
                  <a:lnTo>
                    <a:pt x="12700" y="135890"/>
                  </a:lnTo>
                  <a:lnTo>
                    <a:pt x="25400" y="135890"/>
                  </a:lnTo>
                  <a:lnTo>
                    <a:pt x="12700" y="135890"/>
                  </a:lnTo>
                  <a:lnTo>
                    <a:pt x="0" y="135890"/>
                  </a:lnTo>
                  <a:moveTo>
                    <a:pt x="25400" y="135890"/>
                  </a:moveTo>
                  <a:cubicBezTo>
                    <a:pt x="25400" y="142875"/>
                    <a:pt x="19685" y="148590"/>
                    <a:pt x="12700" y="148590"/>
                  </a:cubicBezTo>
                  <a:cubicBezTo>
                    <a:pt x="5715" y="148590"/>
                    <a:pt x="0" y="142875"/>
                    <a:pt x="0" y="135890"/>
                  </a:cubicBezTo>
                  <a:cubicBezTo>
                    <a:pt x="0" y="128905"/>
                    <a:pt x="5715" y="123190"/>
                    <a:pt x="12700" y="123190"/>
                  </a:cubicBezTo>
                  <a:cubicBezTo>
                    <a:pt x="19685" y="123190"/>
                    <a:pt x="25400" y="128905"/>
                    <a:pt x="25400" y="135890"/>
                  </a:cubicBezTo>
                  <a:cubicBezTo>
                    <a:pt x="25400" y="196977"/>
                    <a:pt x="74930" y="246380"/>
                    <a:pt x="135890" y="246380"/>
                  </a:cubicBezTo>
                  <a:cubicBezTo>
                    <a:pt x="196850" y="246380"/>
                    <a:pt x="246380" y="196850"/>
                    <a:pt x="246380" y="135890"/>
                  </a:cubicBezTo>
                  <a:cubicBezTo>
                    <a:pt x="246380" y="74930"/>
                    <a:pt x="196977" y="25400"/>
                    <a:pt x="135890" y="25400"/>
                  </a:cubicBezTo>
                  <a:lnTo>
                    <a:pt x="135890" y="12700"/>
                  </a:lnTo>
                  <a:lnTo>
                    <a:pt x="135890" y="25400"/>
                  </a:lnTo>
                  <a:cubicBezTo>
                    <a:pt x="74930" y="25400"/>
                    <a:pt x="25400" y="74930"/>
                    <a:pt x="25400" y="135890"/>
                  </a:cubicBezTo>
                  <a:close/>
                </a:path>
              </a:pathLst>
            </a:custGeom>
            <a:solidFill>
              <a:srgbClr val="3D3D3D"/>
            </a:solidFill>
          </p:spPr>
        </p:sp>
      </p:grpSp>
      <p:sp>
        <p:nvSpPr>
          <p:cNvPr id="46" name="TextBox 46"/>
          <p:cNvSpPr txBox="1"/>
          <p:nvPr/>
        </p:nvSpPr>
        <p:spPr>
          <a:xfrm>
            <a:off x="4486971" y="651631"/>
            <a:ext cx="9314057" cy="906145"/>
          </a:xfrm>
          <a:prstGeom prst="rect">
            <a:avLst/>
          </a:prstGeom>
        </p:spPr>
        <p:txBody>
          <a:bodyPr lIns="0" tIns="0" rIns="0" bIns="0" rtlCol="0" anchor="t">
            <a:spAutoFit/>
          </a:bodyPr>
          <a:lstStyle/>
          <a:p>
            <a:pPr algn="ctr">
              <a:lnSpc>
                <a:spcPts val="7280"/>
              </a:lnSpc>
            </a:pPr>
            <a:r>
              <a:rPr lang="en-US" sz="5200">
                <a:solidFill>
                  <a:srgbClr val="000000"/>
                </a:solidFill>
                <a:latin typeface="Arimo Bold" panose="020B0704020202020204"/>
              </a:rPr>
              <a:t>2.1. Phân tích hệ thống</a:t>
            </a:r>
            <a:endParaRPr lang="en-US" sz="5200">
              <a:solidFill>
                <a:srgbClr val="000000"/>
              </a:solidFill>
              <a:latin typeface="Arimo Bold" panose="020B0704020202020204"/>
            </a:endParaRPr>
          </a:p>
        </p:txBody>
      </p:sp>
      <p:sp>
        <p:nvSpPr>
          <p:cNvPr id="48" name="TextBox 17"/>
          <p:cNvSpPr txBox="1"/>
          <p:nvPr/>
        </p:nvSpPr>
        <p:spPr>
          <a:xfrm>
            <a:off x="5791200" y="7486650"/>
            <a:ext cx="7298690" cy="610235"/>
          </a:xfrm>
          <a:prstGeom prst="rect">
            <a:avLst/>
          </a:prstGeom>
        </p:spPr>
        <p:txBody>
          <a:bodyPr wrap="square" lIns="0" tIns="0" rIns="0" bIns="0" rtlCol="0" anchor="t">
            <a:spAutoFit/>
          </a:bodyPr>
          <a:p>
            <a:pPr algn="ctr">
              <a:lnSpc>
                <a:spcPts val="4760"/>
              </a:lnSpc>
            </a:pPr>
            <a:r>
              <a:rPr lang="en-US" sz="2800">
                <a:solidFill>
                  <a:srgbClr val="000000"/>
                </a:solidFill>
                <a:latin typeface="Faustina" panose="00000500000000000000"/>
              </a:rPr>
              <a:t>Hình 2.2. Sơ đồ mức ngữ cảnh</a:t>
            </a:r>
            <a:endParaRPr lang="en-US" sz="2800">
              <a:solidFill>
                <a:srgbClr val="000000"/>
              </a:solidFill>
              <a:latin typeface="Faustina" panose="00000500000000000000"/>
            </a:endParaRPr>
          </a:p>
        </p:txBody>
      </p:sp>
      <p:pic>
        <p:nvPicPr>
          <p:cNvPr id="28" name="Picture 4"/>
          <p:cNvPicPr>
            <a:picLocks noChangeAspect="1"/>
          </p:cNvPicPr>
          <p:nvPr/>
        </p:nvPicPr>
        <p:blipFill>
          <a:blip r:embed="rId8"/>
          <a:stretch>
            <a:fillRect/>
          </a:stretch>
        </p:blipFill>
        <p:spPr>
          <a:xfrm>
            <a:off x="1828800" y="2247900"/>
            <a:ext cx="14741525" cy="4798695"/>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rot="5386959">
            <a:off x="14329607" y="7830000"/>
            <a:ext cx="5021886" cy="0"/>
          </a:xfrm>
          <a:prstGeom prst="line">
            <a:avLst/>
          </a:prstGeom>
          <a:ln w="9525" cap="rnd">
            <a:solidFill>
              <a:srgbClr val="3D3D3D"/>
            </a:solidFill>
            <a:prstDash val="solid"/>
            <a:headEnd type="none" w="sm" len="sm"/>
            <a:tailEnd type="none" w="sm" len="sm"/>
          </a:ln>
        </p:spPr>
      </p:sp>
      <p:sp>
        <p:nvSpPr>
          <p:cNvPr id="3" name="Freeform 3"/>
          <p:cNvSpPr/>
          <p:nvPr/>
        </p:nvSpPr>
        <p:spPr>
          <a:xfrm>
            <a:off x="16258700" y="8584350"/>
            <a:ext cx="1163600" cy="1164700"/>
          </a:xfrm>
          <a:custGeom>
            <a:avLst/>
            <a:gdLst/>
            <a:ahLst/>
            <a:cxnLst/>
            <a:rect l="l" t="t" r="r" b="b"/>
            <a:pathLst>
              <a:path w="1163600" h="1164700">
                <a:moveTo>
                  <a:pt x="0" y="0"/>
                </a:moveTo>
                <a:lnTo>
                  <a:pt x="1163600" y="0"/>
                </a:lnTo>
                <a:lnTo>
                  <a:pt x="1163600" y="1164700"/>
                </a:lnTo>
                <a:lnTo>
                  <a:pt x="0" y="1164700"/>
                </a:lnTo>
                <a:lnTo>
                  <a:pt x="0" y="0"/>
                </a:lnTo>
                <a:close/>
              </a:path>
            </a:pathLst>
          </a:custGeom>
          <a:blipFill>
            <a:blip r:embed="rId1"/>
            <a:stretch>
              <a:fillRect/>
            </a:stretch>
          </a:blipFill>
        </p:spPr>
      </p:sp>
      <p:sp>
        <p:nvSpPr>
          <p:cNvPr id="4" name="Freeform 4"/>
          <p:cNvSpPr/>
          <p:nvPr/>
        </p:nvSpPr>
        <p:spPr>
          <a:xfrm>
            <a:off x="16548476" y="7441200"/>
            <a:ext cx="584050" cy="585150"/>
          </a:xfrm>
          <a:custGeom>
            <a:avLst/>
            <a:gdLst/>
            <a:ahLst/>
            <a:cxnLst/>
            <a:rect l="l" t="t" r="r" b="b"/>
            <a:pathLst>
              <a:path w="584050" h="585150">
                <a:moveTo>
                  <a:pt x="0" y="0"/>
                </a:moveTo>
                <a:lnTo>
                  <a:pt x="584050" y="0"/>
                </a:lnTo>
                <a:lnTo>
                  <a:pt x="584050" y="585150"/>
                </a:lnTo>
                <a:lnTo>
                  <a:pt x="0" y="585150"/>
                </a:lnTo>
                <a:lnTo>
                  <a:pt x="0" y="0"/>
                </a:lnTo>
                <a:close/>
              </a:path>
            </a:pathLst>
          </a:custGeom>
          <a:blipFill>
            <a:blip r:embed="rId2"/>
            <a:stretch>
              <a:fillRect/>
            </a:stretch>
          </a:blipFill>
        </p:spPr>
      </p:sp>
      <p:sp>
        <p:nvSpPr>
          <p:cNvPr id="5" name="Freeform 5"/>
          <p:cNvSpPr/>
          <p:nvPr/>
        </p:nvSpPr>
        <p:spPr>
          <a:xfrm>
            <a:off x="16665526" y="6424950"/>
            <a:ext cx="350000" cy="350000"/>
          </a:xfrm>
          <a:custGeom>
            <a:avLst/>
            <a:gdLst/>
            <a:ahLst/>
            <a:cxnLst/>
            <a:rect l="l" t="t" r="r" b="b"/>
            <a:pathLst>
              <a:path w="350000" h="350000">
                <a:moveTo>
                  <a:pt x="0" y="0"/>
                </a:moveTo>
                <a:lnTo>
                  <a:pt x="350000" y="0"/>
                </a:lnTo>
                <a:lnTo>
                  <a:pt x="350000" y="350000"/>
                </a:lnTo>
                <a:lnTo>
                  <a:pt x="0" y="350000"/>
                </a:lnTo>
                <a:lnTo>
                  <a:pt x="0" y="0"/>
                </a:lnTo>
                <a:close/>
              </a:path>
            </a:pathLst>
          </a:custGeom>
          <a:blipFill>
            <a:blip r:embed="rId3"/>
            <a:stretch>
              <a:fillRect/>
            </a:stretch>
          </a:blipFill>
        </p:spPr>
      </p:sp>
      <p:sp>
        <p:nvSpPr>
          <p:cNvPr id="6" name="AutoShape 6"/>
          <p:cNvSpPr/>
          <p:nvPr/>
        </p:nvSpPr>
        <p:spPr>
          <a:xfrm rot="5386959">
            <a:off x="-1063493" y="2502626"/>
            <a:ext cx="5021886" cy="0"/>
          </a:xfrm>
          <a:prstGeom prst="line">
            <a:avLst/>
          </a:prstGeom>
          <a:ln w="9525" cap="rnd">
            <a:solidFill>
              <a:srgbClr val="3D3D3D"/>
            </a:solidFill>
            <a:prstDash val="solid"/>
            <a:headEnd type="none" w="sm" len="sm"/>
            <a:tailEnd type="none" w="sm" len="sm"/>
          </a:ln>
        </p:spPr>
      </p:sp>
      <p:sp>
        <p:nvSpPr>
          <p:cNvPr id="7" name="Freeform 7"/>
          <p:cNvSpPr/>
          <p:nvPr/>
        </p:nvSpPr>
        <p:spPr>
          <a:xfrm>
            <a:off x="865700" y="583576"/>
            <a:ext cx="1163600" cy="1164700"/>
          </a:xfrm>
          <a:custGeom>
            <a:avLst/>
            <a:gdLst/>
            <a:ahLst/>
            <a:cxnLst/>
            <a:rect l="l" t="t" r="r" b="b"/>
            <a:pathLst>
              <a:path w="1163600" h="1164700">
                <a:moveTo>
                  <a:pt x="0" y="0"/>
                </a:moveTo>
                <a:lnTo>
                  <a:pt x="1163600" y="0"/>
                </a:lnTo>
                <a:lnTo>
                  <a:pt x="1163600" y="1164700"/>
                </a:lnTo>
                <a:lnTo>
                  <a:pt x="0" y="1164700"/>
                </a:lnTo>
                <a:lnTo>
                  <a:pt x="0" y="0"/>
                </a:lnTo>
                <a:close/>
              </a:path>
            </a:pathLst>
          </a:custGeom>
          <a:blipFill>
            <a:blip r:embed="rId4"/>
            <a:stretch>
              <a:fillRect/>
            </a:stretch>
          </a:blipFill>
        </p:spPr>
      </p:sp>
      <p:sp>
        <p:nvSpPr>
          <p:cNvPr id="8" name="Freeform 8"/>
          <p:cNvSpPr/>
          <p:nvPr/>
        </p:nvSpPr>
        <p:spPr>
          <a:xfrm>
            <a:off x="1155476" y="2306276"/>
            <a:ext cx="584050" cy="585150"/>
          </a:xfrm>
          <a:custGeom>
            <a:avLst/>
            <a:gdLst/>
            <a:ahLst/>
            <a:cxnLst/>
            <a:rect l="l" t="t" r="r" b="b"/>
            <a:pathLst>
              <a:path w="584050" h="585150">
                <a:moveTo>
                  <a:pt x="0" y="0"/>
                </a:moveTo>
                <a:lnTo>
                  <a:pt x="584050" y="0"/>
                </a:lnTo>
                <a:lnTo>
                  <a:pt x="584050" y="585150"/>
                </a:lnTo>
                <a:lnTo>
                  <a:pt x="0" y="585150"/>
                </a:lnTo>
                <a:lnTo>
                  <a:pt x="0" y="0"/>
                </a:lnTo>
                <a:close/>
              </a:path>
            </a:pathLst>
          </a:custGeom>
          <a:blipFill>
            <a:blip r:embed="rId5"/>
            <a:stretch>
              <a:fillRect/>
            </a:stretch>
          </a:blipFill>
        </p:spPr>
      </p:sp>
      <p:sp>
        <p:nvSpPr>
          <p:cNvPr id="9" name="Freeform 9"/>
          <p:cNvSpPr/>
          <p:nvPr/>
        </p:nvSpPr>
        <p:spPr>
          <a:xfrm>
            <a:off x="1272476" y="3557676"/>
            <a:ext cx="350000" cy="350000"/>
          </a:xfrm>
          <a:custGeom>
            <a:avLst/>
            <a:gdLst/>
            <a:ahLst/>
            <a:cxnLst/>
            <a:rect l="l" t="t" r="r" b="b"/>
            <a:pathLst>
              <a:path w="350000" h="350000">
                <a:moveTo>
                  <a:pt x="0" y="0"/>
                </a:moveTo>
                <a:lnTo>
                  <a:pt x="350000" y="0"/>
                </a:lnTo>
                <a:lnTo>
                  <a:pt x="350000" y="350000"/>
                </a:lnTo>
                <a:lnTo>
                  <a:pt x="0" y="350000"/>
                </a:lnTo>
                <a:lnTo>
                  <a:pt x="0" y="0"/>
                </a:lnTo>
                <a:close/>
              </a:path>
            </a:pathLst>
          </a:custGeom>
          <a:blipFill>
            <a:blip r:embed="rId6"/>
            <a:stretch>
              <a:fillRect/>
            </a:stretch>
          </a:blipFill>
        </p:spPr>
      </p:sp>
      <p:sp>
        <p:nvSpPr>
          <p:cNvPr id="10" name="Freeform 10"/>
          <p:cNvSpPr/>
          <p:nvPr/>
        </p:nvSpPr>
        <p:spPr>
          <a:xfrm>
            <a:off x="865700" y="4006326"/>
            <a:ext cx="350026" cy="54000"/>
          </a:xfrm>
          <a:custGeom>
            <a:avLst/>
            <a:gdLst/>
            <a:ahLst/>
            <a:cxnLst/>
            <a:rect l="l" t="t" r="r" b="b"/>
            <a:pathLst>
              <a:path w="350026" h="54000">
                <a:moveTo>
                  <a:pt x="0" y="0"/>
                </a:moveTo>
                <a:lnTo>
                  <a:pt x="350026" y="0"/>
                </a:lnTo>
                <a:lnTo>
                  <a:pt x="350026" y="54000"/>
                </a:lnTo>
                <a:lnTo>
                  <a:pt x="0" y="54000"/>
                </a:lnTo>
                <a:lnTo>
                  <a:pt x="0" y="0"/>
                </a:lnTo>
                <a:close/>
              </a:path>
            </a:pathLst>
          </a:custGeom>
          <a:blipFill>
            <a:blip r:embed="rId7"/>
            <a:stretch>
              <a:fillRect/>
            </a:stretch>
          </a:blipFill>
        </p:spPr>
      </p:sp>
      <p:sp>
        <p:nvSpPr>
          <p:cNvPr id="11" name="Freeform 11"/>
          <p:cNvSpPr/>
          <p:nvPr/>
        </p:nvSpPr>
        <p:spPr>
          <a:xfrm>
            <a:off x="1576200" y="416976"/>
            <a:ext cx="350026" cy="54000"/>
          </a:xfrm>
          <a:custGeom>
            <a:avLst/>
            <a:gdLst/>
            <a:ahLst/>
            <a:cxnLst/>
            <a:rect l="l" t="t" r="r" b="b"/>
            <a:pathLst>
              <a:path w="350026" h="54000">
                <a:moveTo>
                  <a:pt x="0" y="0"/>
                </a:moveTo>
                <a:lnTo>
                  <a:pt x="350026" y="0"/>
                </a:lnTo>
                <a:lnTo>
                  <a:pt x="350026" y="54000"/>
                </a:lnTo>
                <a:lnTo>
                  <a:pt x="0" y="54000"/>
                </a:lnTo>
                <a:lnTo>
                  <a:pt x="0" y="0"/>
                </a:lnTo>
                <a:close/>
              </a:path>
            </a:pathLst>
          </a:custGeom>
          <a:blipFill>
            <a:blip r:embed="rId7"/>
            <a:stretch>
              <a:fillRect/>
            </a:stretch>
          </a:blipFill>
        </p:spPr>
      </p:sp>
      <p:sp>
        <p:nvSpPr>
          <p:cNvPr id="12" name="Freeform 12"/>
          <p:cNvSpPr/>
          <p:nvPr/>
        </p:nvSpPr>
        <p:spPr>
          <a:xfrm>
            <a:off x="16258700" y="9977450"/>
            <a:ext cx="350026" cy="54000"/>
          </a:xfrm>
          <a:custGeom>
            <a:avLst/>
            <a:gdLst/>
            <a:ahLst/>
            <a:cxnLst/>
            <a:rect l="l" t="t" r="r" b="b"/>
            <a:pathLst>
              <a:path w="350026" h="54000">
                <a:moveTo>
                  <a:pt x="0" y="0"/>
                </a:moveTo>
                <a:lnTo>
                  <a:pt x="350026" y="0"/>
                </a:lnTo>
                <a:lnTo>
                  <a:pt x="350026" y="54000"/>
                </a:lnTo>
                <a:lnTo>
                  <a:pt x="0" y="54000"/>
                </a:lnTo>
                <a:lnTo>
                  <a:pt x="0" y="0"/>
                </a:lnTo>
                <a:close/>
              </a:path>
            </a:pathLst>
          </a:custGeom>
          <a:blipFill>
            <a:blip r:embed="rId7"/>
            <a:stretch>
              <a:fillRect/>
            </a:stretch>
          </a:blipFill>
        </p:spPr>
      </p:sp>
      <p:sp>
        <p:nvSpPr>
          <p:cNvPr id="13" name="Freeform 13"/>
          <p:cNvSpPr/>
          <p:nvPr/>
        </p:nvSpPr>
        <p:spPr>
          <a:xfrm>
            <a:off x="16995100" y="6858850"/>
            <a:ext cx="350026" cy="54000"/>
          </a:xfrm>
          <a:custGeom>
            <a:avLst/>
            <a:gdLst/>
            <a:ahLst/>
            <a:cxnLst/>
            <a:rect l="l" t="t" r="r" b="b"/>
            <a:pathLst>
              <a:path w="350026" h="54000">
                <a:moveTo>
                  <a:pt x="0" y="0"/>
                </a:moveTo>
                <a:lnTo>
                  <a:pt x="350026" y="0"/>
                </a:lnTo>
                <a:lnTo>
                  <a:pt x="350026" y="54000"/>
                </a:lnTo>
                <a:lnTo>
                  <a:pt x="0" y="54000"/>
                </a:lnTo>
                <a:lnTo>
                  <a:pt x="0" y="0"/>
                </a:lnTo>
                <a:close/>
              </a:path>
            </a:pathLst>
          </a:custGeom>
          <a:blipFill>
            <a:blip r:embed="rId7"/>
            <a:stretch>
              <a:fillRect/>
            </a:stretch>
          </a:blipFill>
        </p:spPr>
      </p:sp>
      <p:sp>
        <p:nvSpPr>
          <p:cNvPr id="14" name="AutoShape 14"/>
          <p:cNvSpPr/>
          <p:nvPr/>
        </p:nvSpPr>
        <p:spPr>
          <a:xfrm rot="5384913">
            <a:off x="14644004" y="2160900"/>
            <a:ext cx="4340892" cy="0"/>
          </a:xfrm>
          <a:prstGeom prst="line">
            <a:avLst/>
          </a:prstGeom>
          <a:ln w="9525" cap="rnd">
            <a:solidFill>
              <a:srgbClr val="3D3D3D"/>
            </a:solidFill>
            <a:prstDash val="solid"/>
            <a:headEnd type="none" w="sm" len="sm"/>
            <a:tailEnd type="none" w="sm" len="sm"/>
          </a:ln>
        </p:spPr>
      </p:sp>
      <p:sp>
        <p:nvSpPr>
          <p:cNvPr id="15" name="AutoShape 15"/>
          <p:cNvSpPr/>
          <p:nvPr/>
        </p:nvSpPr>
        <p:spPr>
          <a:xfrm rot="5384913">
            <a:off x="-734396" y="8132168"/>
            <a:ext cx="4340892" cy="0"/>
          </a:xfrm>
          <a:prstGeom prst="line">
            <a:avLst/>
          </a:prstGeom>
          <a:ln w="9525" cap="rnd">
            <a:solidFill>
              <a:srgbClr val="3D3D3D"/>
            </a:solidFill>
            <a:prstDash val="solid"/>
            <a:headEnd type="none" w="sm" len="sm"/>
            <a:tailEnd type="none" w="sm" len="sm"/>
          </a:ln>
        </p:spPr>
      </p:sp>
      <p:grpSp>
        <p:nvGrpSpPr>
          <p:cNvPr id="16" name="Group 16"/>
          <p:cNvGrpSpPr/>
          <p:nvPr/>
        </p:nvGrpSpPr>
        <p:grpSpPr>
          <a:xfrm>
            <a:off x="1334125" y="9166251"/>
            <a:ext cx="203850" cy="203850"/>
            <a:chOff x="0" y="0"/>
            <a:chExt cx="271800" cy="271800"/>
          </a:xfrm>
        </p:grpSpPr>
        <p:sp>
          <p:nvSpPr>
            <p:cNvPr id="17" name="Freeform 17"/>
            <p:cNvSpPr/>
            <p:nvPr/>
          </p:nvSpPr>
          <p:spPr>
            <a:xfrm>
              <a:off x="12700" y="12700"/>
              <a:ext cx="246380" cy="246380"/>
            </a:xfrm>
            <a:custGeom>
              <a:avLst/>
              <a:gdLst/>
              <a:ahLst/>
              <a:cxnLst/>
              <a:rect l="l" t="t" r="r" b="b"/>
              <a:pathLst>
                <a:path w="246380" h="246380">
                  <a:moveTo>
                    <a:pt x="0" y="123190"/>
                  </a:moveTo>
                  <a:cubicBezTo>
                    <a:pt x="0" y="55118"/>
                    <a:pt x="55118" y="0"/>
                    <a:pt x="123190" y="0"/>
                  </a:cubicBezTo>
                  <a:cubicBezTo>
                    <a:pt x="191262" y="0"/>
                    <a:pt x="246380" y="55118"/>
                    <a:pt x="246380" y="123190"/>
                  </a:cubicBezTo>
                  <a:cubicBezTo>
                    <a:pt x="246380" y="191262"/>
                    <a:pt x="191262" y="246380"/>
                    <a:pt x="123190" y="246380"/>
                  </a:cubicBezTo>
                  <a:cubicBezTo>
                    <a:pt x="55118" y="246380"/>
                    <a:pt x="0" y="191262"/>
                    <a:pt x="0" y="123190"/>
                  </a:cubicBezTo>
                  <a:close/>
                </a:path>
              </a:pathLst>
            </a:custGeom>
            <a:solidFill>
              <a:srgbClr val="3D3D3D"/>
            </a:solidFill>
          </p:spPr>
        </p:sp>
        <p:sp>
          <p:nvSpPr>
            <p:cNvPr id="18" name="Freeform 18"/>
            <p:cNvSpPr/>
            <p:nvPr/>
          </p:nvSpPr>
          <p:spPr>
            <a:xfrm>
              <a:off x="0" y="0"/>
              <a:ext cx="271780" cy="271780"/>
            </a:xfrm>
            <a:custGeom>
              <a:avLst/>
              <a:gdLst/>
              <a:ahLst/>
              <a:cxnLst/>
              <a:rect l="l" t="t" r="r" b="b"/>
              <a:pathLst>
                <a:path w="271780" h="271780">
                  <a:moveTo>
                    <a:pt x="0" y="135890"/>
                  </a:moveTo>
                  <a:cubicBezTo>
                    <a:pt x="0" y="60833"/>
                    <a:pt x="60833" y="0"/>
                    <a:pt x="135890" y="0"/>
                  </a:cubicBezTo>
                  <a:lnTo>
                    <a:pt x="135890" y="12700"/>
                  </a:lnTo>
                  <a:lnTo>
                    <a:pt x="135890" y="0"/>
                  </a:lnTo>
                  <a:cubicBezTo>
                    <a:pt x="210947" y="0"/>
                    <a:pt x="271780" y="60833"/>
                    <a:pt x="271780" y="135890"/>
                  </a:cubicBezTo>
                  <a:lnTo>
                    <a:pt x="259080" y="135890"/>
                  </a:lnTo>
                  <a:lnTo>
                    <a:pt x="271780" y="135890"/>
                  </a:lnTo>
                  <a:cubicBezTo>
                    <a:pt x="271780" y="210947"/>
                    <a:pt x="210947" y="271780"/>
                    <a:pt x="135890" y="271780"/>
                  </a:cubicBezTo>
                  <a:lnTo>
                    <a:pt x="135890" y="259080"/>
                  </a:lnTo>
                  <a:lnTo>
                    <a:pt x="135890" y="271780"/>
                  </a:lnTo>
                  <a:cubicBezTo>
                    <a:pt x="60833" y="271780"/>
                    <a:pt x="0" y="210947"/>
                    <a:pt x="0" y="135890"/>
                  </a:cubicBezTo>
                  <a:lnTo>
                    <a:pt x="12700" y="135890"/>
                  </a:lnTo>
                  <a:lnTo>
                    <a:pt x="25400" y="135890"/>
                  </a:lnTo>
                  <a:lnTo>
                    <a:pt x="12700" y="135890"/>
                  </a:lnTo>
                  <a:lnTo>
                    <a:pt x="0" y="135890"/>
                  </a:lnTo>
                  <a:moveTo>
                    <a:pt x="25400" y="135890"/>
                  </a:moveTo>
                  <a:cubicBezTo>
                    <a:pt x="25400" y="142875"/>
                    <a:pt x="19685" y="148590"/>
                    <a:pt x="12700" y="148590"/>
                  </a:cubicBezTo>
                  <a:cubicBezTo>
                    <a:pt x="5715" y="148590"/>
                    <a:pt x="0" y="142875"/>
                    <a:pt x="0" y="135890"/>
                  </a:cubicBezTo>
                  <a:cubicBezTo>
                    <a:pt x="0" y="128905"/>
                    <a:pt x="5715" y="123190"/>
                    <a:pt x="12700" y="123190"/>
                  </a:cubicBezTo>
                  <a:cubicBezTo>
                    <a:pt x="19685" y="123190"/>
                    <a:pt x="25400" y="128905"/>
                    <a:pt x="25400" y="135890"/>
                  </a:cubicBezTo>
                  <a:cubicBezTo>
                    <a:pt x="25400" y="196977"/>
                    <a:pt x="74930" y="246380"/>
                    <a:pt x="135890" y="246380"/>
                  </a:cubicBezTo>
                  <a:cubicBezTo>
                    <a:pt x="196850" y="246380"/>
                    <a:pt x="246380" y="196850"/>
                    <a:pt x="246380" y="135890"/>
                  </a:cubicBezTo>
                  <a:cubicBezTo>
                    <a:pt x="246380" y="74930"/>
                    <a:pt x="196977" y="25400"/>
                    <a:pt x="135890" y="25400"/>
                  </a:cubicBezTo>
                  <a:lnTo>
                    <a:pt x="135890" y="12700"/>
                  </a:lnTo>
                  <a:lnTo>
                    <a:pt x="135890" y="25400"/>
                  </a:lnTo>
                  <a:cubicBezTo>
                    <a:pt x="74930" y="25400"/>
                    <a:pt x="25400" y="74930"/>
                    <a:pt x="25400" y="135890"/>
                  </a:cubicBezTo>
                  <a:close/>
                </a:path>
              </a:pathLst>
            </a:custGeom>
            <a:solidFill>
              <a:srgbClr val="3D3D3D"/>
            </a:solidFill>
          </p:spPr>
        </p:sp>
      </p:grpSp>
      <p:grpSp>
        <p:nvGrpSpPr>
          <p:cNvPr id="19" name="Group 19"/>
          <p:cNvGrpSpPr/>
          <p:nvPr/>
        </p:nvGrpSpPr>
        <p:grpSpPr>
          <a:xfrm>
            <a:off x="1334125" y="7871151"/>
            <a:ext cx="203850" cy="203850"/>
            <a:chOff x="0" y="0"/>
            <a:chExt cx="271800" cy="271800"/>
          </a:xfrm>
        </p:grpSpPr>
        <p:sp>
          <p:nvSpPr>
            <p:cNvPr id="20" name="Freeform 20"/>
            <p:cNvSpPr/>
            <p:nvPr/>
          </p:nvSpPr>
          <p:spPr>
            <a:xfrm>
              <a:off x="12700" y="12700"/>
              <a:ext cx="246380" cy="246380"/>
            </a:xfrm>
            <a:custGeom>
              <a:avLst/>
              <a:gdLst/>
              <a:ahLst/>
              <a:cxnLst/>
              <a:rect l="l" t="t" r="r" b="b"/>
              <a:pathLst>
                <a:path w="246380" h="246380">
                  <a:moveTo>
                    <a:pt x="0" y="123190"/>
                  </a:moveTo>
                  <a:cubicBezTo>
                    <a:pt x="0" y="55118"/>
                    <a:pt x="55118" y="0"/>
                    <a:pt x="123190" y="0"/>
                  </a:cubicBezTo>
                  <a:cubicBezTo>
                    <a:pt x="191262" y="0"/>
                    <a:pt x="246380" y="55118"/>
                    <a:pt x="246380" y="123190"/>
                  </a:cubicBezTo>
                  <a:cubicBezTo>
                    <a:pt x="246380" y="191262"/>
                    <a:pt x="191262" y="246380"/>
                    <a:pt x="123190" y="246380"/>
                  </a:cubicBezTo>
                  <a:cubicBezTo>
                    <a:pt x="55118" y="246380"/>
                    <a:pt x="0" y="191262"/>
                    <a:pt x="0" y="123190"/>
                  </a:cubicBezTo>
                  <a:close/>
                </a:path>
              </a:pathLst>
            </a:custGeom>
            <a:solidFill>
              <a:srgbClr val="3D3D3D"/>
            </a:solidFill>
          </p:spPr>
        </p:sp>
        <p:sp>
          <p:nvSpPr>
            <p:cNvPr id="21" name="Freeform 21"/>
            <p:cNvSpPr/>
            <p:nvPr/>
          </p:nvSpPr>
          <p:spPr>
            <a:xfrm>
              <a:off x="0" y="0"/>
              <a:ext cx="271780" cy="271780"/>
            </a:xfrm>
            <a:custGeom>
              <a:avLst/>
              <a:gdLst/>
              <a:ahLst/>
              <a:cxnLst/>
              <a:rect l="l" t="t" r="r" b="b"/>
              <a:pathLst>
                <a:path w="271780" h="271780">
                  <a:moveTo>
                    <a:pt x="0" y="135890"/>
                  </a:moveTo>
                  <a:cubicBezTo>
                    <a:pt x="0" y="60833"/>
                    <a:pt x="60833" y="0"/>
                    <a:pt x="135890" y="0"/>
                  </a:cubicBezTo>
                  <a:lnTo>
                    <a:pt x="135890" y="12700"/>
                  </a:lnTo>
                  <a:lnTo>
                    <a:pt x="135890" y="0"/>
                  </a:lnTo>
                  <a:cubicBezTo>
                    <a:pt x="210947" y="0"/>
                    <a:pt x="271780" y="60833"/>
                    <a:pt x="271780" y="135890"/>
                  </a:cubicBezTo>
                  <a:lnTo>
                    <a:pt x="259080" y="135890"/>
                  </a:lnTo>
                  <a:lnTo>
                    <a:pt x="271780" y="135890"/>
                  </a:lnTo>
                  <a:cubicBezTo>
                    <a:pt x="271780" y="210947"/>
                    <a:pt x="210947" y="271780"/>
                    <a:pt x="135890" y="271780"/>
                  </a:cubicBezTo>
                  <a:lnTo>
                    <a:pt x="135890" y="259080"/>
                  </a:lnTo>
                  <a:lnTo>
                    <a:pt x="135890" y="271780"/>
                  </a:lnTo>
                  <a:cubicBezTo>
                    <a:pt x="60833" y="271780"/>
                    <a:pt x="0" y="210947"/>
                    <a:pt x="0" y="135890"/>
                  </a:cubicBezTo>
                  <a:lnTo>
                    <a:pt x="12700" y="135890"/>
                  </a:lnTo>
                  <a:lnTo>
                    <a:pt x="25400" y="135890"/>
                  </a:lnTo>
                  <a:lnTo>
                    <a:pt x="12700" y="135890"/>
                  </a:lnTo>
                  <a:lnTo>
                    <a:pt x="0" y="135890"/>
                  </a:lnTo>
                  <a:moveTo>
                    <a:pt x="25400" y="135890"/>
                  </a:moveTo>
                  <a:cubicBezTo>
                    <a:pt x="25400" y="142875"/>
                    <a:pt x="19685" y="148590"/>
                    <a:pt x="12700" y="148590"/>
                  </a:cubicBezTo>
                  <a:cubicBezTo>
                    <a:pt x="5715" y="148590"/>
                    <a:pt x="0" y="142875"/>
                    <a:pt x="0" y="135890"/>
                  </a:cubicBezTo>
                  <a:cubicBezTo>
                    <a:pt x="0" y="128905"/>
                    <a:pt x="5715" y="123190"/>
                    <a:pt x="12700" y="123190"/>
                  </a:cubicBezTo>
                  <a:cubicBezTo>
                    <a:pt x="19685" y="123190"/>
                    <a:pt x="25400" y="128905"/>
                    <a:pt x="25400" y="135890"/>
                  </a:cubicBezTo>
                  <a:cubicBezTo>
                    <a:pt x="25400" y="196977"/>
                    <a:pt x="74930" y="246380"/>
                    <a:pt x="135890" y="246380"/>
                  </a:cubicBezTo>
                  <a:cubicBezTo>
                    <a:pt x="196850" y="246380"/>
                    <a:pt x="246380" y="196850"/>
                    <a:pt x="246380" y="135890"/>
                  </a:cubicBezTo>
                  <a:cubicBezTo>
                    <a:pt x="246380" y="74930"/>
                    <a:pt x="196977" y="25400"/>
                    <a:pt x="135890" y="25400"/>
                  </a:cubicBezTo>
                  <a:lnTo>
                    <a:pt x="135890" y="12700"/>
                  </a:lnTo>
                  <a:lnTo>
                    <a:pt x="135890" y="25400"/>
                  </a:lnTo>
                  <a:cubicBezTo>
                    <a:pt x="74930" y="25400"/>
                    <a:pt x="25400" y="74930"/>
                    <a:pt x="25400" y="135890"/>
                  </a:cubicBezTo>
                  <a:close/>
                </a:path>
              </a:pathLst>
            </a:custGeom>
            <a:solidFill>
              <a:srgbClr val="3D3D3D"/>
            </a:solidFill>
          </p:spPr>
        </p:sp>
      </p:grpSp>
      <p:grpSp>
        <p:nvGrpSpPr>
          <p:cNvPr id="22" name="Group 22"/>
          <p:cNvGrpSpPr/>
          <p:nvPr/>
        </p:nvGrpSpPr>
        <p:grpSpPr>
          <a:xfrm>
            <a:off x="16712525" y="2897475"/>
            <a:ext cx="203850" cy="203850"/>
            <a:chOff x="0" y="0"/>
            <a:chExt cx="271800" cy="271800"/>
          </a:xfrm>
        </p:grpSpPr>
        <p:sp>
          <p:nvSpPr>
            <p:cNvPr id="23" name="Freeform 23"/>
            <p:cNvSpPr/>
            <p:nvPr/>
          </p:nvSpPr>
          <p:spPr>
            <a:xfrm>
              <a:off x="12700" y="12700"/>
              <a:ext cx="246380" cy="246380"/>
            </a:xfrm>
            <a:custGeom>
              <a:avLst/>
              <a:gdLst/>
              <a:ahLst/>
              <a:cxnLst/>
              <a:rect l="l" t="t" r="r" b="b"/>
              <a:pathLst>
                <a:path w="246380" h="246380">
                  <a:moveTo>
                    <a:pt x="0" y="123190"/>
                  </a:moveTo>
                  <a:cubicBezTo>
                    <a:pt x="0" y="55118"/>
                    <a:pt x="55118" y="0"/>
                    <a:pt x="123190" y="0"/>
                  </a:cubicBezTo>
                  <a:cubicBezTo>
                    <a:pt x="191262" y="0"/>
                    <a:pt x="246380" y="55118"/>
                    <a:pt x="246380" y="123190"/>
                  </a:cubicBezTo>
                  <a:cubicBezTo>
                    <a:pt x="246380" y="191262"/>
                    <a:pt x="191262" y="246380"/>
                    <a:pt x="123190" y="246380"/>
                  </a:cubicBezTo>
                  <a:cubicBezTo>
                    <a:pt x="55118" y="246380"/>
                    <a:pt x="0" y="191262"/>
                    <a:pt x="0" y="123190"/>
                  </a:cubicBezTo>
                  <a:close/>
                </a:path>
              </a:pathLst>
            </a:custGeom>
            <a:solidFill>
              <a:srgbClr val="3D3D3D"/>
            </a:solidFill>
          </p:spPr>
        </p:sp>
        <p:sp>
          <p:nvSpPr>
            <p:cNvPr id="24" name="Freeform 24"/>
            <p:cNvSpPr/>
            <p:nvPr/>
          </p:nvSpPr>
          <p:spPr>
            <a:xfrm>
              <a:off x="0" y="0"/>
              <a:ext cx="271780" cy="271780"/>
            </a:xfrm>
            <a:custGeom>
              <a:avLst/>
              <a:gdLst/>
              <a:ahLst/>
              <a:cxnLst/>
              <a:rect l="l" t="t" r="r" b="b"/>
              <a:pathLst>
                <a:path w="271780" h="271780">
                  <a:moveTo>
                    <a:pt x="0" y="135890"/>
                  </a:moveTo>
                  <a:cubicBezTo>
                    <a:pt x="0" y="60833"/>
                    <a:pt x="60833" y="0"/>
                    <a:pt x="135890" y="0"/>
                  </a:cubicBezTo>
                  <a:lnTo>
                    <a:pt x="135890" y="12700"/>
                  </a:lnTo>
                  <a:lnTo>
                    <a:pt x="135890" y="0"/>
                  </a:lnTo>
                  <a:cubicBezTo>
                    <a:pt x="210947" y="0"/>
                    <a:pt x="271780" y="60833"/>
                    <a:pt x="271780" y="135890"/>
                  </a:cubicBezTo>
                  <a:lnTo>
                    <a:pt x="259080" y="135890"/>
                  </a:lnTo>
                  <a:lnTo>
                    <a:pt x="271780" y="135890"/>
                  </a:lnTo>
                  <a:cubicBezTo>
                    <a:pt x="271780" y="210947"/>
                    <a:pt x="210947" y="271780"/>
                    <a:pt x="135890" y="271780"/>
                  </a:cubicBezTo>
                  <a:lnTo>
                    <a:pt x="135890" y="259080"/>
                  </a:lnTo>
                  <a:lnTo>
                    <a:pt x="135890" y="271780"/>
                  </a:lnTo>
                  <a:cubicBezTo>
                    <a:pt x="60833" y="271780"/>
                    <a:pt x="0" y="210947"/>
                    <a:pt x="0" y="135890"/>
                  </a:cubicBezTo>
                  <a:lnTo>
                    <a:pt x="12700" y="135890"/>
                  </a:lnTo>
                  <a:lnTo>
                    <a:pt x="25400" y="135890"/>
                  </a:lnTo>
                  <a:lnTo>
                    <a:pt x="12700" y="135890"/>
                  </a:lnTo>
                  <a:lnTo>
                    <a:pt x="0" y="135890"/>
                  </a:lnTo>
                  <a:moveTo>
                    <a:pt x="25400" y="135890"/>
                  </a:moveTo>
                  <a:cubicBezTo>
                    <a:pt x="25400" y="142875"/>
                    <a:pt x="19685" y="148590"/>
                    <a:pt x="12700" y="148590"/>
                  </a:cubicBezTo>
                  <a:cubicBezTo>
                    <a:pt x="5715" y="148590"/>
                    <a:pt x="0" y="142875"/>
                    <a:pt x="0" y="135890"/>
                  </a:cubicBezTo>
                  <a:cubicBezTo>
                    <a:pt x="0" y="128905"/>
                    <a:pt x="5715" y="123190"/>
                    <a:pt x="12700" y="123190"/>
                  </a:cubicBezTo>
                  <a:cubicBezTo>
                    <a:pt x="19685" y="123190"/>
                    <a:pt x="25400" y="128905"/>
                    <a:pt x="25400" y="135890"/>
                  </a:cubicBezTo>
                  <a:cubicBezTo>
                    <a:pt x="25400" y="196977"/>
                    <a:pt x="74930" y="246380"/>
                    <a:pt x="135890" y="246380"/>
                  </a:cubicBezTo>
                  <a:cubicBezTo>
                    <a:pt x="196850" y="246380"/>
                    <a:pt x="246380" y="196850"/>
                    <a:pt x="246380" y="135890"/>
                  </a:cubicBezTo>
                  <a:cubicBezTo>
                    <a:pt x="246380" y="74930"/>
                    <a:pt x="196977" y="25400"/>
                    <a:pt x="135890" y="25400"/>
                  </a:cubicBezTo>
                  <a:lnTo>
                    <a:pt x="135890" y="12700"/>
                  </a:lnTo>
                  <a:lnTo>
                    <a:pt x="135890" y="25400"/>
                  </a:lnTo>
                  <a:cubicBezTo>
                    <a:pt x="74930" y="25400"/>
                    <a:pt x="25400" y="74930"/>
                    <a:pt x="25400" y="135890"/>
                  </a:cubicBezTo>
                  <a:close/>
                </a:path>
              </a:pathLst>
            </a:custGeom>
            <a:solidFill>
              <a:srgbClr val="3D3D3D"/>
            </a:solidFill>
          </p:spPr>
        </p:sp>
      </p:grpSp>
      <p:grpSp>
        <p:nvGrpSpPr>
          <p:cNvPr id="25" name="Group 25"/>
          <p:cNvGrpSpPr/>
          <p:nvPr/>
        </p:nvGrpSpPr>
        <p:grpSpPr>
          <a:xfrm>
            <a:off x="16712525" y="460225"/>
            <a:ext cx="203850" cy="203850"/>
            <a:chOff x="0" y="0"/>
            <a:chExt cx="271800" cy="271800"/>
          </a:xfrm>
        </p:grpSpPr>
        <p:sp>
          <p:nvSpPr>
            <p:cNvPr id="26" name="Freeform 26"/>
            <p:cNvSpPr/>
            <p:nvPr/>
          </p:nvSpPr>
          <p:spPr>
            <a:xfrm>
              <a:off x="12700" y="12700"/>
              <a:ext cx="246380" cy="246380"/>
            </a:xfrm>
            <a:custGeom>
              <a:avLst/>
              <a:gdLst/>
              <a:ahLst/>
              <a:cxnLst/>
              <a:rect l="l" t="t" r="r" b="b"/>
              <a:pathLst>
                <a:path w="246380" h="246380">
                  <a:moveTo>
                    <a:pt x="0" y="123190"/>
                  </a:moveTo>
                  <a:cubicBezTo>
                    <a:pt x="0" y="55118"/>
                    <a:pt x="55118" y="0"/>
                    <a:pt x="123190" y="0"/>
                  </a:cubicBezTo>
                  <a:cubicBezTo>
                    <a:pt x="191262" y="0"/>
                    <a:pt x="246380" y="55118"/>
                    <a:pt x="246380" y="123190"/>
                  </a:cubicBezTo>
                  <a:cubicBezTo>
                    <a:pt x="246380" y="191262"/>
                    <a:pt x="191262" y="246380"/>
                    <a:pt x="123190" y="246380"/>
                  </a:cubicBezTo>
                  <a:cubicBezTo>
                    <a:pt x="55118" y="246380"/>
                    <a:pt x="0" y="191262"/>
                    <a:pt x="0" y="123190"/>
                  </a:cubicBezTo>
                  <a:close/>
                </a:path>
              </a:pathLst>
            </a:custGeom>
            <a:solidFill>
              <a:srgbClr val="3D3D3D"/>
            </a:solidFill>
          </p:spPr>
        </p:sp>
        <p:sp>
          <p:nvSpPr>
            <p:cNvPr id="27" name="Freeform 27"/>
            <p:cNvSpPr/>
            <p:nvPr/>
          </p:nvSpPr>
          <p:spPr>
            <a:xfrm>
              <a:off x="0" y="0"/>
              <a:ext cx="271780" cy="271780"/>
            </a:xfrm>
            <a:custGeom>
              <a:avLst/>
              <a:gdLst/>
              <a:ahLst/>
              <a:cxnLst/>
              <a:rect l="l" t="t" r="r" b="b"/>
              <a:pathLst>
                <a:path w="271780" h="271780">
                  <a:moveTo>
                    <a:pt x="0" y="135890"/>
                  </a:moveTo>
                  <a:cubicBezTo>
                    <a:pt x="0" y="60833"/>
                    <a:pt x="60833" y="0"/>
                    <a:pt x="135890" y="0"/>
                  </a:cubicBezTo>
                  <a:lnTo>
                    <a:pt x="135890" y="12700"/>
                  </a:lnTo>
                  <a:lnTo>
                    <a:pt x="135890" y="0"/>
                  </a:lnTo>
                  <a:cubicBezTo>
                    <a:pt x="210947" y="0"/>
                    <a:pt x="271780" y="60833"/>
                    <a:pt x="271780" y="135890"/>
                  </a:cubicBezTo>
                  <a:lnTo>
                    <a:pt x="259080" y="135890"/>
                  </a:lnTo>
                  <a:lnTo>
                    <a:pt x="271780" y="135890"/>
                  </a:lnTo>
                  <a:cubicBezTo>
                    <a:pt x="271780" y="210947"/>
                    <a:pt x="210947" y="271780"/>
                    <a:pt x="135890" y="271780"/>
                  </a:cubicBezTo>
                  <a:lnTo>
                    <a:pt x="135890" y="259080"/>
                  </a:lnTo>
                  <a:lnTo>
                    <a:pt x="135890" y="271780"/>
                  </a:lnTo>
                  <a:cubicBezTo>
                    <a:pt x="60833" y="271780"/>
                    <a:pt x="0" y="210947"/>
                    <a:pt x="0" y="135890"/>
                  </a:cubicBezTo>
                  <a:lnTo>
                    <a:pt x="12700" y="135890"/>
                  </a:lnTo>
                  <a:lnTo>
                    <a:pt x="25400" y="135890"/>
                  </a:lnTo>
                  <a:lnTo>
                    <a:pt x="12700" y="135890"/>
                  </a:lnTo>
                  <a:lnTo>
                    <a:pt x="0" y="135890"/>
                  </a:lnTo>
                  <a:moveTo>
                    <a:pt x="25400" y="135890"/>
                  </a:moveTo>
                  <a:cubicBezTo>
                    <a:pt x="25400" y="142875"/>
                    <a:pt x="19685" y="148590"/>
                    <a:pt x="12700" y="148590"/>
                  </a:cubicBezTo>
                  <a:cubicBezTo>
                    <a:pt x="5715" y="148590"/>
                    <a:pt x="0" y="142875"/>
                    <a:pt x="0" y="135890"/>
                  </a:cubicBezTo>
                  <a:cubicBezTo>
                    <a:pt x="0" y="128905"/>
                    <a:pt x="5715" y="123190"/>
                    <a:pt x="12700" y="123190"/>
                  </a:cubicBezTo>
                  <a:cubicBezTo>
                    <a:pt x="19685" y="123190"/>
                    <a:pt x="25400" y="128905"/>
                    <a:pt x="25400" y="135890"/>
                  </a:cubicBezTo>
                  <a:cubicBezTo>
                    <a:pt x="25400" y="196977"/>
                    <a:pt x="74930" y="246380"/>
                    <a:pt x="135890" y="246380"/>
                  </a:cubicBezTo>
                  <a:cubicBezTo>
                    <a:pt x="196850" y="246380"/>
                    <a:pt x="246380" y="196850"/>
                    <a:pt x="246380" y="135890"/>
                  </a:cubicBezTo>
                  <a:cubicBezTo>
                    <a:pt x="246380" y="74930"/>
                    <a:pt x="196977" y="25400"/>
                    <a:pt x="135890" y="25400"/>
                  </a:cubicBezTo>
                  <a:lnTo>
                    <a:pt x="135890" y="12700"/>
                  </a:lnTo>
                  <a:lnTo>
                    <a:pt x="135890" y="25400"/>
                  </a:lnTo>
                  <a:cubicBezTo>
                    <a:pt x="74930" y="25400"/>
                    <a:pt x="25400" y="74930"/>
                    <a:pt x="25400" y="135890"/>
                  </a:cubicBezTo>
                  <a:close/>
                </a:path>
              </a:pathLst>
            </a:custGeom>
            <a:solidFill>
              <a:srgbClr val="3D3D3D"/>
            </a:solidFill>
          </p:spPr>
        </p:sp>
      </p:grpSp>
      <p:sp>
        <p:nvSpPr>
          <p:cNvPr id="46" name="TextBox 46"/>
          <p:cNvSpPr txBox="1"/>
          <p:nvPr/>
        </p:nvSpPr>
        <p:spPr>
          <a:xfrm>
            <a:off x="4486971" y="651631"/>
            <a:ext cx="9314057" cy="906145"/>
          </a:xfrm>
          <a:prstGeom prst="rect">
            <a:avLst/>
          </a:prstGeom>
        </p:spPr>
        <p:txBody>
          <a:bodyPr lIns="0" tIns="0" rIns="0" bIns="0" rtlCol="0" anchor="t">
            <a:spAutoFit/>
          </a:bodyPr>
          <a:lstStyle/>
          <a:p>
            <a:pPr algn="ctr">
              <a:lnSpc>
                <a:spcPts val="7280"/>
              </a:lnSpc>
            </a:pPr>
            <a:r>
              <a:rPr lang="en-US" sz="5200">
                <a:solidFill>
                  <a:srgbClr val="000000"/>
                </a:solidFill>
                <a:latin typeface="Arimo Bold" panose="020B0704020202020204"/>
              </a:rPr>
              <a:t>2.1. Phân tích hệ thống</a:t>
            </a:r>
            <a:endParaRPr lang="en-US" sz="5200">
              <a:solidFill>
                <a:srgbClr val="000000"/>
              </a:solidFill>
              <a:latin typeface="Arimo Bold" panose="020B0704020202020204"/>
            </a:endParaRPr>
          </a:p>
        </p:txBody>
      </p:sp>
      <p:sp>
        <p:nvSpPr>
          <p:cNvPr id="48" name="TextBox 17"/>
          <p:cNvSpPr txBox="1"/>
          <p:nvPr/>
        </p:nvSpPr>
        <p:spPr>
          <a:xfrm>
            <a:off x="5791200" y="9182100"/>
            <a:ext cx="7298690" cy="610235"/>
          </a:xfrm>
          <a:prstGeom prst="rect">
            <a:avLst/>
          </a:prstGeom>
        </p:spPr>
        <p:txBody>
          <a:bodyPr wrap="square" lIns="0" tIns="0" rIns="0" bIns="0" rtlCol="0" anchor="t">
            <a:spAutoFit/>
          </a:bodyPr>
          <a:p>
            <a:pPr algn="ctr">
              <a:lnSpc>
                <a:spcPts val="4760"/>
              </a:lnSpc>
            </a:pPr>
            <a:r>
              <a:rPr lang="en-US" sz="2800">
                <a:solidFill>
                  <a:srgbClr val="000000"/>
                </a:solidFill>
                <a:latin typeface="Faustina" panose="00000500000000000000"/>
              </a:rPr>
              <a:t>Hình 2.3. Sơ đồ dữ liệu mức đỉnh</a:t>
            </a:r>
            <a:endParaRPr lang="en-US" sz="2800">
              <a:solidFill>
                <a:srgbClr val="000000"/>
              </a:solidFill>
              <a:latin typeface="Faustina" panose="00000500000000000000"/>
            </a:endParaRPr>
          </a:p>
        </p:txBody>
      </p:sp>
      <p:pic>
        <p:nvPicPr>
          <p:cNvPr id="29" name="Picture 7"/>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a:xfrm>
            <a:off x="5615940" y="1557655"/>
            <a:ext cx="7462520" cy="7447915"/>
          </a:xfrm>
          <a:prstGeom prst="rect">
            <a:avLst/>
          </a:prstGeom>
          <a:noFill/>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rot="5386959">
            <a:off x="14329607" y="7830000"/>
            <a:ext cx="5021886" cy="0"/>
          </a:xfrm>
          <a:prstGeom prst="line">
            <a:avLst/>
          </a:prstGeom>
          <a:ln w="9525" cap="rnd">
            <a:solidFill>
              <a:srgbClr val="3D3D3D"/>
            </a:solidFill>
            <a:prstDash val="solid"/>
            <a:headEnd type="none" w="sm" len="sm"/>
            <a:tailEnd type="none" w="sm" len="sm"/>
          </a:ln>
        </p:spPr>
      </p:sp>
      <p:sp>
        <p:nvSpPr>
          <p:cNvPr id="3" name="Freeform 3"/>
          <p:cNvSpPr/>
          <p:nvPr/>
        </p:nvSpPr>
        <p:spPr>
          <a:xfrm>
            <a:off x="16258700" y="8584350"/>
            <a:ext cx="1163600" cy="1164700"/>
          </a:xfrm>
          <a:custGeom>
            <a:avLst/>
            <a:gdLst/>
            <a:ahLst/>
            <a:cxnLst/>
            <a:rect l="l" t="t" r="r" b="b"/>
            <a:pathLst>
              <a:path w="1163600" h="1164700">
                <a:moveTo>
                  <a:pt x="0" y="0"/>
                </a:moveTo>
                <a:lnTo>
                  <a:pt x="1163600" y="0"/>
                </a:lnTo>
                <a:lnTo>
                  <a:pt x="1163600" y="1164700"/>
                </a:lnTo>
                <a:lnTo>
                  <a:pt x="0" y="1164700"/>
                </a:lnTo>
                <a:lnTo>
                  <a:pt x="0" y="0"/>
                </a:lnTo>
                <a:close/>
              </a:path>
            </a:pathLst>
          </a:custGeom>
          <a:blipFill>
            <a:blip r:embed="rId1"/>
            <a:stretch>
              <a:fillRect/>
            </a:stretch>
          </a:blipFill>
        </p:spPr>
      </p:sp>
      <p:sp>
        <p:nvSpPr>
          <p:cNvPr id="4" name="Freeform 4"/>
          <p:cNvSpPr/>
          <p:nvPr/>
        </p:nvSpPr>
        <p:spPr>
          <a:xfrm>
            <a:off x="16548476" y="7441200"/>
            <a:ext cx="584050" cy="585150"/>
          </a:xfrm>
          <a:custGeom>
            <a:avLst/>
            <a:gdLst/>
            <a:ahLst/>
            <a:cxnLst/>
            <a:rect l="l" t="t" r="r" b="b"/>
            <a:pathLst>
              <a:path w="584050" h="585150">
                <a:moveTo>
                  <a:pt x="0" y="0"/>
                </a:moveTo>
                <a:lnTo>
                  <a:pt x="584050" y="0"/>
                </a:lnTo>
                <a:lnTo>
                  <a:pt x="584050" y="585150"/>
                </a:lnTo>
                <a:lnTo>
                  <a:pt x="0" y="585150"/>
                </a:lnTo>
                <a:lnTo>
                  <a:pt x="0" y="0"/>
                </a:lnTo>
                <a:close/>
              </a:path>
            </a:pathLst>
          </a:custGeom>
          <a:blipFill>
            <a:blip r:embed="rId2"/>
            <a:stretch>
              <a:fillRect/>
            </a:stretch>
          </a:blipFill>
        </p:spPr>
      </p:sp>
      <p:sp>
        <p:nvSpPr>
          <p:cNvPr id="5" name="Freeform 5"/>
          <p:cNvSpPr/>
          <p:nvPr/>
        </p:nvSpPr>
        <p:spPr>
          <a:xfrm>
            <a:off x="16665526" y="6424950"/>
            <a:ext cx="350000" cy="350000"/>
          </a:xfrm>
          <a:custGeom>
            <a:avLst/>
            <a:gdLst/>
            <a:ahLst/>
            <a:cxnLst/>
            <a:rect l="l" t="t" r="r" b="b"/>
            <a:pathLst>
              <a:path w="350000" h="350000">
                <a:moveTo>
                  <a:pt x="0" y="0"/>
                </a:moveTo>
                <a:lnTo>
                  <a:pt x="350000" y="0"/>
                </a:lnTo>
                <a:lnTo>
                  <a:pt x="350000" y="350000"/>
                </a:lnTo>
                <a:lnTo>
                  <a:pt x="0" y="350000"/>
                </a:lnTo>
                <a:lnTo>
                  <a:pt x="0" y="0"/>
                </a:lnTo>
                <a:close/>
              </a:path>
            </a:pathLst>
          </a:custGeom>
          <a:blipFill>
            <a:blip r:embed="rId3"/>
            <a:stretch>
              <a:fillRect/>
            </a:stretch>
          </a:blipFill>
        </p:spPr>
      </p:sp>
      <p:sp>
        <p:nvSpPr>
          <p:cNvPr id="6" name="AutoShape 6"/>
          <p:cNvSpPr/>
          <p:nvPr/>
        </p:nvSpPr>
        <p:spPr>
          <a:xfrm rot="5386959">
            <a:off x="-1063493" y="2502626"/>
            <a:ext cx="5021886" cy="0"/>
          </a:xfrm>
          <a:prstGeom prst="line">
            <a:avLst/>
          </a:prstGeom>
          <a:ln w="9525" cap="rnd">
            <a:solidFill>
              <a:srgbClr val="3D3D3D"/>
            </a:solidFill>
            <a:prstDash val="solid"/>
            <a:headEnd type="none" w="sm" len="sm"/>
            <a:tailEnd type="none" w="sm" len="sm"/>
          </a:ln>
        </p:spPr>
      </p:sp>
      <p:sp>
        <p:nvSpPr>
          <p:cNvPr id="7" name="Freeform 7"/>
          <p:cNvSpPr/>
          <p:nvPr/>
        </p:nvSpPr>
        <p:spPr>
          <a:xfrm>
            <a:off x="865700" y="583576"/>
            <a:ext cx="1163600" cy="1164700"/>
          </a:xfrm>
          <a:custGeom>
            <a:avLst/>
            <a:gdLst/>
            <a:ahLst/>
            <a:cxnLst/>
            <a:rect l="l" t="t" r="r" b="b"/>
            <a:pathLst>
              <a:path w="1163600" h="1164700">
                <a:moveTo>
                  <a:pt x="0" y="0"/>
                </a:moveTo>
                <a:lnTo>
                  <a:pt x="1163600" y="0"/>
                </a:lnTo>
                <a:lnTo>
                  <a:pt x="1163600" y="1164700"/>
                </a:lnTo>
                <a:lnTo>
                  <a:pt x="0" y="1164700"/>
                </a:lnTo>
                <a:lnTo>
                  <a:pt x="0" y="0"/>
                </a:lnTo>
                <a:close/>
              </a:path>
            </a:pathLst>
          </a:custGeom>
          <a:blipFill>
            <a:blip r:embed="rId4"/>
            <a:stretch>
              <a:fillRect/>
            </a:stretch>
          </a:blipFill>
        </p:spPr>
      </p:sp>
      <p:sp>
        <p:nvSpPr>
          <p:cNvPr id="8" name="Freeform 8"/>
          <p:cNvSpPr/>
          <p:nvPr/>
        </p:nvSpPr>
        <p:spPr>
          <a:xfrm>
            <a:off x="1155476" y="2306276"/>
            <a:ext cx="584050" cy="585150"/>
          </a:xfrm>
          <a:custGeom>
            <a:avLst/>
            <a:gdLst/>
            <a:ahLst/>
            <a:cxnLst/>
            <a:rect l="l" t="t" r="r" b="b"/>
            <a:pathLst>
              <a:path w="584050" h="585150">
                <a:moveTo>
                  <a:pt x="0" y="0"/>
                </a:moveTo>
                <a:lnTo>
                  <a:pt x="584050" y="0"/>
                </a:lnTo>
                <a:lnTo>
                  <a:pt x="584050" y="585150"/>
                </a:lnTo>
                <a:lnTo>
                  <a:pt x="0" y="585150"/>
                </a:lnTo>
                <a:lnTo>
                  <a:pt x="0" y="0"/>
                </a:lnTo>
                <a:close/>
              </a:path>
            </a:pathLst>
          </a:custGeom>
          <a:blipFill>
            <a:blip r:embed="rId5"/>
            <a:stretch>
              <a:fillRect/>
            </a:stretch>
          </a:blipFill>
        </p:spPr>
      </p:sp>
      <p:sp>
        <p:nvSpPr>
          <p:cNvPr id="9" name="Freeform 9"/>
          <p:cNvSpPr/>
          <p:nvPr/>
        </p:nvSpPr>
        <p:spPr>
          <a:xfrm>
            <a:off x="1272476" y="3557676"/>
            <a:ext cx="350000" cy="350000"/>
          </a:xfrm>
          <a:custGeom>
            <a:avLst/>
            <a:gdLst/>
            <a:ahLst/>
            <a:cxnLst/>
            <a:rect l="l" t="t" r="r" b="b"/>
            <a:pathLst>
              <a:path w="350000" h="350000">
                <a:moveTo>
                  <a:pt x="0" y="0"/>
                </a:moveTo>
                <a:lnTo>
                  <a:pt x="350000" y="0"/>
                </a:lnTo>
                <a:lnTo>
                  <a:pt x="350000" y="350000"/>
                </a:lnTo>
                <a:lnTo>
                  <a:pt x="0" y="350000"/>
                </a:lnTo>
                <a:lnTo>
                  <a:pt x="0" y="0"/>
                </a:lnTo>
                <a:close/>
              </a:path>
            </a:pathLst>
          </a:custGeom>
          <a:blipFill>
            <a:blip r:embed="rId6"/>
            <a:stretch>
              <a:fillRect/>
            </a:stretch>
          </a:blipFill>
        </p:spPr>
      </p:sp>
      <p:sp>
        <p:nvSpPr>
          <p:cNvPr id="10" name="Freeform 10"/>
          <p:cNvSpPr/>
          <p:nvPr/>
        </p:nvSpPr>
        <p:spPr>
          <a:xfrm>
            <a:off x="865700" y="4006326"/>
            <a:ext cx="350026" cy="54000"/>
          </a:xfrm>
          <a:custGeom>
            <a:avLst/>
            <a:gdLst/>
            <a:ahLst/>
            <a:cxnLst/>
            <a:rect l="l" t="t" r="r" b="b"/>
            <a:pathLst>
              <a:path w="350026" h="54000">
                <a:moveTo>
                  <a:pt x="0" y="0"/>
                </a:moveTo>
                <a:lnTo>
                  <a:pt x="350026" y="0"/>
                </a:lnTo>
                <a:lnTo>
                  <a:pt x="350026" y="54000"/>
                </a:lnTo>
                <a:lnTo>
                  <a:pt x="0" y="54000"/>
                </a:lnTo>
                <a:lnTo>
                  <a:pt x="0" y="0"/>
                </a:lnTo>
                <a:close/>
              </a:path>
            </a:pathLst>
          </a:custGeom>
          <a:blipFill>
            <a:blip r:embed="rId7"/>
            <a:stretch>
              <a:fillRect/>
            </a:stretch>
          </a:blipFill>
        </p:spPr>
      </p:sp>
      <p:sp>
        <p:nvSpPr>
          <p:cNvPr id="11" name="Freeform 11"/>
          <p:cNvSpPr/>
          <p:nvPr/>
        </p:nvSpPr>
        <p:spPr>
          <a:xfrm>
            <a:off x="1576200" y="416976"/>
            <a:ext cx="350026" cy="54000"/>
          </a:xfrm>
          <a:custGeom>
            <a:avLst/>
            <a:gdLst/>
            <a:ahLst/>
            <a:cxnLst/>
            <a:rect l="l" t="t" r="r" b="b"/>
            <a:pathLst>
              <a:path w="350026" h="54000">
                <a:moveTo>
                  <a:pt x="0" y="0"/>
                </a:moveTo>
                <a:lnTo>
                  <a:pt x="350026" y="0"/>
                </a:lnTo>
                <a:lnTo>
                  <a:pt x="350026" y="54000"/>
                </a:lnTo>
                <a:lnTo>
                  <a:pt x="0" y="54000"/>
                </a:lnTo>
                <a:lnTo>
                  <a:pt x="0" y="0"/>
                </a:lnTo>
                <a:close/>
              </a:path>
            </a:pathLst>
          </a:custGeom>
          <a:blipFill>
            <a:blip r:embed="rId7"/>
            <a:stretch>
              <a:fillRect/>
            </a:stretch>
          </a:blipFill>
        </p:spPr>
      </p:sp>
      <p:sp>
        <p:nvSpPr>
          <p:cNvPr id="12" name="Freeform 12"/>
          <p:cNvSpPr/>
          <p:nvPr/>
        </p:nvSpPr>
        <p:spPr>
          <a:xfrm>
            <a:off x="16258700" y="9977450"/>
            <a:ext cx="350026" cy="54000"/>
          </a:xfrm>
          <a:custGeom>
            <a:avLst/>
            <a:gdLst/>
            <a:ahLst/>
            <a:cxnLst/>
            <a:rect l="l" t="t" r="r" b="b"/>
            <a:pathLst>
              <a:path w="350026" h="54000">
                <a:moveTo>
                  <a:pt x="0" y="0"/>
                </a:moveTo>
                <a:lnTo>
                  <a:pt x="350026" y="0"/>
                </a:lnTo>
                <a:lnTo>
                  <a:pt x="350026" y="54000"/>
                </a:lnTo>
                <a:lnTo>
                  <a:pt x="0" y="54000"/>
                </a:lnTo>
                <a:lnTo>
                  <a:pt x="0" y="0"/>
                </a:lnTo>
                <a:close/>
              </a:path>
            </a:pathLst>
          </a:custGeom>
          <a:blipFill>
            <a:blip r:embed="rId7"/>
            <a:stretch>
              <a:fillRect/>
            </a:stretch>
          </a:blipFill>
        </p:spPr>
      </p:sp>
      <p:sp>
        <p:nvSpPr>
          <p:cNvPr id="13" name="Freeform 13"/>
          <p:cNvSpPr/>
          <p:nvPr/>
        </p:nvSpPr>
        <p:spPr>
          <a:xfrm>
            <a:off x="16995100" y="6858850"/>
            <a:ext cx="350026" cy="54000"/>
          </a:xfrm>
          <a:custGeom>
            <a:avLst/>
            <a:gdLst/>
            <a:ahLst/>
            <a:cxnLst/>
            <a:rect l="l" t="t" r="r" b="b"/>
            <a:pathLst>
              <a:path w="350026" h="54000">
                <a:moveTo>
                  <a:pt x="0" y="0"/>
                </a:moveTo>
                <a:lnTo>
                  <a:pt x="350026" y="0"/>
                </a:lnTo>
                <a:lnTo>
                  <a:pt x="350026" y="54000"/>
                </a:lnTo>
                <a:lnTo>
                  <a:pt x="0" y="54000"/>
                </a:lnTo>
                <a:lnTo>
                  <a:pt x="0" y="0"/>
                </a:lnTo>
                <a:close/>
              </a:path>
            </a:pathLst>
          </a:custGeom>
          <a:blipFill>
            <a:blip r:embed="rId7"/>
            <a:stretch>
              <a:fillRect/>
            </a:stretch>
          </a:blipFill>
        </p:spPr>
      </p:sp>
      <p:sp>
        <p:nvSpPr>
          <p:cNvPr id="14" name="AutoShape 14"/>
          <p:cNvSpPr/>
          <p:nvPr/>
        </p:nvSpPr>
        <p:spPr>
          <a:xfrm rot="5384913">
            <a:off x="14644004" y="2160900"/>
            <a:ext cx="4340892" cy="0"/>
          </a:xfrm>
          <a:prstGeom prst="line">
            <a:avLst/>
          </a:prstGeom>
          <a:ln w="9525" cap="rnd">
            <a:solidFill>
              <a:srgbClr val="3D3D3D"/>
            </a:solidFill>
            <a:prstDash val="solid"/>
            <a:headEnd type="none" w="sm" len="sm"/>
            <a:tailEnd type="none" w="sm" len="sm"/>
          </a:ln>
        </p:spPr>
      </p:sp>
      <p:sp>
        <p:nvSpPr>
          <p:cNvPr id="15" name="AutoShape 15"/>
          <p:cNvSpPr/>
          <p:nvPr/>
        </p:nvSpPr>
        <p:spPr>
          <a:xfrm rot="5384913">
            <a:off x="-734396" y="8132168"/>
            <a:ext cx="4340892" cy="0"/>
          </a:xfrm>
          <a:prstGeom prst="line">
            <a:avLst/>
          </a:prstGeom>
          <a:ln w="9525" cap="rnd">
            <a:solidFill>
              <a:srgbClr val="3D3D3D"/>
            </a:solidFill>
            <a:prstDash val="solid"/>
            <a:headEnd type="none" w="sm" len="sm"/>
            <a:tailEnd type="none" w="sm" len="sm"/>
          </a:ln>
        </p:spPr>
      </p:sp>
      <p:grpSp>
        <p:nvGrpSpPr>
          <p:cNvPr id="16" name="Group 16"/>
          <p:cNvGrpSpPr/>
          <p:nvPr/>
        </p:nvGrpSpPr>
        <p:grpSpPr>
          <a:xfrm>
            <a:off x="1334125" y="9166251"/>
            <a:ext cx="203850" cy="203850"/>
            <a:chOff x="0" y="0"/>
            <a:chExt cx="271800" cy="271800"/>
          </a:xfrm>
        </p:grpSpPr>
        <p:sp>
          <p:nvSpPr>
            <p:cNvPr id="17" name="Freeform 17"/>
            <p:cNvSpPr/>
            <p:nvPr/>
          </p:nvSpPr>
          <p:spPr>
            <a:xfrm>
              <a:off x="12700" y="12700"/>
              <a:ext cx="246380" cy="246380"/>
            </a:xfrm>
            <a:custGeom>
              <a:avLst/>
              <a:gdLst/>
              <a:ahLst/>
              <a:cxnLst/>
              <a:rect l="l" t="t" r="r" b="b"/>
              <a:pathLst>
                <a:path w="246380" h="246380">
                  <a:moveTo>
                    <a:pt x="0" y="123190"/>
                  </a:moveTo>
                  <a:cubicBezTo>
                    <a:pt x="0" y="55118"/>
                    <a:pt x="55118" y="0"/>
                    <a:pt x="123190" y="0"/>
                  </a:cubicBezTo>
                  <a:cubicBezTo>
                    <a:pt x="191262" y="0"/>
                    <a:pt x="246380" y="55118"/>
                    <a:pt x="246380" y="123190"/>
                  </a:cubicBezTo>
                  <a:cubicBezTo>
                    <a:pt x="246380" y="191262"/>
                    <a:pt x="191262" y="246380"/>
                    <a:pt x="123190" y="246380"/>
                  </a:cubicBezTo>
                  <a:cubicBezTo>
                    <a:pt x="55118" y="246380"/>
                    <a:pt x="0" y="191262"/>
                    <a:pt x="0" y="123190"/>
                  </a:cubicBezTo>
                  <a:close/>
                </a:path>
              </a:pathLst>
            </a:custGeom>
            <a:solidFill>
              <a:srgbClr val="3D3D3D"/>
            </a:solidFill>
          </p:spPr>
        </p:sp>
        <p:sp>
          <p:nvSpPr>
            <p:cNvPr id="18" name="Freeform 18"/>
            <p:cNvSpPr/>
            <p:nvPr/>
          </p:nvSpPr>
          <p:spPr>
            <a:xfrm>
              <a:off x="0" y="0"/>
              <a:ext cx="271780" cy="271780"/>
            </a:xfrm>
            <a:custGeom>
              <a:avLst/>
              <a:gdLst/>
              <a:ahLst/>
              <a:cxnLst/>
              <a:rect l="l" t="t" r="r" b="b"/>
              <a:pathLst>
                <a:path w="271780" h="271780">
                  <a:moveTo>
                    <a:pt x="0" y="135890"/>
                  </a:moveTo>
                  <a:cubicBezTo>
                    <a:pt x="0" y="60833"/>
                    <a:pt x="60833" y="0"/>
                    <a:pt x="135890" y="0"/>
                  </a:cubicBezTo>
                  <a:lnTo>
                    <a:pt x="135890" y="12700"/>
                  </a:lnTo>
                  <a:lnTo>
                    <a:pt x="135890" y="0"/>
                  </a:lnTo>
                  <a:cubicBezTo>
                    <a:pt x="210947" y="0"/>
                    <a:pt x="271780" y="60833"/>
                    <a:pt x="271780" y="135890"/>
                  </a:cubicBezTo>
                  <a:lnTo>
                    <a:pt x="259080" y="135890"/>
                  </a:lnTo>
                  <a:lnTo>
                    <a:pt x="271780" y="135890"/>
                  </a:lnTo>
                  <a:cubicBezTo>
                    <a:pt x="271780" y="210947"/>
                    <a:pt x="210947" y="271780"/>
                    <a:pt x="135890" y="271780"/>
                  </a:cubicBezTo>
                  <a:lnTo>
                    <a:pt x="135890" y="259080"/>
                  </a:lnTo>
                  <a:lnTo>
                    <a:pt x="135890" y="271780"/>
                  </a:lnTo>
                  <a:cubicBezTo>
                    <a:pt x="60833" y="271780"/>
                    <a:pt x="0" y="210947"/>
                    <a:pt x="0" y="135890"/>
                  </a:cubicBezTo>
                  <a:lnTo>
                    <a:pt x="12700" y="135890"/>
                  </a:lnTo>
                  <a:lnTo>
                    <a:pt x="25400" y="135890"/>
                  </a:lnTo>
                  <a:lnTo>
                    <a:pt x="12700" y="135890"/>
                  </a:lnTo>
                  <a:lnTo>
                    <a:pt x="0" y="135890"/>
                  </a:lnTo>
                  <a:moveTo>
                    <a:pt x="25400" y="135890"/>
                  </a:moveTo>
                  <a:cubicBezTo>
                    <a:pt x="25400" y="142875"/>
                    <a:pt x="19685" y="148590"/>
                    <a:pt x="12700" y="148590"/>
                  </a:cubicBezTo>
                  <a:cubicBezTo>
                    <a:pt x="5715" y="148590"/>
                    <a:pt x="0" y="142875"/>
                    <a:pt x="0" y="135890"/>
                  </a:cubicBezTo>
                  <a:cubicBezTo>
                    <a:pt x="0" y="128905"/>
                    <a:pt x="5715" y="123190"/>
                    <a:pt x="12700" y="123190"/>
                  </a:cubicBezTo>
                  <a:cubicBezTo>
                    <a:pt x="19685" y="123190"/>
                    <a:pt x="25400" y="128905"/>
                    <a:pt x="25400" y="135890"/>
                  </a:cubicBezTo>
                  <a:cubicBezTo>
                    <a:pt x="25400" y="196977"/>
                    <a:pt x="74930" y="246380"/>
                    <a:pt x="135890" y="246380"/>
                  </a:cubicBezTo>
                  <a:cubicBezTo>
                    <a:pt x="196850" y="246380"/>
                    <a:pt x="246380" y="196850"/>
                    <a:pt x="246380" y="135890"/>
                  </a:cubicBezTo>
                  <a:cubicBezTo>
                    <a:pt x="246380" y="74930"/>
                    <a:pt x="196977" y="25400"/>
                    <a:pt x="135890" y="25400"/>
                  </a:cubicBezTo>
                  <a:lnTo>
                    <a:pt x="135890" y="12700"/>
                  </a:lnTo>
                  <a:lnTo>
                    <a:pt x="135890" y="25400"/>
                  </a:lnTo>
                  <a:cubicBezTo>
                    <a:pt x="74930" y="25400"/>
                    <a:pt x="25400" y="74930"/>
                    <a:pt x="25400" y="135890"/>
                  </a:cubicBezTo>
                  <a:close/>
                </a:path>
              </a:pathLst>
            </a:custGeom>
            <a:solidFill>
              <a:srgbClr val="3D3D3D"/>
            </a:solidFill>
          </p:spPr>
        </p:sp>
      </p:grpSp>
      <p:grpSp>
        <p:nvGrpSpPr>
          <p:cNvPr id="19" name="Group 19"/>
          <p:cNvGrpSpPr/>
          <p:nvPr/>
        </p:nvGrpSpPr>
        <p:grpSpPr>
          <a:xfrm>
            <a:off x="1334125" y="7871151"/>
            <a:ext cx="203850" cy="203850"/>
            <a:chOff x="0" y="0"/>
            <a:chExt cx="271800" cy="271800"/>
          </a:xfrm>
        </p:grpSpPr>
        <p:sp>
          <p:nvSpPr>
            <p:cNvPr id="20" name="Freeform 20"/>
            <p:cNvSpPr/>
            <p:nvPr/>
          </p:nvSpPr>
          <p:spPr>
            <a:xfrm>
              <a:off x="12700" y="12700"/>
              <a:ext cx="246380" cy="246380"/>
            </a:xfrm>
            <a:custGeom>
              <a:avLst/>
              <a:gdLst/>
              <a:ahLst/>
              <a:cxnLst/>
              <a:rect l="l" t="t" r="r" b="b"/>
              <a:pathLst>
                <a:path w="246380" h="246380">
                  <a:moveTo>
                    <a:pt x="0" y="123190"/>
                  </a:moveTo>
                  <a:cubicBezTo>
                    <a:pt x="0" y="55118"/>
                    <a:pt x="55118" y="0"/>
                    <a:pt x="123190" y="0"/>
                  </a:cubicBezTo>
                  <a:cubicBezTo>
                    <a:pt x="191262" y="0"/>
                    <a:pt x="246380" y="55118"/>
                    <a:pt x="246380" y="123190"/>
                  </a:cubicBezTo>
                  <a:cubicBezTo>
                    <a:pt x="246380" y="191262"/>
                    <a:pt x="191262" y="246380"/>
                    <a:pt x="123190" y="246380"/>
                  </a:cubicBezTo>
                  <a:cubicBezTo>
                    <a:pt x="55118" y="246380"/>
                    <a:pt x="0" y="191262"/>
                    <a:pt x="0" y="123190"/>
                  </a:cubicBezTo>
                  <a:close/>
                </a:path>
              </a:pathLst>
            </a:custGeom>
            <a:solidFill>
              <a:srgbClr val="3D3D3D"/>
            </a:solidFill>
          </p:spPr>
        </p:sp>
        <p:sp>
          <p:nvSpPr>
            <p:cNvPr id="21" name="Freeform 21"/>
            <p:cNvSpPr/>
            <p:nvPr/>
          </p:nvSpPr>
          <p:spPr>
            <a:xfrm>
              <a:off x="0" y="0"/>
              <a:ext cx="271780" cy="271780"/>
            </a:xfrm>
            <a:custGeom>
              <a:avLst/>
              <a:gdLst/>
              <a:ahLst/>
              <a:cxnLst/>
              <a:rect l="l" t="t" r="r" b="b"/>
              <a:pathLst>
                <a:path w="271780" h="271780">
                  <a:moveTo>
                    <a:pt x="0" y="135890"/>
                  </a:moveTo>
                  <a:cubicBezTo>
                    <a:pt x="0" y="60833"/>
                    <a:pt x="60833" y="0"/>
                    <a:pt x="135890" y="0"/>
                  </a:cubicBezTo>
                  <a:lnTo>
                    <a:pt x="135890" y="12700"/>
                  </a:lnTo>
                  <a:lnTo>
                    <a:pt x="135890" y="0"/>
                  </a:lnTo>
                  <a:cubicBezTo>
                    <a:pt x="210947" y="0"/>
                    <a:pt x="271780" y="60833"/>
                    <a:pt x="271780" y="135890"/>
                  </a:cubicBezTo>
                  <a:lnTo>
                    <a:pt x="259080" y="135890"/>
                  </a:lnTo>
                  <a:lnTo>
                    <a:pt x="271780" y="135890"/>
                  </a:lnTo>
                  <a:cubicBezTo>
                    <a:pt x="271780" y="210947"/>
                    <a:pt x="210947" y="271780"/>
                    <a:pt x="135890" y="271780"/>
                  </a:cubicBezTo>
                  <a:lnTo>
                    <a:pt x="135890" y="259080"/>
                  </a:lnTo>
                  <a:lnTo>
                    <a:pt x="135890" y="271780"/>
                  </a:lnTo>
                  <a:cubicBezTo>
                    <a:pt x="60833" y="271780"/>
                    <a:pt x="0" y="210947"/>
                    <a:pt x="0" y="135890"/>
                  </a:cubicBezTo>
                  <a:lnTo>
                    <a:pt x="12700" y="135890"/>
                  </a:lnTo>
                  <a:lnTo>
                    <a:pt x="25400" y="135890"/>
                  </a:lnTo>
                  <a:lnTo>
                    <a:pt x="12700" y="135890"/>
                  </a:lnTo>
                  <a:lnTo>
                    <a:pt x="0" y="135890"/>
                  </a:lnTo>
                  <a:moveTo>
                    <a:pt x="25400" y="135890"/>
                  </a:moveTo>
                  <a:cubicBezTo>
                    <a:pt x="25400" y="142875"/>
                    <a:pt x="19685" y="148590"/>
                    <a:pt x="12700" y="148590"/>
                  </a:cubicBezTo>
                  <a:cubicBezTo>
                    <a:pt x="5715" y="148590"/>
                    <a:pt x="0" y="142875"/>
                    <a:pt x="0" y="135890"/>
                  </a:cubicBezTo>
                  <a:cubicBezTo>
                    <a:pt x="0" y="128905"/>
                    <a:pt x="5715" y="123190"/>
                    <a:pt x="12700" y="123190"/>
                  </a:cubicBezTo>
                  <a:cubicBezTo>
                    <a:pt x="19685" y="123190"/>
                    <a:pt x="25400" y="128905"/>
                    <a:pt x="25400" y="135890"/>
                  </a:cubicBezTo>
                  <a:cubicBezTo>
                    <a:pt x="25400" y="196977"/>
                    <a:pt x="74930" y="246380"/>
                    <a:pt x="135890" y="246380"/>
                  </a:cubicBezTo>
                  <a:cubicBezTo>
                    <a:pt x="196850" y="246380"/>
                    <a:pt x="246380" y="196850"/>
                    <a:pt x="246380" y="135890"/>
                  </a:cubicBezTo>
                  <a:cubicBezTo>
                    <a:pt x="246380" y="74930"/>
                    <a:pt x="196977" y="25400"/>
                    <a:pt x="135890" y="25400"/>
                  </a:cubicBezTo>
                  <a:lnTo>
                    <a:pt x="135890" y="12700"/>
                  </a:lnTo>
                  <a:lnTo>
                    <a:pt x="135890" y="25400"/>
                  </a:lnTo>
                  <a:cubicBezTo>
                    <a:pt x="74930" y="25400"/>
                    <a:pt x="25400" y="74930"/>
                    <a:pt x="25400" y="135890"/>
                  </a:cubicBezTo>
                  <a:close/>
                </a:path>
              </a:pathLst>
            </a:custGeom>
            <a:solidFill>
              <a:srgbClr val="3D3D3D"/>
            </a:solidFill>
          </p:spPr>
        </p:sp>
      </p:grpSp>
      <p:grpSp>
        <p:nvGrpSpPr>
          <p:cNvPr id="22" name="Group 22"/>
          <p:cNvGrpSpPr/>
          <p:nvPr/>
        </p:nvGrpSpPr>
        <p:grpSpPr>
          <a:xfrm>
            <a:off x="16712525" y="2897475"/>
            <a:ext cx="203850" cy="203850"/>
            <a:chOff x="0" y="0"/>
            <a:chExt cx="271800" cy="271800"/>
          </a:xfrm>
        </p:grpSpPr>
        <p:sp>
          <p:nvSpPr>
            <p:cNvPr id="23" name="Freeform 23"/>
            <p:cNvSpPr/>
            <p:nvPr/>
          </p:nvSpPr>
          <p:spPr>
            <a:xfrm>
              <a:off x="12700" y="12700"/>
              <a:ext cx="246380" cy="246380"/>
            </a:xfrm>
            <a:custGeom>
              <a:avLst/>
              <a:gdLst/>
              <a:ahLst/>
              <a:cxnLst/>
              <a:rect l="l" t="t" r="r" b="b"/>
              <a:pathLst>
                <a:path w="246380" h="246380">
                  <a:moveTo>
                    <a:pt x="0" y="123190"/>
                  </a:moveTo>
                  <a:cubicBezTo>
                    <a:pt x="0" y="55118"/>
                    <a:pt x="55118" y="0"/>
                    <a:pt x="123190" y="0"/>
                  </a:cubicBezTo>
                  <a:cubicBezTo>
                    <a:pt x="191262" y="0"/>
                    <a:pt x="246380" y="55118"/>
                    <a:pt x="246380" y="123190"/>
                  </a:cubicBezTo>
                  <a:cubicBezTo>
                    <a:pt x="246380" y="191262"/>
                    <a:pt x="191262" y="246380"/>
                    <a:pt x="123190" y="246380"/>
                  </a:cubicBezTo>
                  <a:cubicBezTo>
                    <a:pt x="55118" y="246380"/>
                    <a:pt x="0" y="191262"/>
                    <a:pt x="0" y="123190"/>
                  </a:cubicBezTo>
                  <a:close/>
                </a:path>
              </a:pathLst>
            </a:custGeom>
            <a:solidFill>
              <a:srgbClr val="3D3D3D"/>
            </a:solidFill>
          </p:spPr>
        </p:sp>
        <p:sp>
          <p:nvSpPr>
            <p:cNvPr id="24" name="Freeform 24"/>
            <p:cNvSpPr/>
            <p:nvPr/>
          </p:nvSpPr>
          <p:spPr>
            <a:xfrm>
              <a:off x="0" y="0"/>
              <a:ext cx="271780" cy="271780"/>
            </a:xfrm>
            <a:custGeom>
              <a:avLst/>
              <a:gdLst/>
              <a:ahLst/>
              <a:cxnLst/>
              <a:rect l="l" t="t" r="r" b="b"/>
              <a:pathLst>
                <a:path w="271780" h="271780">
                  <a:moveTo>
                    <a:pt x="0" y="135890"/>
                  </a:moveTo>
                  <a:cubicBezTo>
                    <a:pt x="0" y="60833"/>
                    <a:pt x="60833" y="0"/>
                    <a:pt x="135890" y="0"/>
                  </a:cubicBezTo>
                  <a:lnTo>
                    <a:pt x="135890" y="12700"/>
                  </a:lnTo>
                  <a:lnTo>
                    <a:pt x="135890" y="0"/>
                  </a:lnTo>
                  <a:cubicBezTo>
                    <a:pt x="210947" y="0"/>
                    <a:pt x="271780" y="60833"/>
                    <a:pt x="271780" y="135890"/>
                  </a:cubicBezTo>
                  <a:lnTo>
                    <a:pt x="259080" y="135890"/>
                  </a:lnTo>
                  <a:lnTo>
                    <a:pt x="271780" y="135890"/>
                  </a:lnTo>
                  <a:cubicBezTo>
                    <a:pt x="271780" y="210947"/>
                    <a:pt x="210947" y="271780"/>
                    <a:pt x="135890" y="271780"/>
                  </a:cubicBezTo>
                  <a:lnTo>
                    <a:pt x="135890" y="259080"/>
                  </a:lnTo>
                  <a:lnTo>
                    <a:pt x="135890" y="271780"/>
                  </a:lnTo>
                  <a:cubicBezTo>
                    <a:pt x="60833" y="271780"/>
                    <a:pt x="0" y="210947"/>
                    <a:pt x="0" y="135890"/>
                  </a:cubicBezTo>
                  <a:lnTo>
                    <a:pt x="12700" y="135890"/>
                  </a:lnTo>
                  <a:lnTo>
                    <a:pt x="25400" y="135890"/>
                  </a:lnTo>
                  <a:lnTo>
                    <a:pt x="12700" y="135890"/>
                  </a:lnTo>
                  <a:lnTo>
                    <a:pt x="0" y="135890"/>
                  </a:lnTo>
                  <a:moveTo>
                    <a:pt x="25400" y="135890"/>
                  </a:moveTo>
                  <a:cubicBezTo>
                    <a:pt x="25400" y="142875"/>
                    <a:pt x="19685" y="148590"/>
                    <a:pt x="12700" y="148590"/>
                  </a:cubicBezTo>
                  <a:cubicBezTo>
                    <a:pt x="5715" y="148590"/>
                    <a:pt x="0" y="142875"/>
                    <a:pt x="0" y="135890"/>
                  </a:cubicBezTo>
                  <a:cubicBezTo>
                    <a:pt x="0" y="128905"/>
                    <a:pt x="5715" y="123190"/>
                    <a:pt x="12700" y="123190"/>
                  </a:cubicBezTo>
                  <a:cubicBezTo>
                    <a:pt x="19685" y="123190"/>
                    <a:pt x="25400" y="128905"/>
                    <a:pt x="25400" y="135890"/>
                  </a:cubicBezTo>
                  <a:cubicBezTo>
                    <a:pt x="25400" y="196977"/>
                    <a:pt x="74930" y="246380"/>
                    <a:pt x="135890" y="246380"/>
                  </a:cubicBezTo>
                  <a:cubicBezTo>
                    <a:pt x="196850" y="246380"/>
                    <a:pt x="246380" y="196850"/>
                    <a:pt x="246380" y="135890"/>
                  </a:cubicBezTo>
                  <a:cubicBezTo>
                    <a:pt x="246380" y="74930"/>
                    <a:pt x="196977" y="25400"/>
                    <a:pt x="135890" y="25400"/>
                  </a:cubicBezTo>
                  <a:lnTo>
                    <a:pt x="135890" y="12700"/>
                  </a:lnTo>
                  <a:lnTo>
                    <a:pt x="135890" y="25400"/>
                  </a:lnTo>
                  <a:cubicBezTo>
                    <a:pt x="74930" y="25400"/>
                    <a:pt x="25400" y="74930"/>
                    <a:pt x="25400" y="135890"/>
                  </a:cubicBezTo>
                  <a:close/>
                </a:path>
              </a:pathLst>
            </a:custGeom>
            <a:solidFill>
              <a:srgbClr val="3D3D3D"/>
            </a:solidFill>
          </p:spPr>
        </p:sp>
      </p:grpSp>
      <p:grpSp>
        <p:nvGrpSpPr>
          <p:cNvPr id="25" name="Group 25"/>
          <p:cNvGrpSpPr/>
          <p:nvPr/>
        </p:nvGrpSpPr>
        <p:grpSpPr>
          <a:xfrm>
            <a:off x="16712525" y="460225"/>
            <a:ext cx="203850" cy="203850"/>
            <a:chOff x="0" y="0"/>
            <a:chExt cx="271800" cy="271800"/>
          </a:xfrm>
        </p:grpSpPr>
        <p:sp>
          <p:nvSpPr>
            <p:cNvPr id="26" name="Freeform 26"/>
            <p:cNvSpPr/>
            <p:nvPr/>
          </p:nvSpPr>
          <p:spPr>
            <a:xfrm>
              <a:off x="12700" y="12700"/>
              <a:ext cx="246380" cy="246380"/>
            </a:xfrm>
            <a:custGeom>
              <a:avLst/>
              <a:gdLst/>
              <a:ahLst/>
              <a:cxnLst/>
              <a:rect l="l" t="t" r="r" b="b"/>
              <a:pathLst>
                <a:path w="246380" h="246380">
                  <a:moveTo>
                    <a:pt x="0" y="123190"/>
                  </a:moveTo>
                  <a:cubicBezTo>
                    <a:pt x="0" y="55118"/>
                    <a:pt x="55118" y="0"/>
                    <a:pt x="123190" y="0"/>
                  </a:cubicBezTo>
                  <a:cubicBezTo>
                    <a:pt x="191262" y="0"/>
                    <a:pt x="246380" y="55118"/>
                    <a:pt x="246380" y="123190"/>
                  </a:cubicBezTo>
                  <a:cubicBezTo>
                    <a:pt x="246380" y="191262"/>
                    <a:pt x="191262" y="246380"/>
                    <a:pt x="123190" y="246380"/>
                  </a:cubicBezTo>
                  <a:cubicBezTo>
                    <a:pt x="55118" y="246380"/>
                    <a:pt x="0" y="191262"/>
                    <a:pt x="0" y="123190"/>
                  </a:cubicBezTo>
                  <a:close/>
                </a:path>
              </a:pathLst>
            </a:custGeom>
            <a:solidFill>
              <a:srgbClr val="3D3D3D"/>
            </a:solidFill>
          </p:spPr>
        </p:sp>
        <p:sp>
          <p:nvSpPr>
            <p:cNvPr id="27" name="Freeform 27"/>
            <p:cNvSpPr/>
            <p:nvPr/>
          </p:nvSpPr>
          <p:spPr>
            <a:xfrm>
              <a:off x="0" y="0"/>
              <a:ext cx="271780" cy="271780"/>
            </a:xfrm>
            <a:custGeom>
              <a:avLst/>
              <a:gdLst/>
              <a:ahLst/>
              <a:cxnLst/>
              <a:rect l="l" t="t" r="r" b="b"/>
              <a:pathLst>
                <a:path w="271780" h="271780">
                  <a:moveTo>
                    <a:pt x="0" y="135890"/>
                  </a:moveTo>
                  <a:cubicBezTo>
                    <a:pt x="0" y="60833"/>
                    <a:pt x="60833" y="0"/>
                    <a:pt x="135890" y="0"/>
                  </a:cubicBezTo>
                  <a:lnTo>
                    <a:pt x="135890" y="12700"/>
                  </a:lnTo>
                  <a:lnTo>
                    <a:pt x="135890" y="0"/>
                  </a:lnTo>
                  <a:cubicBezTo>
                    <a:pt x="210947" y="0"/>
                    <a:pt x="271780" y="60833"/>
                    <a:pt x="271780" y="135890"/>
                  </a:cubicBezTo>
                  <a:lnTo>
                    <a:pt x="259080" y="135890"/>
                  </a:lnTo>
                  <a:lnTo>
                    <a:pt x="271780" y="135890"/>
                  </a:lnTo>
                  <a:cubicBezTo>
                    <a:pt x="271780" y="210947"/>
                    <a:pt x="210947" y="271780"/>
                    <a:pt x="135890" y="271780"/>
                  </a:cubicBezTo>
                  <a:lnTo>
                    <a:pt x="135890" y="259080"/>
                  </a:lnTo>
                  <a:lnTo>
                    <a:pt x="135890" y="271780"/>
                  </a:lnTo>
                  <a:cubicBezTo>
                    <a:pt x="60833" y="271780"/>
                    <a:pt x="0" y="210947"/>
                    <a:pt x="0" y="135890"/>
                  </a:cubicBezTo>
                  <a:lnTo>
                    <a:pt x="12700" y="135890"/>
                  </a:lnTo>
                  <a:lnTo>
                    <a:pt x="25400" y="135890"/>
                  </a:lnTo>
                  <a:lnTo>
                    <a:pt x="12700" y="135890"/>
                  </a:lnTo>
                  <a:lnTo>
                    <a:pt x="0" y="135890"/>
                  </a:lnTo>
                  <a:moveTo>
                    <a:pt x="25400" y="135890"/>
                  </a:moveTo>
                  <a:cubicBezTo>
                    <a:pt x="25400" y="142875"/>
                    <a:pt x="19685" y="148590"/>
                    <a:pt x="12700" y="148590"/>
                  </a:cubicBezTo>
                  <a:cubicBezTo>
                    <a:pt x="5715" y="148590"/>
                    <a:pt x="0" y="142875"/>
                    <a:pt x="0" y="135890"/>
                  </a:cubicBezTo>
                  <a:cubicBezTo>
                    <a:pt x="0" y="128905"/>
                    <a:pt x="5715" y="123190"/>
                    <a:pt x="12700" y="123190"/>
                  </a:cubicBezTo>
                  <a:cubicBezTo>
                    <a:pt x="19685" y="123190"/>
                    <a:pt x="25400" y="128905"/>
                    <a:pt x="25400" y="135890"/>
                  </a:cubicBezTo>
                  <a:cubicBezTo>
                    <a:pt x="25400" y="196977"/>
                    <a:pt x="74930" y="246380"/>
                    <a:pt x="135890" y="246380"/>
                  </a:cubicBezTo>
                  <a:cubicBezTo>
                    <a:pt x="196850" y="246380"/>
                    <a:pt x="246380" y="196850"/>
                    <a:pt x="246380" y="135890"/>
                  </a:cubicBezTo>
                  <a:cubicBezTo>
                    <a:pt x="246380" y="74930"/>
                    <a:pt x="196977" y="25400"/>
                    <a:pt x="135890" y="25400"/>
                  </a:cubicBezTo>
                  <a:lnTo>
                    <a:pt x="135890" y="12700"/>
                  </a:lnTo>
                  <a:lnTo>
                    <a:pt x="135890" y="25400"/>
                  </a:lnTo>
                  <a:cubicBezTo>
                    <a:pt x="74930" y="25400"/>
                    <a:pt x="25400" y="74930"/>
                    <a:pt x="25400" y="135890"/>
                  </a:cubicBezTo>
                  <a:close/>
                </a:path>
              </a:pathLst>
            </a:custGeom>
            <a:solidFill>
              <a:srgbClr val="3D3D3D"/>
            </a:solidFill>
          </p:spPr>
        </p:sp>
      </p:grpSp>
      <p:sp>
        <p:nvSpPr>
          <p:cNvPr id="46" name="TextBox 46"/>
          <p:cNvSpPr txBox="1"/>
          <p:nvPr/>
        </p:nvSpPr>
        <p:spPr>
          <a:xfrm>
            <a:off x="4486971" y="651631"/>
            <a:ext cx="9314057" cy="906145"/>
          </a:xfrm>
          <a:prstGeom prst="rect">
            <a:avLst/>
          </a:prstGeom>
        </p:spPr>
        <p:txBody>
          <a:bodyPr lIns="0" tIns="0" rIns="0" bIns="0" rtlCol="0" anchor="t">
            <a:spAutoFit/>
          </a:bodyPr>
          <a:lstStyle/>
          <a:p>
            <a:pPr algn="ctr">
              <a:lnSpc>
                <a:spcPts val="7280"/>
              </a:lnSpc>
            </a:pPr>
            <a:r>
              <a:rPr lang="en-US" sz="5200">
                <a:solidFill>
                  <a:srgbClr val="000000"/>
                </a:solidFill>
                <a:latin typeface="Arimo Bold" panose="020B0704020202020204"/>
              </a:rPr>
              <a:t>2.1. Phân tích hệ thống</a:t>
            </a:r>
            <a:endParaRPr lang="en-US" sz="5200">
              <a:solidFill>
                <a:srgbClr val="000000"/>
              </a:solidFill>
              <a:latin typeface="Arimo Bold" panose="020B0704020202020204"/>
            </a:endParaRPr>
          </a:p>
        </p:txBody>
      </p:sp>
      <p:sp>
        <p:nvSpPr>
          <p:cNvPr id="48" name="TextBox 17"/>
          <p:cNvSpPr txBox="1"/>
          <p:nvPr/>
        </p:nvSpPr>
        <p:spPr>
          <a:xfrm>
            <a:off x="4267200" y="9253220"/>
            <a:ext cx="10219690" cy="610235"/>
          </a:xfrm>
          <a:prstGeom prst="rect">
            <a:avLst/>
          </a:prstGeom>
        </p:spPr>
        <p:txBody>
          <a:bodyPr wrap="square" lIns="0" tIns="0" rIns="0" bIns="0" rtlCol="0" anchor="t">
            <a:spAutoFit/>
          </a:bodyPr>
          <a:p>
            <a:pPr algn="ctr">
              <a:lnSpc>
                <a:spcPts val="4760"/>
              </a:lnSpc>
            </a:pPr>
            <a:r>
              <a:rPr lang="en-US" sz="2800">
                <a:solidFill>
                  <a:srgbClr val="000000"/>
                </a:solidFill>
                <a:latin typeface="Faustina" panose="00000500000000000000"/>
              </a:rPr>
              <a:t>Hình 2.4. Sơ đồ mức dưới đỉnh của chức năng quản lí khách hàng</a:t>
            </a:r>
            <a:endParaRPr lang="en-US" sz="2800">
              <a:solidFill>
                <a:srgbClr val="000000"/>
              </a:solidFill>
              <a:latin typeface="Faustina" panose="00000500000000000000"/>
            </a:endParaRPr>
          </a:p>
        </p:txBody>
      </p:sp>
      <p:pic>
        <p:nvPicPr>
          <p:cNvPr id="28" name="Picture 8"/>
          <p:cNvPicPr>
            <a:picLocks noChangeAspect="1"/>
          </p:cNvPicPr>
          <p:nvPr/>
        </p:nvPicPr>
        <p:blipFill>
          <a:blip r:embed="rId8"/>
          <a:stretch>
            <a:fillRect/>
          </a:stretch>
        </p:blipFill>
        <p:spPr>
          <a:xfrm>
            <a:off x="4638675" y="1638300"/>
            <a:ext cx="9583420" cy="7428230"/>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rot="5386959">
            <a:off x="14329607" y="7830000"/>
            <a:ext cx="5021886" cy="0"/>
          </a:xfrm>
          <a:prstGeom prst="line">
            <a:avLst/>
          </a:prstGeom>
          <a:ln w="9525" cap="rnd">
            <a:solidFill>
              <a:srgbClr val="3D3D3D"/>
            </a:solidFill>
            <a:prstDash val="solid"/>
            <a:headEnd type="none" w="sm" len="sm"/>
            <a:tailEnd type="none" w="sm" len="sm"/>
          </a:ln>
        </p:spPr>
      </p:sp>
      <p:sp>
        <p:nvSpPr>
          <p:cNvPr id="3" name="Freeform 3"/>
          <p:cNvSpPr/>
          <p:nvPr/>
        </p:nvSpPr>
        <p:spPr>
          <a:xfrm>
            <a:off x="16258700" y="8584350"/>
            <a:ext cx="1163600" cy="1164700"/>
          </a:xfrm>
          <a:custGeom>
            <a:avLst/>
            <a:gdLst/>
            <a:ahLst/>
            <a:cxnLst/>
            <a:rect l="l" t="t" r="r" b="b"/>
            <a:pathLst>
              <a:path w="1163600" h="1164700">
                <a:moveTo>
                  <a:pt x="0" y="0"/>
                </a:moveTo>
                <a:lnTo>
                  <a:pt x="1163600" y="0"/>
                </a:lnTo>
                <a:lnTo>
                  <a:pt x="1163600" y="1164700"/>
                </a:lnTo>
                <a:lnTo>
                  <a:pt x="0" y="1164700"/>
                </a:lnTo>
                <a:lnTo>
                  <a:pt x="0" y="0"/>
                </a:lnTo>
                <a:close/>
              </a:path>
            </a:pathLst>
          </a:custGeom>
          <a:blipFill>
            <a:blip r:embed="rId1"/>
            <a:stretch>
              <a:fillRect/>
            </a:stretch>
          </a:blipFill>
        </p:spPr>
      </p:sp>
      <p:sp>
        <p:nvSpPr>
          <p:cNvPr id="4" name="Freeform 4"/>
          <p:cNvSpPr/>
          <p:nvPr/>
        </p:nvSpPr>
        <p:spPr>
          <a:xfrm>
            <a:off x="16548476" y="7441200"/>
            <a:ext cx="584050" cy="585150"/>
          </a:xfrm>
          <a:custGeom>
            <a:avLst/>
            <a:gdLst/>
            <a:ahLst/>
            <a:cxnLst/>
            <a:rect l="l" t="t" r="r" b="b"/>
            <a:pathLst>
              <a:path w="584050" h="585150">
                <a:moveTo>
                  <a:pt x="0" y="0"/>
                </a:moveTo>
                <a:lnTo>
                  <a:pt x="584050" y="0"/>
                </a:lnTo>
                <a:lnTo>
                  <a:pt x="584050" y="585150"/>
                </a:lnTo>
                <a:lnTo>
                  <a:pt x="0" y="585150"/>
                </a:lnTo>
                <a:lnTo>
                  <a:pt x="0" y="0"/>
                </a:lnTo>
                <a:close/>
              </a:path>
            </a:pathLst>
          </a:custGeom>
          <a:blipFill>
            <a:blip r:embed="rId2"/>
            <a:stretch>
              <a:fillRect/>
            </a:stretch>
          </a:blipFill>
        </p:spPr>
      </p:sp>
      <p:sp>
        <p:nvSpPr>
          <p:cNvPr id="5" name="Freeform 5"/>
          <p:cNvSpPr/>
          <p:nvPr/>
        </p:nvSpPr>
        <p:spPr>
          <a:xfrm>
            <a:off x="16665526" y="6424950"/>
            <a:ext cx="350000" cy="350000"/>
          </a:xfrm>
          <a:custGeom>
            <a:avLst/>
            <a:gdLst/>
            <a:ahLst/>
            <a:cxnLst/>
            <a:rect l="l" t="t" r="r" b="b"/>
            <a:pathLst>
              <a:path w="350000" h="350000">
                <a:moveTo>
                  <a:pt x="0" y="0"/>
                </a:moveTo>
                <a:lnTo>
                  <a:pt x="350000" y="0"/>
                </a:lnTo>
                <a:lnTo>
                  <a:pt x="350000" y="350000"/>
                </a:lnTo>
                <a:lnTo>
                  <a:pt x="0" y="350000"/>
                </a:lnTo>
                <a:lnTo>
                  <a:pt x="0" y="0"/>
                </a:lnTo>
                <a:close/>
              </a:path>
            </a:pathLst>
          </a:custGeom>
          <a:blipFill>
            <a:blip r:embed="rId3"/>
            <a:stretch>
              <a:fillRect/>
            </a:stretch>
          </a:blipFill>
        </p:spPr>
      </p:sp>
      <p:sp>
        <p:nvSpPr>
          <p:cNvPr id="6" name="AutoShape 6"/>
          <p:cNvSpPr/>
          <p:nvPr/>
        </p:nvSpPr>
        <p:spPr>
          <a:xfrm rot="5386959">
            <a:off x="-1063493" y="2502626"/>
            <a:ext cx="5021886" cy="0"/>
          </a:xfrm>
          <a:prstGeom prst="line">
            <a:avLst/>
          </a:prstGeom>
          <a:ln w="9525" cap="rnd">
            <a:solidFill>
              <a:srgbClr val="3D3D3D"/>
            </a:solidFill>
            <a:prstDash val="solid"/>
            <a:headEnd type="none" w="sm" len="sm"/>
            <a:tailEnd type="none" w="sm" len="sm"/>
          </a:ln>
        </p:spPr>
      </p:sp>
      <p:sp>
        <p:nvSpPr>
          <p:cNvPr id="7" name="Freeform 7"/>
          <p:cNvSpPr/>
          <p:nvPr/>
        </p:nvSpPr>
        <p:spPr>
          <a:xfrm>
            <a:off x="865700" y="583576"/>
            <a:ext cx="1163600" cy="1164700"/>
          </a:xfrm>
          <a:custGeom>
            <a:avLst/>
            <a:gdLst/>
            <a:ahLst/>
            <a:cxnLst/>
            <a:rect l="l" t="t" r="r" b="b"/>
            <a:pathLst>
              <a:path w="1163600" h="1164700">
                <a:moveTo>
                  <a:pt x="0" y="0"/>
                </a:moveTo>
                <a:lnTo>
                  <a:pt x="1163600" y="0"/>
                </a:lnTo>
                <a:lnTo>
                  <a:pt x="1163600" y="1164700"/>
                </a:lnTo>
                <a:lnTo>
                  <a:pt x="0" y="1164700"/>
                </a:lnTo>
                <a:lnTo>
                  <a:pt x="0" y="0"/>
                </a:lnTo>
                <a:close/>
              </a:path>
            </a:pathLst>
          </a:custGeom>
          <a:blipFill>
            <a:blip r:embed="rId4"/>
            <a:stretch>
              <a:fillRect/>
            </a:stretch>
          </a:blipFill>
        </p:spPr>
      </p:sp>
      <p:sp>
        <p:nvSpPr>
          <p:cNvPr id="8" name="Freeform 8"/>
          <p:cNvSpPr/>
          <p:nvPr/>
        </p:nvSpPr>
        <p:spPr>
          <a:xfrm>
            <a:off x="1155476" y="2306276"/>
            <a:ext cx="584050" cy="585150"/>
          </a:xfrm>
          <a:custGeom>
            <a:avLst/>
            <a:gdLst/>
            <a:ahLst/>
            <a:cxnLst/>
            <a:rect l="l" t="t" r="r" b="b"/>
            <a:pathLst>
              <a:path w="584050" h="585150">
                <a:moveTo>
                  <a:pt x="0" y="0"/>
                </a:moveTo>
                <a:lnTo>
                  <a:pt x="584050" y="0"/>
                </a:lnTo>
                <a:lnTo>
                  <a:pt x="584050" y="585150"/>
                </a:lnTo>
                <a:lnTo>
                  <a:pt x="0" y="585150"/>
                </a:lnTo>
                <a:lnTo>
                  <a:pt x="0" y="0"/>
                </a:lnTo>
                <a:close/>
              </a:path>
            </a:pathLst>
          </a:custGeom>
          <a:blipFill>
            <a:blip r:embed="rId5"/>
            <a:stretch>
              <a:fillRect/>
            </a:stretch>
          </a:blipFill>
        </p:spPr>
      </p:sp>
      <p:sp>
        <p:nvSpPr>
          <p:cNvPr id="9" name="Freeform 9"/>
          <p:cNvSpPr/>
          <p:nvPr/>
        </p:nvSpPr>
        <p:spPr>
          <a:xfrm>
            <a:off x="1272476" y="3557676"/>
            <a:ext cx="350000" cy="350000"/>
          </a:xfrm>
          <a:custGeom>
            <a:avLst/>
            <a:gdLst/>
            <a:ahLst/>
            <a:cxnLst/>
            <a:rect l="l" t="t" r="r" b="b"/>
            <a:pathLst>
              <a:path w="350000" h="350000">
                <a:moveTo>
                  <a:pt x="0" y="0"/>
                </a:moveTo>
                <a:lnTo>
                  <a:pt x="350000" y="0"/>
                </a:lnTo>
                <a:lnTo>
                  <a:pt x="350000" y="350000"/>
                </a:lnTo>
                <a:lnTo>
                  <a:pt x="0" y="350000"/>
                </a:lnTo>
                <a:lnTo>
                  <a:pt x="0" y="0"/>
                </a:lnTo>
                <a:close/>
              </a:path>
            </a:pathLst>
          </a:custGeom>
          <a:blipFill>
            <a:blip r:embed="rId6"/>
            <a:stretch>
              <a:fillRect/>
            </a:stretch>
          </a:blipFill>
        </p:spPr>
      </p:sp>
      <p:sp>
        <p:nvSpPr>
          <p:cNvPr id="10" name="Freeform 10"/>
          <p:cNvSpPr/>
          <p:nvPr/>
        </p:nvSpPr>
        <p:spPr>
          <a:xfrm>
            <a:off x="865700" y="4006326"/>
            <a:ext cx="350026" cy="54000"/>
          </a:xfrm>
          <a:custGeom>
            <a:avLst/>
            <a:gdLst/>
            <a:ahLst/>
            <a:cxnLst/>
            <a:rect l="l" t="t" r="r" b="b"/>
            <a:pathLst>
              <a:path w="350026" h="54000">
                <a:moveTo>
                  <a:pt x="0" y="0"/>
                </a:moveTo>
                <a:lnTo>
                  <a:pt x="350026" y="0"/>
                </a:lnTo>
                <a:lnTo>
                  <a:pt x="350026" y="54000"/>
                </a:lnTo>
                <a:lnTo>
                  <a:pt x="0" y="54000"/>
                </a:lnTo>
                <a:lnTo>
                  <a:pt x="0" y="0"/>
                </a:lnTo>
                <a:close/>
              </a:path>
            </a:pathLst>
          </a:custGeom>
          <a:blipFill>
            <a:blip r:embed="rId7"/>
            <a:stretch>
              <a:fillRect/>
            </a:stretch>
          </a:blipFill>
        </p:spPr>
      </p:sp>
      <p:sp>
        <p:nvSpPr>
          <p:cNvPr id="11" name="Freeform 11"/>
          <p:cNvSpPr/>
          <p:nvPr/>
        </p:nvSpPr>
        <p:spPr>
          <a:xfrm>
            <a:off x="1576200" y="416976"/>
            <a:ext cx="350026" cy="54000"/>
          </a:xfrm>
          <a:custGeom>
            <a:avLst/>
            <a:gdLst/>
            <a:ahLst/>
            <a:cxnLst/>
            <a:rect l="l" t="t" r="r" b="b"/>
            <a:pathLst>
              <a:path w="350026" h="54000">
                <a:moveTo>
                  <a:pt x="0" y="0"/>
                </a:moveTo>
                <a:lnTo>
                  <a:pt x="350026" y="0"/>
                </a:lnTo>
                <a:lnTo>
                  <a:pt x="350026" y="54000"/>
                </a:lnTo>
                <a:lnTo>
                  <a:pt x="0" y="54000"/>
                </a:lnTo>
                <a:lnTo>
                  <a:pt x="0" y="0"/>
                </a:lnTo>
                <a:close/>
              </a:path>
            </a:pathLst>
          </a:custGeom>
          <a:blipFill>
            <a:blip r:embed="rId7"/>
            <a:stretch>
              <a:fillRect/>
            </a:stretch>
          </a:blipFill>
        </p:spPr>
      </p:sp>
      <p:sp>
        <p:nvSpPr>
          <p:cNvPr id="12" name="Freeform 12"/>
          <p:cNvSpPr/>
          <p:nvPr/>
        </p:nvSpPr>
        <p:spPr>
          <a:xfrm>
            <a:off x="16258700" y="9977450"/>
            <a:ext cx="350026" cy="54000"/>
          </a:xfrm>
          <a:custGeom>
            <a:avLst/>
            <a:gdLst/>
            <a:ahLst/>
            <a:cxnLst/>
            <a:rect l="l" t="t" r="r" b="b"/>
            <a:pathLst>
              <a:path w="350026" h="54000">
                <a:moveTo>
                  <a:pt x="0" y="0"/>
                </a:moveTo>
                <a:lnTo>
                  <a:pt x="350026" y="0"/>
                </a:lnTo>
                <a:lnTo>
                  <a:pt x="350026" y="54000"/>
                </a:lnTo>
                <a:lnTo>
                  <a:pt x="0" y="54000"/>
                </a:lnTo>
                <a:lnTo>
                  <a:pt x="0" y="0"/>
                </a:lnTo>
                <a:close/>
              </a:path>
            </a:pathLst>
          </a:custGeom>
          <a:blipFill>
            <a:blip r:embed="rId7"/>
            <a:stretch>
              <a:fillRect/>
            </a:stretch>
          </a:blipFill>
        </p:spPr>
      </p:sp>
      <p:sp>
        <p:nvSpPr>
          <p:cNvPr id="13" name="Freeform 13"/>
          <p:cNvSpPr/>
          <p:nvPr/>
        </p:nvSpPr>
        <p:spPr>
          <a:xfrm>
            <a:off x="16995100" y="6858850"/>
            <a:ext cx="350026" cy="54000"/>
          </a:xfrm>
          <a:custGeom>
            <a:avLst/>
            <a:gdLst/>
            <a:ahLst/>
            <a:cxnLst/>
            <a:rect l="l" t="t" r="r" b="b"/>
            <a:pathLst>
              <a:path w="350026" h="54000">
                <a:moveTo>
                  <a:pt x="0" y="0"/>
                </a:moveTo>
                <a:lnTo>
                  <a:pt x="350026" y="0"/>
                </a:lnTo>
                <a:lnTo>
                  <a:pt x="350026" y="54000"/>
                </a:lnTo>
                <a:lnTo>
                  <a:pt x="0" y="54000"/>
                </a:lnTo>
                <a:lnTo>
                  <a:pt x="0" y="0"/>
                </a:lnTo>
                <a:close/>
              </a:path>
            </a:pathLst>
          </a:custGeom>
          <a:blipFill>
            <a:blip r:embed="rId7"/>
            <a:stretch>
              <a:fillRect/>
            </a:stretch>
          </a:blipFill>
        </p:spPr>
      </p:sp>
      <p:sp>
        <p:nvSpPr>
          <p:cNvPr id="14" name="AutoShape 14"/>
          <p:cNvSpPr/>
          <p:nvPr/>
        </p:nvSpPr>
        <p:spPr>
          <a:xfrm rot="5384913">
            <a:off x="14644004" y="2160900"/>
            <a:ext cx="4340892" cy="0"/>
          </a:xfrm>
          <a:prstGeom prst="line">
            <a:avLst/>
          </a:prstGeom>
          <a:ln w="9525" cap="rnd">
            <a:solidFill>
              <a:srgbClr val="3D3D3D"/>
            </a:solidFill>
            <a:prstDash val="solid"/>
            <a:headEnd type="none" w="sm" len="sm"/>
            <a:tailEnd type="none" w="sm" len="sm"/>
          </a:ln>
        </p:spPr>
      </p:sp>
      <p:sp>
        <p:nvSpPr>
          <p:cNvPr id="15" name="AutoShape 15"/>
          <p:cNvSpPr/>
          <p:nvPr/>
        </p:nvSpPr>
        <p:spPr>
          <a:xfrm rot="5384913">
            <a:off x="-734396" y="8132168"/>
            <a:ext cx="4340892" cy="0"/>
          </a:xfrm>
          <a:prstGeom prst="line">
            <a:avLst/>
          </a:prstGeom>
          <a:ln w="9525" cap="rnd">
            <a:solidFill>
              <a:srgbClr val="3D3D3D"/>
            </a:solidFill>
            <a:prstDash val="solid"/>
            <a:headEnd type="none" w="sm" len="sm"/>
            <a:tailEnd type="none" w="sm" len="sm"/>
          </a:ln>
        </p:spPr>
      </p:sp>
      <p:grpSp>
        <p:nvGrpSpPr>
          <p:cNvPr id="16" name="Group 16"/>
          <p:cNvGrpSpPr/>
          <p:nvPr/>
        </p:nvGrpSpPr>
        <p:grpSpPr>
          <a:xfrm>
            <a:off x="1334125" y="9166251"/>
            <a:ext cx="203850" cy="203850"/>
            <a:chOff x="0" y="0"/>
            <a:chExt cx="271800" cy="271800"/>
          </a:xfrm>
        </p:grpSpPr>
        <p:sp>
          <p:nvSpPr>
            <p:cNvPr id="17" name="Freeform 17"/>
            <p:cNvSpPr/>
            <p:nvPr/>
          </p:nvSpPr>
          <p:spPr>
            <a:xfrm>
              <a:off x="12700" y="12700"/>
              <a:ext cx="246380" cy="246380"/>
            </a:xfrm>
            <a:custGeom>
              <a:avLst/>
              <a:gdLst/>
              <a:ahLst/>
              <a:cxnLst/>
              <a:rect l="l" t="t" r="r" b="b"/>
              <a:pathLst>
                <a:path w="246380" h="246380">
                  <a:moveTo>
                    <a:pt x="0" y="123190"/>
                  </a:moveTo>
                  <a:cubicBezTo>
                    <a:pt x="0" y="55118"/>
                    <a:pt x="55118" y="0"/>
                    <a:pt x="123190" y="0"/>
                  </a:cubicBezTo>
                  <a:cubicBezTo>
                    <a:pt x="191262" y="0"/>
                    <a:pt x="246380" y="55118"/>
                    <a:pt x="246380" y="123190"/>
                  </a:cubicBezTo>
                  <a:cubicBezTo>
                    <a:pt x="246380" y="191262"/>
                    <a:pt x="191262" y="246380"/>
                    <a:pt x="123190" y="246380"/>
                  </a:cubicBezTo>
                  <a:cubicBezTo>
                    <a:pt x="55118" y="246380"/>
                    <a:pt x="0" y="191262"/>
                    <a:pt x="0" y="123190"/>
                  </a:cubicBezTo>
                  <a:close/>
                </a:path>
              </a:pathLst>
            </a:custGeom>
            <a:solidFill>
              <a:srgbClr val="3D3D3D"/>
            </a:solidFill>
          </p:spPr>
        </p:sp>
        <p:sp>
          <p:nvSpPr>
            <p:cNvPr id="18" name="Freeform 18"/>
            <p:cNvSpPr/>
            <p:nvPr/>
          </p:nvSpPr>
          <p:spPr>
            <a:xfrm>
              <a:off x="0" y="0"/>
              <a:ext cx="271780" cy="271780"/>
            </a:xfrm>
            <a:custGeom>
              <a:avLst/>
              <a:gdLst/>
              <a:ahLst/>
              <a:cxnLst/>
              <a:rect l="l" t="t" r="r" b="b"/>
              <a:pathLst>
                <a:path w="271780" h="271780">
                  <a:moveTo>
                    <a:pt x="0" y="135890"/>
                  </a:moveTo>
                  <a:cubicBezTo>
                    <a:pt x="0" y="60833"/>
                    <a:pt x="60833" y="0"/>
                    <a:pt x="135890" y="0"/>
                  </a:cubicBezTo>
                  <a:lnTo>
                    <a:pt x="135890" y="12700"/>
                  </a:lnTo>
                  <a:lnTo>
                    <a:pt x="135890" y="0"/>
                  </a:lnTo>
                  <a:cubicBezTo>
                    <a:pt x="210947" y="0"/>
                    <a:pt x="271780" y="60833"/>
                    <a:pt x="271780" y="135890"/>
                  </a:cubicBezTo>
                  <a:lnTo>
                    <a:pt x="259080" y="135890"/>
                  </a:lnTo>
                  <a:lnTo>
                    <a:pt x="271780" y="135890"/>
                  </a:lnTo>
                  <a:cubicBezTo>
                    <a:pt x="271780" y="210947"/>
                    <a:pt x="210947" y="271780"/>
                    <a:pt x="135890" y="271780"/>
                  </a:cubicBezTo>
                  <a:lnTo>
                    <a:pt x="135890" y="259080"/>
                  </a:lnTo>
                  <a:lnTo>
                    <a:pt x="135890" y="271780"/>
                  </a:lnTo>
                  <a:cubicBezTo>
                    <a:pt x="60833" y="271780"/>
                    <a:pt x="0" y="210947"/>
                    <a:pt x="0" y="135890"/>
                  </a:cubicBezTo>
                  <a:lnTo>
                    <a:pt x="12700" y="135890"/>
                  </a:lnTo>
                  <a:lnTo>
                    <a:pt x="25400" y="135890"/>
                  </a:lnTo>
                  <a:lnTo>
                    <a:pt x="12700" y="135890"/>
                  </a:lnTo>
                  <a:lnTo>
                    <a:pt x="0" y="135890"/>
                  </a:lnTo>
                  <a:moveTo>
                    <a:pt x="25400" y="135890"/>
                  </a:moveTo>
                  <a:cubicBezTo>
                    <a:pt x="25400" y="142875"/>
                    <a:pt x="19685" y="148590"/>
                    <a:pt x="12700" y="148590"/>
                  </a:cubicBezTo>
                  <a:cubicBezTo>
                    <a:pt x="5715" y="148590"/>
                    <a:pt x="0" y="142875"/>
                    <a:pt x="0" y="135890"/>
                  </a:cubicBezTo>
                  <a:cubicBezTo>
                    <a:pt x="0" y="128905"/>
                    <a:pt x="5715" y="123190"/>
                    <a:pt x="12700" y="123190"/>
                  </a:cubicBezTo>
                  <a:cubicBezTo>
                    <a:pt x="19685" y="123190"/>
                    <a:pt x="25400" y="128905"/>
                    <a:pt x="25400" y="135890"/>
                  </a:cubicBezTo>
                  <a:cubicBezTo>
                    <a:pt x="25400" y="196977"/>
                    <a:pt x="74930" y="246380"/>
                    <a:pt x="135890" y="246380"/>
                  </a:cubicBezTo>
                  <a:cubicBezTo>
                    <a:pt x="196850" y="246380"/>
                    <a:pt x="246380" y="196850"/>
                    <a:pt x="246380" y="135890"/>
                  </a:cubicBezTo>
                  <a:cubicBezTo>
                    <a:pt x="246380" y="74930"/>
                    <a:pt x="196977" y="25400"/>
                    <a:pt x="135890" y="25400"/>
                  </a:cubicBezTo>
                  <a:lnTo>
                    <a:pt x="135890" y="12700"/>
                  </a:lnTo>
                  <a:lnTo>
                    <a:pt x="135890" y="25400"/>
                  </a:lnTo>
                  <a:cubicBezTo>
                    <a:pt x="74930" y="25400"/>
                    <a:pt x="25400" y="74930"/>
                    <a:pt x="25400" y="135890"/>
                  </a:cubicBezTo>
                  <a:close/>
                </a:path>
              </a:pathLst>
            </a:custGeom>
            <a:solidFill>
              <a:srgbClr val="3D3D3D"/>
            </a:solidFill>
          </p:spPr>
        </p:sp>
      </p:grpSp>
      <p:grpSp>
        <p:nvGrpSpPr>
          <p:cNvPr id="19" name="Group 19"/>
          <p:cNvGrpSpPr/>
          <p:nvPr/>
        </p:nvGrpSpPr>
        <p:grpSpPr>
          <a:xfrm>
            <a:off x="1334125" y="7871151"/>
            <a:ext cx="203850" cy="203850"/>
            <a:chOff x="0" y="0"/>
            <a:chExt cx="271800" cy="271800"/>
          </a:xfrm>
        </p:grpSpPr>
        <p:sp>
          <p:nvSpPr>
            <p:cNvPr id="20" name="Freeform 20"/>
            <p:cNvSpPr/>
            <p:nvPr/>
          </p:nvSpPr>
          <p:spPr>
            <a:xfrm>
              <a:off x="12700" y="12700"/>
              <a:ext cx="246380" cy="246380"/>
            </a:xfrm>
            <a:custGeom>
              <a:avLst/>
              <a:gdLst/>
              <a:ahLst/>
              <a:cxnLst/>
              <a:rect l="l" t="t" r="r" b="b"/>
              <a:pathLst>
                <a:path w="246380" h="246380">
                  <a:moveTo>
                    <a:pt x="0" y="123190"/>
                  </a:moveTo>
                  <a:cubicBezTo>
                    <a:pt x="0" y="55118"/>
                    <a:pt x="55118" y="0"/>
                    <a:pt x="123190" y="0"/>
                  </a:cubicBezTo>
                  <a:cubicBezTo>
                    <a:pt x="191262" y="0"/>
                    <a:pt x="246380" y="55118"/>
                    <a:pt x="246380" y="123190"/>
                  </a:cubicBezTo>
                  <a:cubicBezTo>
                    <a:pt x="246380" y="191262"/>
                    <a:pt x="191262" y="246380"/>
                    <a:pt x="123190" y="246380"/>
                  </a:cubicBezTo>
                  <a:cubicBezTo>
                    <a:pt x="55118" y="246380"/>
                    <a:pt x="0" y="191262"/>
                    <a:pt x="0" y="123190"/>
                  </a:cubicBezTo>
                  <a:close/>
                </a:path>
              </a:pathLst>
            </a:custGeom>
            <a:solidFill>
              <a:srgbClr val="3D3D3D"/>
            </a:solidFill>
          </p:spPr>
        </p:sp>
        <p:sp>
          <p:nvSpPr>
            <p:cNvPr id="21" name="Freeform 21"/>
            <p:cNvSpPr/>
            <p:nvPr/>
          </p:nvSpPr>
          <p:spPr>
            <a:xfrm>
              <a:off x="0" y="0"/>
              <a:ext cx="271780" cy="271780"/>
            </a:xfrm>
            <a:custGeom>
              <a:avLst/>
              <a:gdLst/>
              <a:ahLst/>
              <a:cxnLst/>
              <a:rect l="l" t="t" r="r" b="b"/>
              <a:pathLst>
                <a:path w="271780" h="271780">
                  <a:moveTo>
                    <a:pt x="0" y="135890"/>
                  </a:moveTo>
                  <a:cubicBezTo>
                    <a:pt x="0" y="60833"/>
                    <a:pt x="60833" y="0"/>
                    <a:pt x="135890" y="0"/>
                  </a:cubicBezTo>
                  <a:lnTo>
                    <a:pt x="135890" y="12700"/>
                  </a:lnTo>
                  <a:lnTo>
                    <a:pt x="135890" y="0"/>
                  </a:lnTo>
                  <a:cubicBezTo>
                    <a:pt x="210947" y="0"/>
                    <a:pt x="271780" y="60833"/>
                    <a:pt x="271780" y="135890"/>
                  </a:cubicBezTo>
                  <a:lnTo>
                    <a:pt x="259080" y="135890"/>
                  </a:lnTo>
                  <a:lnTo>
                    <a:pt x="271780" y="135890"/>
                  </a:lnTo>
                  <a:cubicBezTo>
                    <a:pt x="271780" y="210947"/>
                    <a:pt x="210947" y="271780"/>
                    <a:pt x="135890" y="271780"/>
                  </a:cubicBezTo>
                  <a:lnTo>
                    <a:pt x="135890" y="259080"/>
                  </a:lnTo>
                  <a:lnTo>
                    <a:pt x="135890" y="271780"/>
                  </a:lnTo>
                  <a:cubicBezTo>
                    <a:pt x="60833" y="271780"/>
                    <a:pt x="0" y="210947"/>
                    <a:pt x="0" y="135890"/>
                  </a:cubicBezTo>
                  <a:lnTo>
                    <a:pt x="12700" y="135890"/>
                  </a:lnTo>
                  <a:lnTo>
                    <a:pt x="25400" y="135890"/>
                  </a:lnTo>
                  <a:lnTo>
                    <a:pt x="12700" y="135890"/>
                  </a:lnTo>
                  <a:lnTo>
                    <a:pt x="0" y="135890"/>
                  </a:lnTo>
                  <a:moveTo>
                    <a:pt x="25400" y="135890"/>
                  </a:moveTo>
                  <a:cubicBezTo>
                    <a:pt x="25400" y="142875"/>
                    <a:pt x="19685" y="148590"/>
                    <a:pt x="12700" y="148590"/>
                  </a:cubicBezTo>
                  <a:cubicBezTo>
                    <a:pt x="5715" y="148590"/>
                    <a:pt x="0" y="142875"/>
                    <a:pt x="0" y="135890"/>
                  </a:cubicBezTo>
                  <a:cubicBezTo>
                    <a:pt x="0" y="128905"/>
                    <a:pt x="5715" y="123190"/>
                    <a:pt x="12700" y="123190"/>
                  </a:cubicBezTo>
                  <a:cubicBezTo>
                    <a:pt x="19685" y="123190"/>
                    <a:pt x="25400" y="128905"/>
                    <a:pt x="25400" y="135890"/>
                  </a:cubicBezTo>
                  <a:cubicBezTo>
                    <a:pt x="25400" y="196977"/>
                    <a:pt x="74930" y="246380"/>
                    <a:pt x="135890" y="246380"/>
                  </a:cubicBezTo>
                  <a:cubicBezTo>
                    <a:pt x="196850" y="246380"/>
                    <a:pt x="246380" y="196850"/>
                    <a:pt x="246380" y="135890"/>
                  </a:cubicBezTo>
                  <a:cubicBezTo>
                    <a:pt x="246380" y="74930"/>
                    <a:pt x="196977" y="25400"/>
                    <a:pt x="135890" y="25400"/>
                  </a:cubicBezTo>
                  <a:lnTo>
                    <a:pt x="135890" y="12700"/>
                  </a:lnTo>
                  <a:lnTo>
                    <a:pt x="135890" y="25400"/>
                  </a:lnTo>
                  <a:cubicBezTo>
                    <a:pt x="74930" y="25400"/>
                    <a:pt x="25400" y="74930"/>
                    <a:pt x="25400" y="135890"/>
                  </a:cubicBezTo>
                  <a:close/>
                </a:path>
              </a:pathLst>
            </a:custGeom>
            <a:solidFill>
              <a:srgbClr val="3D3D3D"/>
            </a:solidFill>
          </p:spPr>
        </p:sp>
      </p:grpSp>
      <p:grpSp>
        <p:nvGrpSpPr>
          <p:cNvPr id="22" name="Group 22"/>
          <p:cNvGrpSpPr/>
          <p:nvPr/>
        </p:nvGrpSpPr>
        <p:grpSpPr>
          <a:xfrm>
            <a:off x="16712525" y="2897475"/>
            <a:ext cx="203850" cy="203850"/>
            <a:chOff x="0" y="0"/>
            <a:chExt cx="271800" cy="271800"/>
          </a:xfrm>
        </p:grpSpPr>
        <p:sp>
          <p:nvSpPr>
            <p:cNvPr id="23" name="Freeform 23"/>
            <p:cNvSpPr/>
            <p:nvPr/>
          </p:nvSpPr>
          <p:spPr>
            <a:xfrm>
              <a:off x="12700" y="12700"/>
              <a:ext cx="246380" cy="246380"/>
            </a:xfrm>
            <a:custGeom>
              <a:avLst/>
              <a:gdLst/>
              <a:ahLst/>
              <a:cxnLst/>
              <a:rect l="l" t="t" r="r" b="b"/>
              <a:pathLst>
                <a:path w="246380" h="246380">
                  <a:moveTo>
                    <a:pt x="0" y="123190"/>
                  </a:moveTo>
                  <a:cubicBezTo>
                    <a:pt x="0" y="55118"/>
                    <a:pt x="55118" y="0"/>
                    <a:pt x="123190" y="0"/>
                  </a:cubicBezTo>
                  <a:cubicBezTo>
                    <a:pt x="191262" y="0"/>
                    <a:pt x="246380" y="55118"/>
                    <a:pt x="246380" y="123190"/>
                  </a:cubicBezTo>
                  <a:cubicBezTo>
                    <a:pt x="246380" y="191262"/>
                    <a:pt x="191262" y="246380"/>
                    <a:pt x="123190" y="246380"/>
                  </a:cubicBezTo>
                  <a:cubicBezTo>
                    <a:pt x="55118" y="246380"/>
                    <a:pt x="0" y="191262"/>
                    <a:pt x="0" y="123190"/>
                  </a:cubicBezTo>
                  <a:close/>
                </a:path>
              </a:pathLst>
            </a:custGeom>
            <a:solidFill>
              <a:srgbClr val="3D3D3D"/>
            </a:solidFill>
          </p:spPr>
        </p:sp>
        <p:sp>
          <p:nvSpPr>
            <p:cNvPr id="24" name="Freeform 24"/>
            <p:cNvSpPr/>
            <p:nvPr/>
          </p:nvSpPr>
          <p:spPr>
            <a:xfrm>
              <a:off x="0" y="0"/>
              <a:ext cx="271780" cy="271780"/>
            </a:xfrm>
            <a:custGeom>
              <a:avLst/>
              <a:gdLst/>
              <a:ahLst/>
              <a:cxnLst/>
              <a:rect l="l" t="t" r="r" b="b"/>
              <a:pathLst>
                <a:path w="271780" h="271780">
                  <a:moveTo>
                    <a:pt x="0" y="135890"/>
                  </a:moveTo>
                  <a:cubicBezTo>
                    <a:pt x="0" y="60833"/>
                    <a:pt x="60833" y="0"/>
                    <a:pt x="135890" y="0"/>
                  </a:cubicBezTo>
                  <a:lnTo>
                    <a:pt x="135890" y="12700"/>
                  </a:lnTo>
                  <a:lnTo>
                    <a:pt x="135890" y="0"/>
                  </a:lnTo>
                  <a:cubicBezTo>
                    <a:pt x="210947" y="0"/>
                    <a:pt x="271780" y="60833"/>
                    <a:pt x="271780" y="135890"/>
                  </a:cubicBezTo>
                  <a:lnTo>
                    <a:pt x="259080" y="135890"/>
                  </a:lnTo>
                  <a:lnTo>
                    <a:pt x="271780" y="135890"/>
                  </a:lnTo>
                  <a:cubicBezTo>
                    <a:pt x="271780" y="210947"/>
                    <a:pt x="210947" y="271780"/>
                    <a:pt x="135890" y="271780"/>
                  </a:cubicBezTo>
                  <a:lnTo>
                    <a:pt x="135890" y="259080"/>
                  </a:lnTo>
                  <a:lnTo>
                    <a:pt x="135890" y="271780"/>
                  </a:lnTo>
                  <a:cubicBezTo>
                    <a:pt x="60833" y="271780"/>
                    <a:pt x="0" y="210947"/>
                    <a:pt x="0" y="135890"/>
                  </a:cubicBezTo>
                  <a:lnTo>
                    <a:pt x="12700" y="135890"/>
                  </a:lnTo>
                  <a:lnTo>
                    <a:pt x="25400" y="135890"/>
                  </a:lnTo>
                  <a:lnTo>
                    <a:pt x="12700" y="135890"/>
                  </a:lnTo>
                  <a:lnTo>
                    <a:pt x="0" y="135890"/>
                  </a:lnTo>
                  <a:moveTo>
                    <a:pt x="25400" y="135890"/>
                  </a:moveTo>
                  <a:cubicBezTo>
                    <a:pt x="25400" y="142875"/>
                    <a:pt x="19685" y="148590"/>
                    <a:pt x="12700" y="148590"/>
                  </a:cubicBezTo>
                  <a:cubicBezTo>
                    <a:pt x="5715" y="148590"/>
                    <a:pt x="0" y="142875"/>
                    <a:pt x="0" y="135890"/>
                  </a:cubicBezTo>
                  <a:cubicBezTo>
                    <a:pt x="0" y="128905"/>
                    <a:pt x="5715" y="123190"/>
                    <a:pt x="12700" y="123190"/>
                  </a:cubicBezTo>
                  <a:cubicBezTo>
                    <a:pt x="19685" y="123190"/>
                    <a:pt x="25400" y="128905"/>
                    <a:pt x="25400" y="135890"/>
                  </a:cubicBezTo>
                  <a:cubicBezTo>
                    <a:pt x="25400" y="196977"/>
                    <a:pt x="74930" y="246380"/>
                    <a:pt x="135890" y="246380"/>
                  </a:cubicBezTo>
                  <a:cubicBezTo>
                    <a:pt x="196850" y="246380"/>
                    <a:pt x="246380" y="196850"/>
                    <a:pt x="246380" y="135890"/>
                  </a:cubicBezTo>
                  <a:cubicBezTo>
                    <a:pt x="246380" y="74930"/>
                    <a:pt x="196977" y="25400"/>
                    <a:pt x="135890" y="25400"/>
                  </a:cubicBezTo>
                  <a:lnTo>
                    <a:pt x="135890" y="12700"/>
                  </a:lnTo>
                  <a:lnTo>
                    <a:pt x="135890" y="25400"/>
                  </a:lnTo>
                  <a:cubicBezTo>
                    <a:pt x="74930" y="25400"/>
                    <a:pt x="25400" y="74930"/>
                    <a:pt x="25400" y="135890"/>
                  </a:cubicBezTo>
                  <a:close/>
                </a:path>
              </a:pathLst>
            </a:custGeom>
            <a:solidFill>
              <a:srgbClr val="3D3D3D"/>
            </a:solidFill>
          </p:spPr>
        </p:sp>
      </p:grpSp>
      <p:grpSp>
        <p:nvGrpSpPr>
          <p:cNvPr id="25" name="Group 25"/>
          <p:cNvGrpSpPr/>
          <p:nvPr/>
        </p:nvGrpSpPr>
        <p:grpSpPr>
          <a:xfrm>
            <a:off x="16712525" y="460225"/>
            <a:ext cx="203850" cy="203850"/>
            <a:chOff x="0" y="0"/>
            <a:chExt cx="271800" cy="271800"/>
          </a:xfrm>
        </p:grpSpPr>
        <p:sp>
          <p:nvSpPr>
            <p:cNvPr id="26" name="Freeform 26"/>
            <p:cNvSpPr/>
            <p:nvPr/>
          </p:nvSpPr>
          <p:spPr>
            <a:xfrm>
              <a:off x="12700" y="12700"/>
              <a:ext cx="246380" cy="246380"/>
            </a:xfrm>
            <a:custGeom>
              <a:avLst/>
              <a:gdLst/>
              <a:ahLst/>
              <a:cxnLst/>
              <a:rect l="l" t="t" r="r" b="b"/>
              <a:pathLst>
                <a:path w="246380" h="246380">
                  <a:moveTo>
                    <a:pt x="0" y="123190"/>
                  </a:moveTo>
                  <a:cubicBezTo>
                    <a:pt x="0" y="55118"/>
                    <a:pt x="55118" y="0"/>
                    <a:pt x="123190" y="0"/>
                  </a:cubicBezTo>
                  <a:cubicBezTo>
                    <a:pt x="191262" y="0"/>
                    <a:pt x="246380" y="55118"/>
                    <a:pt x="246380" y="123190"/>
                  </a:cubicBezTo>
                  <a:cubicBezTo>
                    <a:pt x="246380" y="191262"/>
                    <a:pt x="191262" y="246380"/>
                    <a:pt x="123190" y="246380"/>
                  </a:cubicBezTo>
                  <a:cubicBezTo>
                    <a:pt x="55118" y="246380"/>
                    <a:pt x="0" y="191262"/>
                    <a:pt x="0" y="123190"/>
                  </a:cubicBezTo>
                  <a:close/>
                </a:path>
              </a:pathLst>
            </a:custGeom>
            <a:solidFill>
              <a:srgbClr val="3D3D3D"/>
            </a:solidFill>
          </p:spPr>
        </p:sp>
        <p:sp>
          <p:nvSpPr>
            <p:cNvPr id="27" name="Freeform 27"/>
            <p:cNvSpPr/>
            <p:nvPr/>
          </p:nvSpPr>
          <p:spPr>
            <a:xfrm>
              <a:off x="0" y="0"/>
              <a:ext cx="271780" cy="271780"/>
            </a:xfrm>
            <a:custGeom>
              <a:avLst/>
              <a:gdLst/>
              <a:ahLst/>
              <a:cxnLst/>
              <a:rect l="l" t="t" r="r" b="b"/>
              <a:pathLst>
                <a:path w="271780" h="271780">
                  <a:moveTo>
                    <a:pt x="0" y="135890"/>
                  </a:moveTo>
                  <a:cubicBezTo>
                    <a:pt x="0" y="60833"/>
                    <a:pt x="60833" y="0"/>
                    <a:pt x="135890" y="0"/>
                  </a:cubicBezTo>
                  <a:lnTo>
                    <a:pt x="135890" y="12700"/>
                  </a:lnTo>
                  <a:lnTo>
                    <a:pt x="135890" y="0"/>
                  </a:lnTo>
                  <a:cubicBezTo>
                    <a:pt x="210947" y="0"/>
                    <a:pt x="271780" y="60833"/>
                    <a:pt x="271780" y="135890"/>
                  </a:cubicBezTo>
                  <a:lnTo>
                    <a:pt x="259080" y="135890"/>
                  </a:lnTo>
                  <a:lnTo>
                    <a:pt x="271780" y="135890"/>
                  </a:lnTo>
                  <a:cubicBezTo>
                    <a:pt x="271780" y="210947"/>
                    <a:pt x="210947" y="271780"/>
                    <a:pt x="135890" y="271780"/>
                  </a:cubicBezTo>
                  <a:lnTo>
                    <a:pt x="135890" y="259080"/>
                  </a:lnTo>
                  <a:lnTo>
                    <a:pt x="135890" y="271780"/>
                  </a:lnTo>
                  <a:cubicBezTo>
                    <a:pt x="60833" y="271780"/>
                    <a:pt x="0" y="210947"/>
                    <a:pt x="0" y="135890"/>
                  </a:cubicBezTo>
                  <a:lnTo>
                    <a:pt x="12700" y="135890"/>
                  </a:lnTo>
                  <a:lnTo>
                    <a:pt x="25400" y="135890"/>
                  </a:lnTo>
                  <a:lnTo>
                    <a:pt x="12700" y="135890"/>
                  </a:lnTo>
                  <a:lnTo>
                    <a:pt x="0" y="135890"/>
                  </a:lnTo>
                  <a:moveTo>
                    <a:pt x="25400" y="135890"/>
                  </a:moveTo>
                  <a:cubicBezTo>
                    <a:pt x="25400" y="142875"/>
                    <a:pt x="19685" y="148590"/>
                    <a:pt x="12700" y="148590"/>
                  </a:cubicBezTo>
                  <a:cubicBezTo>
                    <a:pt x="5715" y="148590"/>
                    <a:pt x="0" y="142875"/>
                    <a:pt x="0" y="135890"/>
                  </a:cubicBezTo>
                  <a:cubicBezTo>
                    <a:pt x="0" y="128905"/>
                    <a:pt x="5715" y="123190"/>
                    <a:pt x="12700" y="123190"/>
                  </a:cubicBezTo>
                  <a:cubicBezTo>
                    <a:pt x="19685" y="123190"/>
                    <a:pt x="25400" y="128905"/>
                    <a:pt x="25400" y="135890"/>
                  </a:cubicBezTo>
                  <a:cubicBezTo>
                    <a:pt x="25400" y="196977"/>
                    <a:pt x="74930" y="246380"/>
                    <a:pt x="135890" y="246380"/>
                  </a:cubicBezTo>
                  <a:cubicBezTo>
                    <a:pt x="196850" y="246380"/>
                    <a:pt x="246380" y="196850"/>
                    <a:pt x="246380" y="135890"/>
                  </a:cubicBezTo>
                  <a:cubicBezTo>
                    <a:pt x="246380" y="74930"/>
                    <a:pt x="196977" y="25400"/>
                    <a:pt x="135890" y="25400"/>
                  </a:cubicBezTo>
                  <a:lnTo>
                    <a:pt x="135890" y="12700"/>
                  </a:lnTo>
                  <a:lnTo>
                    <a:pt x="135890" y="25400"/>
                  </a:lnTo>
                  <a:cubicBezTo>
                    <a:pt x="74930" y="25400"/>
                    <a:pt x="25400" y="74930"/>
                    <a:pt x="25400" y="135890"/>
                  </a:cubicBezTo>
                  <a:close/>
                </a:path>
              </a:pathLst>
            </a:custGeom>
            <a:solidFill>
              <a:srgbClr val="3D3D3D"/>
            </a:solidFill>
          </p:spPr>
        </p:sp>
      </p:grpSp>
      <p:sp>
        <p:nvSpPr>
          <p:cNvPr id="46" name="TextBox 46"/>
          <p:cNvSpPr txBox="1"/>
          <p:nvPr/>
        </p:nvSpPr>
        <p:spPr>
          <a:xfrm>
            <a:off x="4486971" y="651631"/>
            <a:ext cx="9314057" cy="906145"/>
          </a:xfrm>
          <a:prstGeom prst="rect">
            <a:avLst/>
          </a:prstGeom>
        </p:spPr>
        <p:txBody>
          <a:bodyPr lIns="0" tIns="0" rIns="0" bIns="0" rtlCol="0" anchor="t">
            <a:spAutoFit/>
          </a:bodyPr>
          <a:lstStyle/>
          <a:p>
            <a:pPr algn="ctr">
              <a:lnSpc>
                <a:spcPts val="7280"/>
              </a:lnSpc>
            </a:pPr>
            <a:r>
              <a:rPr lang="en-US" sz="5200">
                <a:solidFill>
                  <a:srgbClr val="000000"/>
                </a:solidFill>
                <a:latin typeface="Arimo Bold" panose="020B0704020202020204"/>
              </a:rPr>
              <a:t>2.1. Phân tích hệ thống</a:t>
            </a:r>
            <a:endParaRPr lang="en-US" sz="5200">
              <a:solidFill>
                <a:srgbClr val="000000"/>
              </a:solidFill>
              <a:latin typeface="Arimo Bold" panose="020B0704020202020204"/>
            </a:endParaRPr>
          </a:p>
        </p:txBody>
      </p:sp>
      <p:sp>
        <p:nvSpPr>
          <p:cNvPr id="48" name="TextBox 17"/>
          <p:cNvSpPr txBox="1"/>
          <p:nvPr/>
        </p:nvSpPr>
        <p:spPr>
          <a:xfrm>
            <a:off x="4267200" y="8967470"/>
            <a:ext cx="10219690" cy="610235"/>
          </a:xfrm>
          <a:prstGeom prst="rect">
            <a:avLst/>
          </a:prstGeom>
        </p:spPr>
        <p:txBody>
          <a:bodyPr wrap="square" lIns="0" tIns="0" rIns="0" bIns="0" rtlCol="0" anchor="t">
            <a:spAutoFit/>
          </a:bodyPr>
          <a:p>
            <a:pPr algn="ctr">
              <a:lnSpc>
                <a:spcPts val="4760"/>
              </a:lnSpc>
            </a:pPr>
            <a:r>
              <a:rPr lang="en-US" sz="2800">
                <a:solidFill>
                  <a:srgbClr val="000000"/>
                </a:solidFill>
                <a:latin typeface="Faustina" panose="00000500000000000000"/>
              </a:rPr>
              <a:t>Hình 2.5. Sơ đồ mức dưới đỉnh của chức năng thanh toán</a:t>
            </a:r>
            <a:endParaRPr lang="en-US" sz="2800">
              <a:solidFill>
                <a:srgbClr val="000000"/>
              </a:solidFill>
              <a:latin typeface="Faustina" panose="00000500000000000000"/>
            </a:endParaRPr>
          </a:p>
        </p:txBody>
      </p:sp>
      <p:pic>
        <p:nvPicPr>
          <p:cNvPr id="29" name="Picture 9"/>
          <p:cNvPicPr>
            <a:picLocks noChangeAspect="1"/>
          </p:cNvPicPr>
          <p:nvPr/>
        </p:nvPicPr>
        <p:blipFill>
          <a:blip r:embed="rId8"/>
          <a:stretch>
            <a:fillRect/>
          </a:stretch>
        </p:blipFill>
        <p:spPr>
          <a:xfrm>
            <a:off x="2377440" y="2050415"/>
            <a:ext cx="13862685" cy="6534150"/>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1924" y="8988"/>
            <a:ext cx="2886949" cy="1209138"/>
            <a:chOff x="0" y="0"/>
            <a:chExt cx="3849265" cy="1612184"/>
          </a:xfrm>
        </p:grpSpPr>
        <p:sp>
          <p:nvSpPr>
            <p:cNvPr id="3" name="AutoShape 3"/>
            <p:cNvSpPr/>
            <p:nvPr/>
          </p:nvSpPr>
          <p:spPr>
            <a:xfrm rot="1168354">
              <a:off x="1086574" y="731124"/>
              <a:ext cx="2574773" cy="0"/>
            </a:xfrm>
            <a:prstGeom prst="line">
              <a:avLst/>
            </a:prstGeom>
            <a:ln w="9457" cap="rnd">
              <a:solidFill>
                <a:srgbClr val="494949"/>
              </a:solidFill>
              <a:prstDash val="solid"/>
              <a:headEnd type="none" w="sm" len="sm"/>
              <a:tailEnd type="none" w="sm" len="sm"/>
            </a:ln>
          </p:spPr>
        </p:sp>
        <p:sp>
          <p:nvSpPr>
            <p:cNvPr id="4" name="AutoShape 4"/>
            <p:cNvSpPr/>
            <p:nvPr/>
          </p:nvSpPr>
          <p:spPr>
            <a:xfrm rot="7903957">
              <a:off x="-291772" y="945194"/>
              <a:ext cx="1766447" cy="0"/>
            </a:xfrm>
            <a:prstGeom prst="line">
              <a:avLst/>
            </a:prstGeom>
            <a:ln w="9457" cap="rnd">
              <a:solidFill>
                <a:srgbClr val="494949"/>
              </a:solidFill>
              <a:prstDash val="solid"/>
              <a:headEnd type="none" w="sm" len="sm"/>
              <a:tailEnd type="none" w="sm" len="sm"/>
            </a:ln>
          </p:spPr>
        </p:sp>
        <p:sp>
          <p:nvSpPr>
            <p:cNvPr id="5" name="Freeform 5"/>
            <p:cNvSpPr/>
            <p:nvPr/>
          </p:nvSpPr>
          <p:spPr>
            <a:xfrm>
              <a:off x="854471" y="0"/>
              <a:ext cx="579905" cy="580997"/>
            </a:xfrm>
            <a:custGeom>
              <a:avLst/>
              <a:gdLst/>
              <a:ahLst/>
              <a:cxnLst/>
              <a:rect l="l" t="t" r="r" b="b"/>
              <a:pathLst>
                <a:path w="579905" h="580997">
                  <a:moveTo>
                    <a:pt x="0" y="0"/>
                  </a:moveTo>
                  <a:lnTo>
                    <a:pt x="579905" y="0"/>
                  </a:lnTo>
                  <a:lnTo>
                    <a:pt x="579905" y="580997"/>
                  </a:lnTo>
                  <a:lnTo>
                    <a:pt x="0" y="580997"/>
                  </a:lnTo>
                  <a:lnTo>
                    <a:pt x="0" y="0"/>
                  </a:lnTo>
                  <a:close/>
                </a:path>
              </a:pathLst>
            </a:custGeom>
            <a:blipFill>
              <a:blip r:embed="rId1"/>
              <a:stretch>
                <a:fillRect/>
              </a:stretch>
            </a:blipFill>
          </p:spPr>
        </p:sp>
        <p:sp>
          <p:nvSpPr>
            <p:cNvPr id="6" name="Freeform 6"/>
            <p:cNvSpPr/>
            <p:nvPr/>
          </p:nvSpPr>
          <p:spPr>
            <a:xfrm>
              <a:off x="3267204" y="859457"/>
              <a:ext cx="582062" cy="582612"/>
            </a:xfrm>
            <a:custGeom>
              <a:avLst/>
              <a:gdLst/>
              <a:ahLst/>
              <a:cxnLst/>
              <a:rect l="l" t="t" r="r" b="b"/>
              <a:pathLst>
                <a:path w="582062" h="582612">
                  <a:moveTo>
                    <a:pt x="0" y="0"/>
                  </a:moveTo>
                  <a:lnTo>
                    <a:pt x="582061" y="0"/>
                  </a:lnTo>
                  <a:lnTo>
                    <a:pt x="582061" y="582611"/>
                  </a:lnTo>
                  <a:lnTo>
                    <a:pt x="0" y="582611"/>
                  </a:lnTo>
                  <a:lnTo>
                    <a:pt x="0" y="0"/>
                  </a:lnTo>
                  <a:close/>
                </a:path>
              </a:pathLst>
            </a:custGeom>
            <a:blipFill>
              <a:blip r:embed="rId2"/>
              <a:stretch>
                <a:fillRect/>
              </a:stretch>
            </a:blipFill>
          </p:spPr>
        </p:sp>
        <p:sp>
          <p:nvSpPr>
            <p:cNvPr id="7" name="Freeform 7"/>
            <p:cNvSpPr/>
            <p:nvPr/>
          </p:nvSpPr>
          <p:spPr>
            <a:xfrm>
              <a:off x="3173893" y="471107"/>
              <a:ext cx="347542" cy="53617"/>
            </a:xfrm>
            <a:custGeom>
              <a:avLst/>
              <a:gdLst/>
              <a:ahLst/>
              <a:cxnLst/>
              <a:rect l="l" t="t" r="r" b="b"/>
              <a:pathLst>
                <a:path w="347542" h="53617">
                  <a:moveTo>
                    <a:pt x="0" y="0"/>
                  </a:moveTo>
                  <a:lnTo>
                    <a:pt x="347541" y="0"/>
                  </a:lnTo>
                  <a:lnTo>
                    <a:pt x="347541" y="53616"/>
                  </a:lnTo>
                  <a:lnTo>
                    <a:pt x="0" y="53616"/>
                  </a:lnTo>
                  <a:lnTo>
                    <a:pt x="0" y="0"/>
                  </a:lnTo>
                  <a:close/>
                </a:path>
              </a:pathLst>
            </a:custGeom>
            <a:blipFill>
              <a:blip r:embed="rId3"/>
              <a:stretch>
                <a:fillRect/>
              </a:stretch>
            </a:blipFill>
          </p:spPr>
        </p:sp>
      </p:grpSp>
      <p:grpSp>
        <p:nvGrpSpPr>
          <p:cNvPr id="8" name="Group 8"/>
          <p:cNvGrpSpPr/>
          <p:nvPr/>
        </p:nvGrpSpPr>
        <p:grpSpPr>
          <a:xfrm>
            <a:off x="16641700" y="4724"/>
            <a:ext cx="1677798" cy="2017614"/>
            <a:chOff x="0" y="0"/>
            <a:chExt cx="2237064" cy="2690152"/>
          </a:xfrm>
        </p:grpSpPr>
        <p:sp>
          <p:nvSpPr>
            <p:cNvPr id="9" name="AutoShape 9"/>
            <p:cNvSpPr/>
            <p:nvPr/>
          </p:nvSpPr>
          <p:spPr>
            <a:xfrm rot="2700000">
              <a:off x="210343" y="1453162"/>
              <a:ext cx="1769617" cy="0"/>
            </a:xfrm>
            <a:prstGeom prst="line">
              <a:avLst/>
            </a:prstGeom>
            <a:ln w="7975" cap="rnd">
              <a:solidFill>
                <a:srgbClr val="494949"/>
              </a:solidFill>
              <a:prstDash val="solid"/>
              <a:headEnd type="none" w="sm" len="sm"/>
              <a:tailEnd type="none" w="sm" len="sm"/>
            </a:ln>
          </p:spPr>
        </p:sp>
        <p:sp>
          <p:nvSpPr>
            <p:cNvPr id="10" name="AutoShape 10"/>
            <p:cNvSpPr/>
            <p:nvPr/>
          </p:nvSpPr>
          <p:spPr>
            <a:xfrm rot="9211909">
              <a:off x="441145" y="421520"/>
              <a:ext cx="1893371" cy="0"/>
            </a:xfrm>
            <a:prstGeom prst="line">
              <a:avLst/>
            </a:prstGeom>
            <a:ln w="7975" cap="rnd">
              <a:solidFill>
                <a:srgbClr val="494949"/>
              </a:solidFill>
              <a:prstDash val="solid"/>
              <a:headEnd type="none" w="sm" len="sm"/>
              <a:tailEnd type="none" w="sm" len="sm"/>
            </a:ln>
          </p:spPr>
        </p:sp>
        <p:sp>
          <p:nvSpPr>
            <p:cNvPr id="11" name="Freeform 11"/>
            <p:cNvSpPr/>
            <p:nvPr/>
          </p:nvSpPr>
          <p:spPr>
            <a:xfrm>
              <a:off x="0" y="334943"/>
              <a:ext cx="974286" cy="975207"/>
            </a:xfrm>
            <a:custGeom>
              <a:avLst/>
              <a:gdLst/>
              <a:ahLst/>
              <a:cxnLst/>
              <a:rect l="l" t="t" r="r" b="b"/>
              <a:pathLst>
                <a:path w="974286" h="975207">
                  <a:moveTo>
                    <a:pt x="0" y="0"/>
                  </a:moveTo>
                  <a:lnTo>
                    <a:pt x="974286" y="0"/>
                  </a:lnTo>
                  <a:lnTo>
                    <a:pt x="974286" y="975207"/>
                  </a:lnTo>
                  <a:lnTo>
                    <a:pt x="0" y="975207"/>
                  </a:lnTo>
                  <a:lnTo>
                    <a:pt x="0" y="0"/>
                  </a:lnTo>
                  <a:close/>
                </a:path>
              </a:pathLst>
            </a:custGeom>
            <a:blipFill>
              <a:blip r:embed="rId4"/>
              <a:stretch>
                <a:fillRect/>
              </a:stretch>
            </a:blipFill>
          </p:spPr>
        </p:sp>
        <p:sp>
          <p:nvSpPr>
            <p:cNvPr id="12" name="Freeform 12"/>
            <p:cNvSpPr/>
            <p:nvPr/>
          </p:nvSpPr>
          <p:spPr>
            <a:xfrm>
              <a:off x="1464904" y="1867398"/>
              <a:ext cx="489027" cy="489948"/>
            </a:xfrm>
            <a:custGeom>
              <a:avLst/>
              <a:gdLst/>
              <a:ahLst/>
              <a:cxnLst/>
              <a:rect l="l" t="t" r="r" b="b"/>
              <a:pathLst>
                <a:path w="489027" h="489948">
                  <a:moveTo>
                    <a:pt x="0" y="0"/>
                  </a:moveTo>
                  <a:lnTo>
                    <a:pt x="489027" y="0"/>
                  </a:lnTo>
                  <a:lnTo>
                    <a:pt x="489027" y="489948"/>
                  </a:lnTo>
                  <a:lnTo>
                    <a:pt x="0" y="489948"/>
                  </a:lnTo>
                  <a:lnTo>
                    <a:pt x="0" y="0"/>
                  </a:lnTo>
                  <a:close/>
                </a:path>
              </a:pathLst>
            </a:custGeom>
            <a:blipFill>
              <a:blip r:embed="rId1"/>
              <a:stretch>
                <a:fillRect/>
              </a:stretch>
            </a:blipFill>
          </p:spPr>
        </p:sp>
        <p:sp>
          <p:nvSpPr>
            <p:cNvPr id="13" name="Freeform 13"/>
            <p:cNvSpPr/>
            <p:nvPr/>
          </p:nvSpPr>
          <p:spPr>
            <a:xfrm>
              <a:off x="1430910" y="2644938"/>
              <a:ext cx="293078" cy="45214"/>
            </a:xfrm>
            <a:custGeom>
              <a:avLst/>
              <a:gdLst/>
              <a:ahLst/>
              <a:cxnLst/>
              <a:rect l="l" t="t" r="r" b="b"/>
              <a:pathLst>
                <a:path w="293078" h="45214">
                  <a:moveTo>
                    <a:pt x="0" y="0"/>
                  </a:moveTo>
                  <a:lnTo>
                    <a:pt x="293078" y="0"/>
                  </a:lnTo>
                  <a:lnTo>
                    <a:pt x="293078" y="45214"/>
                  </a:lnTo>
                  <a:lnTo>
                    <a:pt x="0" y="45214"/>
                  </a:lnTo>
                  <a:lnTo>
                    <a:pt x="0" y="0"/>
                  </a:lnTo>
                  <a:close/>
                </a:path>
              </a:pathLst>
            </a:custGeom>
            <a:blipFill>
              <a:blip r:embed="rId3"/>
              <a:stretch>
                <a:fillRect/>
              </a:stretch>
            </a:blipFill>
          </p:spPr>
        </p:sp>
      </p:grpSp>
      <p:sp>
        <p:nvSpPr>
          <p:cNvPr id="15" name="TextBox 15"/>
          <p:cNvSpPr txBox="1"/>
          <p:nvPr/>
        </p:nvSpPr>
        <p:spPr>
          <a:xfrm>
            <a:off x="1867496" y="756163"/>
            <a:ext cx="15210150" cy="861695"/>
          </a:xfrm>
          <a:prstGeom prst="rect">
            <a:avLst/>
          </a:prstGeom>
        </p:spPr>
        <p:txBody>
          <a:bodyPr lIns="0" tIns="0" rIns="0" bIns="0" rtlCol="0" anchor="t">
            <a:spAutoFit/>
          </a:bodyPr>
          <a:lstStyle/>
          <a:p>
            <a:pPr algn="ctr">
              <a:lnSpc>
                <a:spcPts val="6720"/>
              </a:lnSpc>
            </a:pPr>
            <a:r>
              <a:rPr lang="en-US" sz="5600">
                <a:solidFill>
                  <a:srgbClr val="494949"/>
                </a:solidFill>
                <a:latin typeface="Arimo Bold" panose="020B0704020202020204"/>
              </a:rPr>
              <a:t>2.2. Phân tích hệ thống về dữ liệu</a:t>
            </a:r>
            <a:endParaRPr lang="en-US" sz="5600">
              <a:solidFill>
                <a:srgbClr val="494949"/>
              </a:solidFill>
              <a:latin typeface="Arimo Bold" panose="020B0704020202020204"/>
            </a:endParaRPr>
          </a:p>
        </p:txBody>
      </p:sp>
      <p:sp>
        <p:nvSpPr>
          <p:cNvPr id="16" name="TextBox 16"/>
          <p:cNvSpPr txBox="1"/>
          <p:nvPr/>
        </p:nvSpPr>
        <p:spPr>
          <a:xfrm>
            <a:off x="1828800" y="3924300"/>
            <a:ext cx="4484370" cy="645795"/>
          </a:xfrm>
          <a:prstGeom prst="rect">
            <a:avLst/>
          </a:prstGeom>
        </p:spPr>
        <p:txBody>
          <a:bodyPr wrap="square" lIns="0" tIns="0" rIns="0" bIns="0" rtlCol="0" anchor="t">
            <a:spAutoFit/>
          </a:bodyPr>
          <a:lstStyle/>
          <a:p>
            <a:pPr algn="l">
              <a:lnSpc>
                <a:spcPts val="5040"/>
              </a:lnSpc>
            </a:pPr>
            <a:r>
              <a:rPr lang="en-US" sz="3600">
                <a:solidFill>
                  <a:srgbClr val="000000"/>
                </a:solidFill>
                <a:latin typeface="Faustina Bold" panose="00000800000000000000"/>
              </a:rPr>
              <a:t>a. Xác định thực thể </a:t>
            </a:r>
            <a:endParaRPr lang="en-US" sz="3600">
              <a:solidFill>
                <a:srgbClr val="000000"/>
              </a:solidFill>
              <a:latin typeface="Faustina Bold" panose="00000800000000000000"/>
            </a:endParaRPr>
          </a:p>
        </p:txBody>
      </p:sp>
      <p:sp>
        <p:nvSpPr>
          <p:cNvPr id="29" name="TextBox 29"/>
          <p:cNvSpPr txBox="1"/>
          <p:nvPr/>
        </p:nvSpPr>
        <p:spPr>
          <a:xfrm>
            <a:off x="1447800" y="4762500"/>
            <a:ext cx="4908550" cy="2872105"/>
          </a:xfrm>
          <a:prstGeom prst="rect">
            <a:avLst/>
          </a:prstGeom>
        </p:spPr>
        <p:txBody>
          <a:bodyPr wrap="square" lIns="0" tIns="0" rIns="0" bIns="0" rtlCol="0" anchor="t">
            <a:spAutoFit/>
          </a:bodyPr>
          <a:p>
            <a:pPr marL="690880" lvl="1" indent="-345440" algn="just">
              <a:lnSpc>
                <a:spcPts val="4480"/>
              </a:lnSpc>
              <a:buFont typeface="Arial" panose="020B0604020202020204"/>
              <a:buChar char="•"/>
            </a:pPr>
            <a:r>
              <a:rPr lang="en-US" sz="2800">
                <a:solidFill>
                  <a:srgbClr val="000000"/>
                </a:solidFill>
                <a:latin typeface="Faustina" panose="00000500000000000000"/>
              </a:rPr>
              <a:t>Thực thể mang tính thống kê:  món ăn, khách hàng.</a:t>
            </a:r>
            <a:endParaRPr lang="en-US" sz="2800">
              <a:solidFill>
                <a:srgbClr val="000000"/>
              </a:solidFill>
              <a:latin typeface="Faustina" panose="00000500000000000000"/>
            </a:endParaRPr>
          </a:p>
          <a:p>
            <a:pPr marL="690880" lvl="1" indent="-345440" algn="just">
              <a:lnSpc>
                <a:spcPts val="4480"/>
              </a:lnSpc>
              <a:buFont typeface="Arial" panose="020B0604020202020204"/>
              <a:buChar char="•"/>
            </a:pPr>
            <a:r>
              <a:rPr lang="en-US" sz="2800">
                <a:solidFill>
                  <a:srgbClr val="000000"/>
                </a:solidFill>
                <a:latin typeface="Faustina" panose="00000500000000000000"/>
              </a:rPr>
              <a:t>Thực thể mang tính liên kết: đơn đặt bàn, phiếu đặt món ăn, hóa đơn thanh toán.</a:t>
            </a:r>
            <a:endParaRPr lang="en-US" sz="2800">
              <a:solidFill>
                <a:srgbClr val="000000"/>
              </a:solidFill>
              <a:latin typeface="Faustina" panose="00000500000000000000"/>
            </a:endParaRPr>
          </a:p>
        </p:txBody>
      </p:sp>
      <p:sp>
        <p:nvSpPr>
          <p:cNvPr id="18" name="TextBox 16"/>
          <p:cNvSpPr txBox="1"/>
          <p:nvPr/>
        </p:nvSpPr>
        <p:spPr>
          <a:xfrm>
            <a:off x="7467491" y="1928993"/>
            <a:ext cx="9402220" cy="645795"/>
          </a:xfrm>
          <a:prstGeom prst="rect">
            <a:avLst/>
          </a:prstGeom>
        </p:spPr>
        <p:txBody>
          <a:bodyPr lIns="0" tIns="0" rIns="0" bIns="0" rtlCol="0" anchor="t">
            <a:spAutoFit/>
          </a:bodyPr>
          <a:p>
            <a:pPr algn="l">
              <a:lnSpc>
                <a:spcPts val="5040"/>
              </a:lnSpc>
            </a:pPr>
            <a:r>
              <a:rPr lang="en-US" sz="3600">
                <a:solidFill>
                  <a:srgbClr val="000000"/>
                </a:solidFill>
                <a:latin typeface="Faustina Bold" panose="00000800000000000000"/>
              </a:rPr>
              <a:t>b. Xác định mối liên kết :</a:t>
            </a:r>
            <a:endParaRPr lang="en-US" sz="3600">
              <a:solidFill>
                <a:srgbClr val="000000"/>
              </a:solidFill>
              <a:latin typeface="Faustina Bold" panose="00000800000000000000"/>
            </a:endParaRPr>
          </a:p>
        </p:txBody>
      </p:sp>
      <p:pic>
        <p:nvPicPr>
          <p:cNvPr id="19" name="Picture 2"/>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6934200" y="2857500"/>
            <a:ext cx="10341610" cy="5252085"/>
          </a:xfrm>
          <a:prstGeom prst="rect">
            <a:avLst/>
          </a:prstGeom>
        </p:spPr>
      </p:pic>
      <p:sp>
        <p:nvSpPr>
          <p:cNvPr id="48" name="TextBox 17"/>
          <p:cNvSpPr txBox="1"/>
          <p:nvPr/>
        </p:nvSpPr>
        <p:spPr>
          <a:xfrm>
            <a:off x="7152640" y="8801100"/>
            <a:ext cx="10219690" cy="610235"/>
          </a:xfrm>
          <a:prstGeom prst="rect">
            <a:avLst/>
          </a:prstGeom>
        </p:spPr>
        <p:txBody>
          <a:bodyPr wrap="square" lIns="0" tIns="0" rIns="0" bIns="0" rtlCol="0" anchor="t">
            <a:spAutoFit/>
          </a:bodyPr>
          <a:p>
            <a:pPr algn="ctr">
              <a:lnSpc>
                <a:spcPts val="4760"/>
              </a:lnSpc>
            </a:pPr>
            <a:r>
              <a:rPr lang="en-US" sz="2800">
                <a:solidFill>
                  <a:srgbClr val="000000"/>
                </a:solidFill>
                <a:latin typeface="Faustina" panose="00000500000000000000"/>
              </a:rPr>
              <a:t>Hình 2.6. Sơ đồ xây dựng liên kết</a:t>
            </a:r>
            <a:endParaRPr lang="en-US" sz="2800">
              <a:solidFill>
                <a:srgbClr val="000000"/>
              </a:solidFill>
              <a:latin typeface="Faustina" panose="00000500000000000000"/>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TextBox 15"/>
          <p:cNvSpPr txBox="1"/>
          <p:nvPr/>
        </p:nvSpPr>
        <p:spPr>
          <a:xfrm>
            <a:off x="1867496" y="756163"/>
            <a:ext cx="15210150" cy="861695"/>
          </a:xfrm>
          <a:prstGeom prst="rect">
            <a:avLst/>
          </a:prstGeom>
        </p:spPr>
        <p:txBody>
          <a:bodyPr lIns="0" tIns="0" rIns="0" bIns="0" rtlCol="0" anchor="t">
            <a:spAutoFit/>
          </a:bodyPr>
          <a:p>
            <a:pPr algn="ctr">
              <a:lnSpc>
                <a:spcPts val="6720"/>
              </a:lnSpc>
            </a:pPr>
            <a:r>
              <a:rPr lang="en-US" sz="5600">
                <a:solidFill>
                  <a:srgbClr val="494949"/>
                </a:solidFill>
                <a:latin typeface="Arimo Bold" panose="020B0704020202020204"/>
              </a:rPr>
              <a:t>2.2.1. Mô hình quan hệ ER </a:t>
            </a:r>
            <a:endParaRPr lang="en-US" sz="5600">
              <a:solidFill>
                <a:srgbClr val="494949"/>
              </a:solidFill>
              <a:latin typeface="Arimo Bold" panose="020B0704020202020204"/>
            </a:endParaRPr>
          </a:p>
        </p:txBody>
      </p:sp>
      <p:pic>
        <p:nvPicPr>
          <p:cNvPr id="36" name="Picture 1"/>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3024505" y="1790700"/>
            <a:ext cx="12895580" cy="7092950"/>
          </a:xfrm>
          <a:prstGeom prst="rect">
            <a:avLst/>
          </a:prstGeom>
        </p:spPr>
      </p:pic>
      <p:sp>
        <p:nvSpPr>
          <p:cNvPr id="37" name="Text Box 36"/>
          <p:cNvSpPr txBox="1"/>
          <p:nvPr/>
        </p:nvSpPr>
        <p:spPr>
          <a:xfrm>
            <a:off x="4900930" y="9182100"/>
            <a:ext cx="9144000" cy="701675"/>
          </a:xfrm>
          <a:prstGeom prst="rect">
            <a:avLst/>
          </a:prstGeom>
          <a:noFill/>
        </p:spPr>
        <p:txBody>
          <a:bodyPr wrap="square" rtlCol="0" anchor="t">
            <a:spAutoFit/>
          </a:bodyPr>
          <a:p>
            <a:pPr algn="ctr">
              <a:lnSpc>
                <a:spcPts val="4760"/>
              </a:lnSpc>
            </a:pPr>
            <a:r>
              <a:rPr lang="en-US" sz="2800">
                <a:solidFill>
                  <a:srgbClr val="000000"/>
                </a:solidFill>
                <a:latin typeface="Faustina" panose="00000500000000000000"/>
                <a:sym typeface="+mn-ea"/>
              </a:rPr>
              <a:t>Hình 2.7. Mô hình liên kết thực thể E-R</a:t>
            </a:r>
            <a:endParaRPr lang="en-US" sz="2800">
              <a:solidFill>
                <a:srgbClr val="000000"/>
              </a:solidFill>
              <a:latin typeface="Faustina" panose="00000500000000000000"/>
              <a:sym typeface="+mn-ea"/>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TextBox 15"/>
          <p:cNvSpPr txBox="1"/>
          <p:nvPr/>
        </p:nvSpPr>
        <p:spPr>
          <a:xfrm>
            <a:off x="1867496" y="756163"/>
            <a:ext cx="15210150" cy="861695"/>
          </a:xfrm>
          <a:prstGeom prst="rect">
            <a:avLst/>
          </a:prstGeom>
        </p:spPr>
        <p:txBody>
          <a:bodyPr lIns="0" tIns="0" rIns="0" bIns="0" rtlCol="0" anchor="t">
            <a:spAutoFit/>
          </a:bodyPr>
          <a:p>
            <a:pPr algn="ctr">
              <a:lnSpc>
                <a:spcPts val="6720"/>
              </a:lnSpc>
            </a:pPr>
            <a:r>
              <a:rPr lang="en-US" sz="5600">
                <a:solidFill>
                  <a:srgbClr val="494949"/>
                </a:solidFill>
                <a:latin typeface="Arimo Bold" panose="020B0704020202020204"/>
              </a:rPr>
              <a:t>2.2.2. Các bảng quan hệ </a:t>
            </a:r>
            <a:endParaRPr lang="en-US" sz="5600">
              <a:solidFill>
                <a:srgbClr val="494949"/>
              </a:solidFill>
              <a:latin typeface="Arimo Bold" panose="020B0704020202020204"/>
            </a:endParaRPr>
          </a:p>
        </p:txBody>
      </p:sp>
      <p:sp>
        <p:nvSpPr>
          <p:cNvPr id="37" name="Text Box 36"/>
          <p:cNvSpPr txBox="1"/>
          <p:nvPr/>
        </p:nvSpPr>
        <p:spPr>
          <a:xfrm>
            <a:off x="5029200" y="8343900"/>
            <a:ext cx="9144000" cy="701675"/>
          </a:xfrm>
          <a:prstGeom prst="rect">
            <a:avLst/>
          </a:prstGeom>
          <a:noFill/>
        </p:spPr>
        <p:txBody>
          <a:bodyPr wrap="square" rtlCol="0" anchor="t">
            <a:spAutoFit/>
          </a:bodyPr>
          <a:p>
            <a:pPr algn="ctr">
              <a:lnSpc>
                <a:spcPts val="4760"/>
              </a:lnSpc>
            </a:pPr>
            <a:r>
              <a:rPr lang="en-US" sz="2800">
                <a:solidFill>
                  <a:srgbClr val="000000"/>
                </a:solidFill>
                <a:latin typeface="Faustina" panose="00000500000000000000"/>
                <a:sym typeface="+mn-ea"/>
              </a:rPr>
              <a:t>Bảng 2.1. Bảng thực thể </a:t>
            </a:r>
            <a:endParaRPr lang="en-US" sz="2800">
              <a:solidFill>
                <a:srgbClr val="000000"/>
              </a:solidFill>
              <a:latin typeface="Faustina" panose="00000500000000000000"/>
              <a:sym typeface="+mn-ea"/>
            </a:endParaRPr>
          </a:p>
        </p:txBody>
      </p:sp>
      <p:pic>
        <p:nvPicPr>
          <p:cNvPr id="2" name="Picture 1" descr="Screenshot 2024-11-14 110340"/>
          <p:cNvPicPr>
            <a:picLocks noChangeAspect="1"/>
          </p:cNvPicPr>
          <p:nvPr/>
        </p:nvPicPr>
        <p:blipFill>
          <a:blip r:embed="rId1"/>
          <a:stretch>
            <a:fillRect/>
          </a:stretch>
        </p:blipFill>
        <p:spPr>
          <a:xfrm>
            <a:off x="2133600" y="2250440"/>
            <a:ext cx="14083030" cy="5786120"/>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TextBox 15"/>
          <p:cNvSpPr txBox="1"/>
          <p:nvPr/>
        </p:nvSpPr>
        <p:spPr>
          <a:xfrm>
            <a:off x="1867496" y="756163"/>
            <a:ext cx="15210150" cy="861695"/>
          </a:xfrm>
          <a:prstGeom prst="rect">
            <a:avLst/>
          </a:prstGeom>
        </p:spPr>
        <p:txBody>
          <a:bodyPr lIns="0" tIns="0" rIns="0" bIns="0" rtlCol="0" anchor="t">
            <a:spAutoFit/>
          </a:bodyPr>
          <a:p>
            <a:pPr algn="ctr">
              <a:lnSpc>
                <a:spcPts val="6720"/>
              </a:lnSpc>
            </a:pPr>
            <a:r>
              <a:rPr lang="en-US" sz="5600">
                <a:solidFill>
                  <a:srgbClr val="494949"/>
                </a:solidFill>
                <a:latin typeface="Arimo Bold" panose="020B0704020202020204"/>
              </a:rPr>
              <a:t>2.2.2. Các bảng quan hệ </a:t>
            </a:r>
            <a:endParaRPr lang="en-US" sz="5600">
              <a:solidFill>
                <a:srgbClr val="494949"/>
              </a:solidFill>
              <a:latin typeface="Arimo Bold" panose="020B0704020202020204"/>
            </a:endParaRPr>
          </a:p>
        </p:txBody>
      </p:sp>
      <p:pic>
        <p:nvPicPr>
          <p:cNvPr id="3" name="Picture 2" descr="Screenshot 2024-11-14 110452"/>
          <p:cNvPicPr>
            <a:picLocks noChangeAspect="1"/>
          </p:cNvPicPr>
          <p:nvPr/>
        </p:nvPicPr>
        <p:blipFill>
          <a:blip r:embed="rId1"/>
          <a:stretch>
            <a:fillRect/>
          </a:stretch>
        </p:blipFill>
        <p:spPr>
          <a:xfrm>
            <a:off x="1600200" y="1714500"/>
            <a:ext cx="7830185" cy="3837940"/>
          </a:xfrm>
          <a:prstGeom prst="rect">
            <a:avLst/>
          </a:prstGeom>
        </p:spPr>
      </p:pic>
      <p:pic>
        <p:nvPicPr>
          <p:cNvPr id="4" name="Picture 3" descr="Screenshot 2024-11-14 110536"/>
          <p:cNvPicPr>
            <a:picLocks noChangeAspect="1"/>
          </p:cNvPicPr>
          <p:nvPr/>
        </p:nvPicPr>
        <p:blipFill>
          <a:blip r:embed="rId2"/>
          <a:stretch>
            <a:fillRect/>
          </a:stretch>
        </p:blipFill>
        <p:spPr>
          <a:xfrm>
            <a:off x="9525000" y="1781175"/>
            <a:ext cx="7362825" cy="4048125"/>
          </a:xfrm>
          <a:prstGeom prst="rect">
            <a:avLst/>
          </a:prstGeom>
        </p:spPr>
      </p:pic>
      <p:pic>
        <p:nvPicPr>
          <p:cNvPr id="5" name="Picture 4" descr="Screenshot 2024-11-14 110612"/>
          <p:cNvPicPr>
            <a:picLocks noChangeAspect="1"/>
          </p:cNvPicPr>
          <p:nvPr/>
        </p:nvPicPr>
        <p:blipFill>
          <a:blip r:embed="rId3"/>
          <a:stretch>
            <a:fillRect/>
          </a:stretch>
        </p:blipFill>
        <p:spPr>
          <a:xfrm>
            <a:off x="1828800" y="5829300"/>
            <a:ext cx="7019925" cy="4010025"/>
          </a:xfrm>
          <a:prstGeom prst="rect">
            <a:avLst/>
          </a:prstGeom>
        </p:spPr>
      </p:pic>
      <p:pic>
        <p:nvPicPr>
          <p:cNvPr id="6" name="Picture 5" descr="Screenshot 2024-11-14 110646"/>
          <p:cNvPicPr>
            <a:picLocks noChangeAspect="1"/>
          </p:cNvPicPr>
          <p:nvPr/>
        </p:nvPicPr>
        <p:blipFill>
          <a:blip r:embed="rId4"/>
          <a:stretch>
            <a:fillRect/>
          </a:stretch>
        </p:blipFill>
        <p:spPr>
          <a:xfrm>
            <a:off x="9601200" y="6286500"/>
            <a:ext cx="7200900" cy="2686050"/>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5"/>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7543800" y="2095500"/>
            <a:ext cx="9795510" cy="5208905"/>
          </a:xfrm>
          <a:prstGeom prst="rect">
            <a:avLst/>
          </a:prstGeom>
        </p:spPr>
      </p:pic>
      <p:sp>
        <p:nvSpPr>
          <p:cNvPr id="35" name="TextBox 15"/>
          <p:cNvSpPr txBox="1"/>
          <p:nvPr/>
        </p:nvSpPr>
        <p:spPr>
          <a:xfrm>
            <a:off x="1867496" y="756163"/>
            <a:ext cx="15210150" cy="861695"/>
          </a:xfrm>
          <a:prstGeom prst="rect">
            <a:avLst/>
          </a:prstGeom>
        </p:spPr>
        <p:txBody>
          <a:bodyPr lIns="0" tIns="0" rIns="0" bIns="0" rtlCol="0" anchor="t">
            <a:spAutoFit/>
          </a:bodyPr>
          <a:p>
            <a:pPr algn="ctr">
              <a:lnSpc>
                <a:spcPts val="6720"/>
              </a:lnSpc>
            </a:pPr>
            <a:r>
              <a:rPr lang="en-US" sz="5600">
                <a:solidFill>
                  <a:srgbClr val="494949"/>
                </a:solidFill>
                <a:latin typeface="Arimo Bold" panose="020B0704020202020204"/>
              </a:rPr>
              <a:t>2.2.2. Các bảng quan hệ </a:t>
            </a:r>
            <a:endParaRPr lang="en-US" sz="5600">
              <a:solidFill>
                <a:srgbClr val="494949"/>
              </a:solidFill>
              <a:latin typeface="Arimo Bold" panose="020B0704020202020204"/>
            </a:endParaRPr>
          </a:p>
        </p:txBody>
      </p:sp>
      <p:pic>
        <p:nvPicPr>
          <p:cNvPr id="2" name="Picture 1" descr="Screenshot 2024-11-14 110711"/>
          <p:cNvPicPr>
            <a:picLocks noChangeAspect="1"/>
          </p:cNvPicPr>
          <p:nvPr/>
        </p:nvPicPr>
        <p:blipFill>
          <a:blip r:embed="rId2"/>
          <a:stretch>
            <a:fillRect/>
          </a:stretch>
        </p:blipFill>
        <p:spPr>
          <a:xfrm>
            <a:off x="1562100" y="4991100"/>
            <a:ext cx="7581900" cy="3600450"/>
          </a:xfrm>
          <a:prstGeom prst="rect">
            <a:avLst/>
          </a:prstGeom>
        </p:spPr>
      </p:pic>
      <p:sp>
        <p:nvSpPr>
          <p:cNvPr id="37" name="Text Box 36"/>
          <p:cNvSpPr txBox="1"/>
          <p:nvPr/>
        </p:nvSpPr>
        <p:spPr>
          <a:xfrm>
            <a:off x="8763000" y="7359015"/>
            <a:ext cx="9144000" cy="701675"/>
          </a:xfrm>
          <a:prstGeom prst="rect">
            <a:avLst/>
          </a:prstGeom>
          <a:noFill/>
        </p:spPr>
        <p:txBody>
          <a:bodyPr wrap="square" rtlCol="0" anchor="t">
            <a:spAutoFit/>
          </a:bodyPr>
          <a:p>
            <a:pPr algn="ctr">
              <a:lnSpc>
                <a:spcPts val="4760"/>
              </a:lnSpc>
            </a:pPr>
            <a:r>
              <a:rPr lang="en-US" sz="2800">
                <a:solidFill>
                  <a:srgbClr val="000000"/>
                </a:solidFill>
                <a:latin typeface="Faustina" panose="00000500000000000000"/>
                <a:sym typeface="+mn-ea"/>
              </a:rPr>
              <a:t>Hình 2.8. Mô hình quan hệ</a:t>
            </a:r>
            <a:endParaRPr lang="en-US" sz="2800">
              <a:solidFill>
                <a:srgbClr val="000000"/>
              </a:solidFill>
              <a:latin typeface="Faustina" panose="00000500000000000000"/>
              <a:sym typeface="+mn-ea"/>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4265298" y="1426506"/>
            <a:ext cx="9757404" cy="7434008"/>
          </a:xfrm>
          <a:custGeom>
            <a:avLst/>
            <a:gdLst/>
            <a:ahLst/>
            <a:cxnLst/>
            <a:rect l="l" t="t" r="r" b="b"/>
            <a:pathLst>
              <a:path w="9757404" h="7434008">
                <a:moveTo>
                  <a:pt x="0" y="0"/>
                </a:moveTo>
                <a:lnTo>
                  <a:pt x="9757404" y="0"/>
                </a:lnTo>
                <a:lnTo>
                  <a:pt x="9757404" y="7434008"/>
                </a:lnTo>
                <a:lnTo>
                  <a:pt x="0" y="7434008"/>
                </a:lnTo>
                <a:lnTo>
                  <a:pt x="0" y="0"/>
                </a:lnTo>
                <a:close/>
              </a:path>
            </a:pathLst>
          </a:custGeom>
          <a:blipFill>
            <a:blip r:embed="rId1"/>
            <a:stretch>
              <a:fillRect/>
            </a:stretch>
          </a:blipFill>
        </p:spPr>
      </p:sp>
      <p:sp>
        <p:nvSpPr>
          <p:cNvPr id="3" name="AutoShape 3"/>
          <p:cNvSpPr/>
          <p:nvPr/>
        </p:nvSpPr>
        <p:spPr>
          <a:xfrm rot="5386959">
            <a:off x="14329607" y="7830000"/>
            <a:ext cx="5021886" cy="0"/>
          </a:xfrm>
          <a:prstGeom prst="line">
            <a:avLst/>
          </a:prstGeom>
          <a:ln w="9525" cap="rnd">
            <a:solidFill>
              <a:srgbClr val="3D3D3D"/>
            </a:solidFill>
            <a:prstDash val="solid"/>
            <a:headEnd type="none" w="sm" len="sm"/>
            <a:tailEnd type="none" w="sm" len="sm"/>
          </a:ln>
        </p:spPr>
      </p:sp>
      <p:sp>
        <p:nvSpPr>
          <p:cNvPr id="4" name="Freeform 4"/>
          <p:cNvSpPr/>
          <p:nvPr/>
        </p:nvSpPr>
        <p:spPr>
          <a:xfrm>
            <a:off x="16258700" y="8584350"/>
            <a:ext cx="1163600" cy="1164700"/>
          </a:xfrm>
          <a:custGeom>
            <a:avLst/>
            <a:gdLst/>
            <a:ahLst/>
            <a:cxnLst/>
            <a:rect l="l" t="t" r="r" b="b"/>
            <a:pathLst>
              <a:path w="1163600" h="1164700">
                <a:moveTo>
                  <a:pt x="0" y="0"/>
                </a:moveTo>
                <a:lnTo>
                  <a:pt x="1163600" y="0"/>
                </a:lnTo>
                <a:lnTo>
                  <a:pt x="1163600" y="1164700"/>
                </a:lnTo>
                <a:lnTo>
                  <a:pt x="0" y="1164700"/>
                </a:lnTo>
                <a:lnTo>
                  <a:pt x="0" y="0"/>
                </a:lnTo>
                <a:close/>
              </a:path>
            </a:pathLst>
          </a:custGeom>
          <a:blipFill>
            <a:blip r:embed="rId2"/>
            <a:stretch>
              <a:fillRect/>
            </a:stretch>
          </a:blipFill>
        </p:spPr>
      </p:sp>
      <p:sp>
        <p:nvSpPr>
          <p:cNvPr id="5" name="Freeform 5"/>
          <p:cNvSpPr/>
          <p:nvPr/>
        </p:nvSpPr>
        <p:spPr>
          <a:xfrm>
            <a:off x="16548476" y="7441200"/>
            <a:ext cx="584050" cy="585150"/>
          </a:xfrm>
          <a:custGeom>
            <a:avLst/>
            <a:gdLst/>
            <a:ahLst/>
            <a:cxnLst/>
            <a:rect l="l" t="t" r="r" b="b"/>
            <a:pathLst>
              <a:path w="584050" h="585150">
                <a:moveTo>
                  <a:pt x="0" y="0"/>
                </a:moveTo>
                <a:lnTo>
                  <a:pt x="584050" y="0"/>
                </a:lnTo>
                <a:lnTo>
                  <a:pt x="584050" y="585150"/>
                </a:lnTo>
                <a:lnTo>
                  <a:pt x="0" y="585150"/>
                </a:lnTo>
                <a:lnTo>
                  <a:pt x="0" y="0"/>
                </a:lnTo>
                <a:close/>
              </a:path>
            </a:pathLst>
          </a:custGeom>
          <a:blipFill>
            <a:blip r:embed="rId3"/>
            <a:stretch>
              <a:fillRect/>
            </a:stretch>
          </a:blipFill>
        </p:spPr>
      </p:sp>
      <p:sp>
        <p:nvSpPr>
          <p:cNvPr id="6" name="Freeform 6"/>
          <p:cNvSpPr/>
          <p:nvPr/>
        </p:nvSpPr>
        <p:spPr>
          <a:xfrm>
            <a:off x="16665526" y="6424950"/>
            <a:ext cx="350000" cy="350000"/>
          </a:xfrm>
          <a:custGeom>
            <a:avLst/>
            <a:gdLst/>
            <a:ahLst/>
            <a:cxnLst/>
            <a:rect l="l" t="t" r="r" b="b"/>
            <a:pathLst>
              <a:path w="350000" h="350000">
                <a:moveTo>
                  <a:pt x="0" y="0"/>
                </a:moveTo>
                <a:lnTo>
                  <a:pt x="350000" y="0"/>
                </a:lnTo>
                <a:lnTo>
                  <a:pt x="350000" y="350000"/>
                </a:lnTo>
                <a:lnTo>
                  <a:pt x="0" y="350000"/>
                </a:lnTo>
                <a:lnTo>
                  <a:pt x="0" y="0"/>
                </a:lnTo>
                <a:close/>
              </a:path>
            </a:pathLst>
          </a:custGeom>
          <a:blipFill>
            <a:blip r:embed="rId4"/>
            <a:stretch>
              <a:fillRect/>
            </a:stretch>
          </a:blipFill>
        </p:spPr>
      </p:sp>
      <p:sp>
        <p:nvSpPr>
          <p:cNvPr id="7" name="AutoShape 7"/>
          <p:cNvSpPr/>
          <p:nvPr/>
        </p:nvSpPr>
        <p:spPr>
          <a:xfrm rot="5386959">
            <a:off x="-1063493" y="2502626"/>
            <a:ext cx="5021886" cy="0"/>
          </a:xfrm>
          <a:prstGeom prst="line">
            <a:avLst/>
          </a:prstGeom>
          <a:ln w="9525" cap="rnd">
            <a:solidFill>
              <a:srgbClr val="3D3D3D"/>
            </a:solidFill>
            <a:prstDash val="solid"/>
            <a:headEnd type="none" w="sm" len="sm"/>
            <a:tailEnd type="none" w="sm" len="sm"/>
          </a:ln>
        </p:spPr>
      </p:sp>
      <p:sp>
        <p:nvSpPr>
          <p:cNvPr id="8" name="Freeform 8"/>
          <p:cNvSpPr/>
          <p:nvPr/>
        </p:nvSpPr>
        <p:spPr>
          <a:xfrm>
            <a:off x="865700" y="583576"/>
            <a:ext cx="1163600" cy="1164700"/>
          </a:xfrm>
          <a:custGeom>
            <a:avLst/>
            <a:gdLst/>
            <a:ahLst/>
            <a:cxnLst/>
            <a:rect l="l" t="t" r="r" b="b"/>
            <a:pathLst>
              <a:path w="1163600" h="1164700">
                <a:moveTo>
                  <a:pt x="0" y="0"/>
                </a:moveTo>
                <a:lnTo>
                  <a:pt x="1163600" y="0"/>
                </a:lnTo>
                <a:lnTo>
                  <a:pt x="1163600" y="1164700"/>
                </a:lnTo>
                <a:lnTo>
                  <a:pt x="0" y="1164700"/>
                </a:lnTo>
                <a:lnTo>
                  <a:pt x="0" y="0"/>
                </a:lnTo>
                <a:close/>
              </a:path>
            </a:pathLst>
          </a:custGeom>
          <a:blipFill>
            <a:blip r:embed="rId5"/>
            <a:stretch>
              <a:fillRect/>
            </a:stretch>
          </a:blipFill>
        </p:spPr>
      </p:sp>
      <p:sp>
        <p:nvSpPr>
          <p:cNvPr id="9" name="Freeform 9"/>
          <p:cNvSpPr/>
          <p:nvPr/>
        </p:nvSpPr>
        <p:spPr>
          <a:xfrm>
            <a:off x="1155476" y="2306276"/>
            <a:ext cx="584050" cy="585150"/>
          </a:xfrm>
          <a:custGeom>
            <a:avLst/>
            <a:gdLst/>
            <a:ahLst/>
            <a:cxnLst/>
            <a:rect l="l" t="t" r="r" b="b"/>
            <a:pathLst>
              <a:path w="584050" h="585150">
                <a:moveTo>
                  <a:pt x="0" y="0"/>
                </a:moveTo>
                <a:lnTo>
                  <a:pt x="584050" y="0"/>
                </a:lnTo>
                <a:lnTo>
                  <a:pt x="584050" y="585150"/>
                </a:lnTo>
                <a:lnTo>
                  <a:pt x="0" y="585150"/>
                </a:lnTo>
                <a:lnTo>
                  <a:pt x="0" y="0"/>
                </a:lnTo>
                <a:close/>
              </a:path>
            </a:pathLst>
          </a:custGeom>
          <a:blipFill>
            <a:blip r:embed="rId6"/>
            <a:stretch>
              <a:fillRect/>
            </a:stretch>
          </a:blipFill>
        </p:spPr>
      </p:sp>
      <p:sp>
        <p:nvSpPr>
          <p:cNvPr id="10" name="Freeform 10"/>
          <p:cNvSpPr/>
          <p:nvPr/>
        </p:nvSpPr>
        <p:spPr>
          <a:xfrm>
            <a:off x="1272476" y="3557676"/>
            <a:ext cx="350000" cy="350000"/>
          </a:xfrm>
          <a:custGeom>
            <a:avLst/>
            <a:gdLst/>
            <a:ahLst/>
            <a:cxnLst/>
            <a:rect l="l" t="t" r="r" b="b"/>
            <a:pathLst>
              <a:path w="350000" h="350000">
                <a:moveTo>
                  <a:pt x="0" y="0"/>
                </a:moveTo>
                <a:lnTo>
                  <a:pt x="350000" y="0"/>
                </a:lnTo>
                <a:lnTo>
                  <a:pt x="350000" y="350000"/>
                </a:lnTo>
                <a:lnTo>
                  <a:pt x="0" y="350000"/>
                </a:lnTo>
                <a:lnTo>
                  <a:pt x="0" y="0"/>
                </a:lnTo>
                <a:close/>
              </a:path>
            </a:pathLst>
          </a:custGeom>
          <a:blipFill>
            <a:blip r:embed="rId7"/>
            <a:stretch>
              <a:fillRect/>
            </a:stretch>
          </a:blipFill>
        </p:spPr>
      </p:sp>
      <p:sp>
        <p:nvSpPr>
          <p:cNvPr id="11" name="Freeform 11"/>
          <p:cNvSpPr/>
          <p:nvPr/>
        </p:nvSpPr>
        <p:spPr>
          <a:xfrm>
            <a:off x="865700" y="4006326"/>
            <a:ext cx="350026" cy="54000"/>
          </a:xfrm>
          <a:custGeom>
            <a:avLst/>
            <a:gdLst/>
            <a:ahLst/>
            <a:cxnLst/>
            <a:rect l="l" t="t" r="r" b="b"/>
            <a:pathLst>
              <a:path w="350026" h="54000">
                <a:moveTo>
                  <a:pt x="0" y="0"/>
                </a:moveTo>
                <a:lnTo>
                  <a:pt x="350026" y="0"/>
                </a:lnTo>
                <a:lnTo>
                  <a:pt x="350026" y="54000"/>
                </a:lnTo>
                <a:lnTo>
                  <a:pt x="0" y="54000"/>
                </a:lnTo>
                <a:lnTo>
                  <a:pt x="0" y="0"/>
                </a:lnTo>
                <a:close/>
              </a:path>
            </a:pathLst>
          </a:custGeom>
          <a:blipFill>
            <a:blip r:embed="rId8"/>
            <a:stretch>
              <a:fillRect/>
            </a:stretch>
          </a:blipFill>
        </p:spPr>
      </p:sp>
      <p:sp>
        <p:nvSpPr>
          <p:cNvPr id="12" name="Freeform 12"/>
          <p:cNvSpPr/>
          <p:nvPr/>
        </p:nvSpPr>
        <p:spPr>
          <a:xfrm>
            <a:off x="1576200" y="416976"/>
            <a:ext cx="350026" cy="54000"/>
          </a:xfrm>
          <a:custGeom>
            <a:avLst/>
            <a:gdLst/>
            <a:ahLst/>
            <a:cxnLst/>
            <a:rect l="l" t="t" r="r" b="b"/>
            <a:pathLst>
              <a:path w="350026" h="54000">
                <a:moveTo>
                  <a:pt x="0" y="0"/>
                </a:moveTo>
                <a:lnTo>
                  <a:pt x="350026" y="0"/>
                </a:lnTo>
                <a:lnTo>
                  <a:pt x="350026" y="54000"/>
                </a:lnTo>
                <a:lnTo>
                  <a:pt x="0" y="54000"/>
                </a:lnTo>
                <a:lnTo>
                  <a:pt x="0" y="0"/>
                </a:lnTo>
                <a:close/>
              </a:path>
            </a:pathLst>
          </a:custGeom>
          <a:blipFill>
            <a:blip r:embed="rId8"/>
            <a:stretch>
              <a:fillRect/>
            </a:stretch>
          </a:blipFill>
        </p:spPr>
      </p:sp>
      <p:sp>
        <p:nvSpPr>
          <p:cNvPr id="13" name="Freeform 13"/>
          <p:cNvSpPr/>
          <p:nvPr/>
        </p:nvSpPr>
        <p:spPr>
          <a:xfrm>
            <a:off x="16258700" y="9977450"/>
            <a:ext cx="350026" cy="54000"/>
          </a:xfrm>
          <a:custGeom>
            <a:avLst/>
            <a:gdLst/>
            <a:ahLst/>
            <a:cxnLst/>
            <a:rect l="l" t="t" r="r" b="b"/>
            <a:pathLst>
              <a:path w="350026" h="54000">
                <a:moveTo>
                  <a:pt x="0" y="0"/>
                </a:moveTo>
                <a:lnTo>
                  <a:pt x="350026" y="0"/>
                </a:lnTo>
                <a:lnTo>
                  <a:pt x="350026" y="54000"/>
                </a:lnTo>
                <a:lnTo>
                  <a:pt x="0" y="54000"/>
                </a:lnTo>
                <a:lnTo>
                  <a:pt x="0" y="0"/>
                </a:lnTo>
                <a:close/>
              </a:path>
            </a:pathLst>
          </a:custGeom>
          <a:blipFill>
            <a:blip r:embed="rId8"/>
            <a:stretch>
              <a:fillRect/>
            </a:stretch>
          </a:blipFill>
        </p:spPr>
      </p:sp>
      <p:sp>
        <p:nvSpPr>
          <p:cNvPr id="14" name="Freeform 14"/>
          <p:cNvSpPr/>
          <p:nvPr/>
        </p:nvSpPr>
        <p:spPr>
          <a:xfrm>
            <a:off x="16995100" y="6858850"/>
            <a:ext cx="350026" cy="54000"/>
          </a:xfrm>
          <a:custGeom>
            <a:avLst/>
            <a:gdLst/>
            <a:ahLst/>
            <a:cxnLst/>
            <a:rect l="l" t="t" r="r" b="b"/>
            <a:pathLst>
              <a:path w="350026" h="54000">
                <a:moveTo>
                  <a:pt x="0" y="0"/>
                </a:moveTo>
                <a:lnTo>
                  <a:pt x="350026" y="0"/>
                </a:lnTo>
                <a:lnTo>
                  <a:pt x="350026" y="54000"/>
                </a:lnTo>
                <a:lnTo>
                  <a:pt x="0" y="54000"/>
                </a:lnTo>
                <a:lnTo>
                  <a:pt x="0" y="0"/>
                </a:lnTo>
                <a:close/>
              </a:path>
            </a:pathLst>
          </a:custGeom>
          <a:blipFill>
            <a:blip r:embed="rId8"/>
            <a:stretch>
              <a:fillRect/>
            </a:stretch>
          </a:blipFill>
        </p:spPr>
      </p:sp>
      <p:sp>
        <p:nvSpPr>
          <p:cNvPr id="15" name="AutoShape 15"/>
          <p:cNvSpPr/>
          <p:nvPr/>
        </p:nvSpPr>
        <p:spPr>
          <a:xfrm rot="5384913">
            <a:off x="14644004" y="2160900"/>
            <a:ext cx="4340892" cy="0"/>
          </a:xfrm>
          <a:prstGeom prst="line">
            <a:avLst/>
          </a:prstGeom>
          <a:ln w="9525" cap="rnd">
            <a:solidFill>
              <a:srgbClr val="3D3D3D"/>
            </a:solidFill>
            <a:prstDash val="solid"/>
            <a:headEnd type="none" w="sm" len="sm"/>
            <a:tailEnd type="none" w="sm" len="sm"/>
          </a:ln>
        </p:spPr>
      </p:sp>
      <p:sp>
        <p:nvSpPr>
          <p:cNvPr id="16" name="AutoShape 16"/>
          <p:cNvSpPr/>
          <p:nvPr/>
        </p:nvSpPr>
        <p:spPr>
          <a:xfrm rot="5384913">
            <a:off x="-734396" y="8132168"/>
            <a:ext cx="4340892" cy="0"/>
          </a:xfrm>
          <a:prstGeom prst="line">
            <a:avLst/>
          </a:prstGeom>
          <a:ln w="9525" cap="rnd">
            <a:solidFill>
              <a:srgbClr val="3D3D3D"/>
            </a:solidFill>
            <a:prstDash val="solid"/>
            <a:headEnd type="none" w="sm" len="sm"/>
            <a:tailEnd type="none" w="sm" len="sm"/>
          </a:ln>
        </p:spPr>
      </p:sp>
      <p:grpSp>
        <p:nvGrpSpPr>
          <p:cNvPr id="17" name="Group 17"/>
          <p:cNvGrpSpPr/>
          <p:nvPr/>
        </p:nvGrpSpPr>
        <p:grpSpPr>
          <a:xfrm>
            <a:off x="1334125" y="9166251"/>
            <a:ext cx="203850" cy="203850"/>
            <a:chOff x="0" y="0"/>
            <a:chExt cx="271800" cy="271800"/>
          </a:xfrm>
        </p:grpSpPr>
        <p:sp>
          <p:nvSpPr>
            <p:cNvPr id="18" name="Freeform 18"/>
            <p:cNvSpPr/>
            <p:nvPr/>
          </p:nvSpPr>
          <p:spPr>
            <a:xfrm>
              <a:off x="12700" y="12700"/>
              <a:ext cx="246380" cy="246380"/>
            </a:xfrm>
            <a:custGeom>
              <a:avLst/>
              <a:gdLst/>
              <a:ahLst/>
              <a:cxnLst/>
              <a:rect l="l" t="t" r="r" b="b"/>
              <a:pathLst>
                <a:path w="246380" h="246380">
                  <a:moveTo>
                    <a:pt x="0" y="123190"/>
                  </a:moveTo>
                  <a:cubicBezTo>
                    <a:pt x="0" y="55118"/>
                    <a:pt x="55118" y="0"/>
                    <a:pt x="123190" y="0"/>
                  </a:cubicBezTo>
                  <a:cubicBezTo>
                    <a:pt x="191262" y="0"/>
                    <a:pt x="246380" y="55118"/>
                    <a:pt x="246380" y="123190"/>
                  </a:cubicBezTo>
                  <a:cubicBezTo>
                    <a:pt x="246380" y="191262"/>
                    <a:pt x="191262" y="246380"/>
                    <a:pt x="123190" y="246380"/>
                  </a:cubicBezTo>
                  <a:cubicBezTo>
                    <a:pt x="55118" y="246380"/>
                    <a:pt x="0" y="191262"/>
                    <a:pt x="0" y="123190"/>
                  </a:cubicBezTo>
                  <a:close/>
                </a:path>
              </a:pathLst>
            </a:custGeom>
            <a:solidFill>
              <a:srgbClr val="3D3D3D"/>
            </a:solidFill>
          </p:spPr>
        </p:sp>
        <p:sp>
          <p:nvSpPr>
            <p:cNvPr id="19" name="Freeform 19"/>
            <p:cNvSpPr/>
            <p:nvPr/>
          </p:nvSpPr>
          <p:spPr>
            <a:xfrm>
              <a:off x="0" y="0"/>
              <a:ext cx="271780" cy="271780"/>
            </a:xfrm>
            <a:custGeom>
              <a:avLst/>
              <a:gdLst/>
              <a:ahLst/>
              <a:cxnLst/>
              <a:rect l="l" t="t" r="r" b="b"/>
              <a:pathLst>
                <a:path w="271780" h="271780">
                  <a:moveTo>
                    <a:pt x="0" y="135890"/>
                  </a:moveTo>
                  <a:cubicBezTo>
                    <a:pt x="0" y="60833"/>
                    <a:pt x="60833" y="0"/>
                    <a:pt x="135890" y="0"/>
                  </a:cubicBezTo>
                  <a:lnTo>
                    <a:pt x="135890" y="12700"/>
                  </a:lnTo>
                  <a:lnTo>
                    <a:pt x="135890" y="0"/>
                  </a:lnTo>
                  <a:cubicBezTo>
                    <a:pt x="210947" y="0"/>
                    <a:pt x="271780" y="60833"/>
                    <a:pt x="271780" y="135890"/>
                  </a:cubicBezTo>
                  <a:lnTo>
                    <a:pt x="259080" y="135890"/>
                  </a:lnTo>
                  <a:lnTo>
                    <a:pt x="271780" y="135890"/>
                  </a:lnTo>
                  <a:cubicBezTo>
                    <a:pt x="271780" y="210947"/>
                    <a:pt x="210947" y="271780"/>
                    <a:pt x="135890" y="271780"/>
                  </a:cubicBezTo>
                  <a:lnTo>
                    <a:pt x="135890" y="259080"/>
                  </a:lnTo>
                  <a:lnTo>
                    <a:pt x="135890" y="271780"/>
                  </a:lnTo>
                  <a:cubicBezTo>
                    <a:pt x="60833" y="271780"/>
                    <a:pt x="0" y="210947"/>
                    <a:pt x="0" y="135890"/>
                  </a:cubicBezTo>
                  <a:lnTo>
                    <a:pt x="12700" y="135890"/>
                  </a:lnTo>
                  <a:lnTo>
                    <a:pt x="25400" y="135890"/>
                  </a:lnTo>
                  <a:lnTo>
                    <a:pt x="12700" y="135890"/>
                  </a:lnTo>
                  <a:lnTo>
                    <a:pt x="0" y="135890"/>
                  </a:lnTo>
                  <a:moveTo>
                    <a:pt x="25400" y="135890"/>
                  </a:moveTo>
                  <a:cubicBezTo>
                    <a:pt x="25400" y="142875"/>
                    <a:pt x="19685" y="148590"/>
                    <a:pt x="12700" y="148590"/>
                  </a:cubicBezTo>
                  <a:cubicBezTo>
                    <a:pt x="5715" y="148590"/>
                    <a:pt x="0" y="142875"/>
                    <a:pt x="0" y="135890"/>
                  </a:cubicBezTo>
                  <a:cubicBezTo>
                    <a:pt x="0" y="128905"/>
                    <a:pt x="5715" y="123190"/>
                    <a:pt x="12700" y="123190"/>
                  </a:cubicBezTo>
                  <a:cubicBezTo>
                    <a:pt x="19685" y="123190"/>
                    <a:pt x="25400" y="128905"/>
                    <a:pt x="25400" y="135890"/>
                  </a:cubicBezTo>
                  <a:cubicBezTo>
                    <a:pt x="25400" y="196977"/>
                    <a:pt x="74930" y="246380"/>
                    <a:pt x="135890" y="246380"/>
                  </a:cubicBezTo>
                  <a:cubicBezTo>
                    <a:pt x="196850" y="246380"/>
                    <a:pt x="246380" y="196850"/>
                    <a:pt x="246380" y="135890"/>
                  </a:cubicBezTo>
                  <a:cubicBezTo>
                    <a:pt x="246380" y="74930"/>
                    <a:pt x="196977" y="25400"/>
                    <a:pt x="135890" y="25400"/>
                  </a:cubicBezTo>
                  <a:lnTo>
                    <a:pt x="135890" y="12700"/>
                  </a:lnTo>
                  <a:lnTo>
                    <a:pt x="135890" y="25400"/>
                  </a:lnTo>
                  <a:cubicBezTo>
                    <a:pt x="74930" y="25400"/>
                    <a:pt x="25400" y="74930"/>
                    <a:pt x="25400" y="135890"/>
                  </a:cubicBezTo>
                  <a:close/>
                </a:path>
              </a:pathLst>
            </a:custGeom>
            <a:solidFill>
              <a:srgbClr val="3D3D3D"/>
            </a:solidFill>
          </p:spPr>
        </p:sp>
      </p:grpSp>
      <p:grpSp>
        <p:nvGrpSpPr>
          <p:cNvPr id="20" name="Group 20"/>
          <p:cNvGrpSpPr/>
          <p:nvPr/>
        </p:nvGrpSpPr>
        <p:grpSpPr>
          <a:xfrm>
            <a:off x="1334125" y="7871151"/>
            <a:ext cx="203850" cy="203850"/>
            <a:chOff x="0" y="0"/>
            <a:chExt cx="271800" cy="271800"/>
          </a:xfrm>
        </p:grpSpPr>
        <p:sp>
          <p:nvSpPr>
            <p:cNvPr id="21" name="Freeform 21"/>
            <p:cNvSpPr/>
            <p:nvPr/>
          </p:nvSpPr>
          <p:spPr>
            <a:xfrm>
              <a:off x="12700" y="12700"/>
              <a:ext cx="246380" cy="246380"/>
            </a:xfrm>
            <a:custGeom>
              <a:avLst/>
              <a:gdLst/>
              <a:ahLst/>
              <a:cxnLst/>
              <a:rect l="l" t="t" r="r" b="b"/>
              <a:pathLst>
                <a:path w="246380" h="246380">
                  <a:moveTo>
                    <a:pt x="0" y="123190"/>
                  </a:moveTo>
                  <a:cubicBezTo>
                    <a:pt x="0" y="55118"/>
                    <a:pt x="55118" y="0"/>
                    <a:pt x="123190" y="0"/>
                  </a:cubicBezTo>
                  <a:cubicBezTo>
                    <a:pt x="191262" y="0"/>
                    <a:pt x="246380" y="55118"/>
                    <a:pt x="246380" y="123190"/>
                  </a:cubicBezTo>
                  <a:cubicBezTo>
                    <a:pt x="246380" y="191262"/>
                    <a:pt x="191262" y="246380"/>
                    <a:pt x="123190" y="246380"/>
                  </a:cubicBezTo>
                  <a:cubicBezTo>
                    <a:pt x="55118" y="246380"/>
                    <a:pt x="0" y="191262"/>
                    <a:pt x="0" y="123190"/>
                  </a:cubicBezTo>
                  <a:close/>
                </a:path>
              </a:pathLst>
            </a:custGeom>
            <a:solidFill>
              <a:srgbClr val="3D3D3D"/>
            </a:solidFill>
          </p:spPr>
        </p:sp>
        <p:sp>
          <p:nvSpPr>
            <p:cNvPr id="22" name="Freeform 22"/>
            <p:cNvSpPr/>
            <p:nvPr/>
          </p:nvSpPr>
          <p:spPr>
            <a:xfrm>
              <a:off x="0" y="0"/>
              <a:ext cx="271780" cy="271780"/>
            </a:xfrm>
            <a:custGeom>
              <a:avLst/>
              <a:gdLst/>
              <a:ahLst/>
              <a:cxnLst/>
              <a:rect l="l" t="t" r="r" b="b"/>
              <a:pathLst>
                <a:path w="271780" h="271780">
                  <a:moveTo>
                    <a:pt x="0" y="135890"/>
                  </a:moveTo>
                  <a:cubicBezTo>
                    <a:pt x="0" y="60833"/>
                    <a:pt x="60833" y="0"/>
                    <a:pt x="135890" y="0"/>
                  </a:cubicBezTo>
                  <a:lnTo>
                    <a:pt x="135890" y="12700"/>
                  </a:lnTo>
                  <a:lnTo>
                    <a:pt x="135890" y="0"/>
                  </a:lnTo>
                  <a:cubicBezTo>
                    <a:pt x="210947" y="0"/>
                    <a:pt x="271780" y="60833"/>
                    <a:pt x="271780" y="135890"/>
                  </a:cubicBezTo>
                  <a:lnTo>
                    <a:pt x="259080" y="135890"/>
                  </a:lnTo>
                  <a:lnTo>
                    <a:pt x="271780" y="135890"/>
                  </a:lnTo>
                  <a:cubicBezTo>
                    <a:pt x="271780" y="210947"/>
                    <a:pt x="210947" y="271780"/>
                    <a:pt x="135890" y="271780"/>
                  </a:cubicBezTo>
                  <a:lnTo>
                    <a:pt x="135890" y="259080"/>
                  </a:lnTo>
                  <a:lnTo>
                    <a:pt x="135890" y="271780"/>
                  </a:lnTo>
                  <a:cubicBezTo>
                    <a:pt x="60833" y="271780"/>
                    <a:pt x="0" y="210947"/>
                    <a:pt x="0" y="135890"/>
                  </a:cubicBezTo>
                  <a:lnTo>
                    <a:pt x="12700" y="135890"/>
                  </a:lnTo>
                  <a:lnTo>
                    <a:pt x="25400" y="135890"/>
                  </a:lnTo>
                  <a:lnTo>
                    <a:pt x="12700" y="135890"/>
                  </a:lnTo>
                  <a:lnTo>
                    <a:pt x="0" y="135890"/>
                  </a:lnTo>
                  <a:moveTo>
                    <a:pt x="25400" y="135890"/>
                  </a:moveTo>
                  <a:cubicBezTo>
                    <a:pt x="25400" y="142875"/>
                    <a:pt x="19685" y="148590"/>
                    <a:pt x="12700" y="148590"/>
                  </a:cubicBezTo>
                  <a:cubicBezTo>
                    <a:pt x="5715" y="148590"/>
                    <a:pt x="0" y="142875"/>
                    <a:pt x="0" y="135890"/>
                  </a:cubicBezTo>
                  <a:cubicBezTo>
                    <a:pt x="0" y="128905"/>
                    <a:pt x="5715" y="123190"/>
                    <a:pt x="12700" y="123190"/>
                  </a:cubicBezTo>
                  <a:cubicBezTo>
                    <a:pt x="19685" y="123190"/>
                    <a:pt x="25400" y="128905"/>
                    <a:pt x="25400" y="135890"/>
                  </a:cubicBezTo>
                  <a:cubicBezTo>
                    <a:pt x="25400" y="196977"/>
                    <a:pt x="74930" y="246380"/>
                    <a:pt x="135890" y="246380"/>
                  </a:cubicBezTo>
                  <a:cubicBezTo>
                    <a:pt x="196850" y="246380"/>
                    <a:pt x="246380" y="196850"/>
                    <a:pt x="246380" y="135890"/>
                  </a:cubicBezTo>
                  <a:cubicBezTo>
                    <a:pt x="246380" y="74930"/>
                    <a:pt x="196977" y="25400"/>
                    <a:pt x="135890" y="25400"/>
                  </a:cubicBezTo>
                  <a:lnTo>
                    <a:pt x="135890" y="12700"/>
                  </a:lnTo>
                  <a:lnTo>
                    <a:pt x="135890" y="25400"/>
                  </a:lnTo>
                  <a:cubicBezTo>
                    <a:pt x="74930" y="25400"/>
                    <a:pt x="25400" y="74930"/>
                    <a:pt x="25400" y="135890"/>
                  </a:cubicBezTo>
                  <a:close/>
                </a:path>
              </a:pathLst>
            </a:custGeom>
            <a:solidFill>
              <a:srgbClr val="3D3D3D"/>
            </a:solidFill>
          </p:spPr>
        </p:sp>
      </p:grpSp>
      <p:grpSp>
        <p:nvGrpSpPr>
          <p:cNvPr id="23" name="Group 23"/>
          <p:cNvGrpSpPr/>
          <p:nvPr/>
        </p:nvGrpSpPr>
        <p:grpSpPr>
          <a:xfrm>
            <a:off x="16712525" y="2897475"/>
            <a:ext cx="203850" cy="203850"/>
            <a:chOff x="0" y="0"/>
            <a:chExt cx="271800" cy="271800"/>
          </a:xfrm>
        </p:grpSpPr>
        <p:sp>
          <p:nvSpPr>
            <p:cNvPr id="24" name="Freeform 24"/>
            <p:cNvSpPr/>
            <p:nvPr/>
          </p:nvSpPr>
          <p:spPr>
            <a:xfrm>
              <a:off x="12700" y="12700"/>
              <a:ext cx="246380" cy="246380"/>
            </a:xfrm>
            <a:custGeom>
              <a:avLst/>
              <a:gdLst/>
              <a:ahLst/>
              <a:cxnLst/>
              <a:rect l="l" t="t" r="r" b="b"/>
              <a:pathLst>
                <a:path w="246380" h="246380">
                  <a:moveTo>
                    <a:pt x="0" y="123190"/>
                  </a:moveTo>
                  <a:cubicBezTo>
                    <a:pt x="0" y="55118"/>
                    <a:pt x="55118" y="0"/>
                    <a:pt x="123190" y="0"/>
                  </a:cubicBezTo>
                  <a:cubicBezTo>
                    <a:pt x="191262" y="0"/>
                    <a:pt x="246380" y="55118"/>
                    <a:pt x="246380" y="123190"/>
                  </a:cubicBezTo>
                  <a:cubicBezTo>
                    <a:pt x="246380" y="191262"/>
                    <a:pt x="191262" y="246380"/>
                    <a:pt x="123190" y="246380"/>
                  </a:cubicBezTo>
                  <a:cubicBezTo>
                    <a:pt x="55118" y="246380"/>
                    <a:pt x="0" y="191262"/>
                    <a:pt x="0" y="123190"/>
                  </a:cubicBezTo>
                  <a:close/>
                </a:path>
              </a:pathLst>
            </a:custGeom>
            <a:solidFill>
              <a:srgbClr val="3D3D3D"/>
            </a:solidFill>
          </p:spPr>
        </p:sp>
        <p:sp>
          <p:nvSpPr>
            <p:cNvPr id="25" name="Freeform 25"/>
            <p:cNvSpPr/>
            <p:nvPr/>
          </p:nvSpPr>
          <p:spPr>
            <a:xfrm>
              <a:off x="0" y="0"/>
              <a:ext cx="271780" cy="271780"/>
            </a:xfrm>
            <a:custGeom>
              <a:avLst/>
              <a:gdLst/>
              <a:ahLst/>
              <a:cxnLst/>
              <a:rect l="l" t="t" r="r" b="b"/>
              <a:pathLst>
                <a:path w="271780" h="271780">
                  <a:moveTo>
                    <a:pt x="0" y="135890"/>
                  </a:moveTo>
                  <a:cubicBezTo>
                    <a:pt x="0" y="60833"/>
                    <a:pt x="60833" y="0"/>
                    <a:pt x="135890" y="0"/>
                  </a:cubicBezTo>
                  <a:lnTo>
                    <a:pt x="135890" y="12700"/>
                  </a:lnTo>
                  <a:lnTo>
                    <a:pt x="135890" y="0"/>
                  </a:lnTo>
                  <a:cubicBezTo>
                    <a:pt x="210947" y="0"/>
                    <a:pt x="271780" y="60833"/>
                    <a:pt x="271780" y="135890"/>
                  </a:cubicBezTo>
                  <a:lnTo>
                    <a:pt x="259080" y="135890"/>
                  </a:lnTo>
                  <a:lnTo>
                    <a:pt x="271780" y="135890"/>
                  </a:lnTo>
                  <a:cubicBezTo>
                    <a:pt x="271780" y="210947"/>
                    <a:pt x="210947" y="271780"/>
                    <a:pt x="135890" y="271780"/>
                  </a:cubicBezTo>
                  <a:lnTo>
                    <a:pt x="135890" y="259080"/>
                  </a:lnTo>
                  <a:lnTo>
                    <a:pt x="135890" y="271780"/>
                  </a:lnTo>
                  <a:cubicBezTo>
                    <a:pt x="60833" y="271780"/>
                    <a:pt x="0" y="210947"/>
                    <a:pt x="0" y="135890"/>
                  </a:cubicBezTo>
                  <a:lnTo>
                    <a:pt x="12700" y="135890"/>
                  </a:lnTo>
                  <a:lnTo>
                    <a:pt x="25400" y="135890"/>
                  </a:lnTo>
                  <a:lnTo>
                    <a:pt x="12700" y="135890"/>
                  </a:lnTo>
                  <a:lnTo>
                    <a:pt x="0" y="135890"/>
                  </a:lnTo>
                  <a:moveTo>
                    <a:pt x="25400" y="135890"/>
                  </a:moveTo>
                  <a:cubicBezTo>
                    <a:pt x="25400" y="142875"/>
                    <a:pt x="19685" y="148590"/>
                    <a:pt x="12700" y="148590"/>
                  </a:cubicBezTo>
                  <a:cubicBezTo>
                    <a:pt x="5715" y="148590"/>
                    <a:pt x="0" y="142875"/>
                    <a:pt x="0" y="135890"/>
                  </a:cubicBezTo>
                  <a:cubicBezTo>
                    <a:pt x="0" y="128905"/>
                    <a:pt x="5715" y="123190"/>
                    <a:pt x="12700" y="123190"/>
                  </a:cubicBezTo>
                  <a:cubicBezTo>
                    <a:pt x="19685" y="123190"/>
                    <a:pt x="25400" y="128905"/>
                    <a:pt x="25400" y="135890"/>
                  </a:cubicBezTo>
                  <a:cubicBezTo>
                    <a:pt x="25400" y="196977"/>
                    <a:pt x="74930" y="246380"/>
                    <a:pt x="135890" y="246380"/>
                  </a:cubicBezTo>
                  <a:cubicBezTo>
                    <a:pt x="196850" y="246380"/>
                    <a:pt x="246380" y="196850"/>
                    <a:pt x="246380" y="135890"/>
                  </a:cubicBezTo>
                  <a:cubicBezTo>
                    <a:pt x="246380" y="74930"/>
                    <a:pt x="196977" y="25400"/>
                    <a:pt x="135890" y="25400"/>
                  </a:cubicBezTo>
                  <a:lnTo>
                    <a:pt x="135890" y="12700"/>
                  </a:lnTo>
                  <a:lnTo>
                    <a:pt x="135890" y="25400"/>
                  </a:lnTo>
                  <a:cubicBezTo>
                    <a:pt x="74930" y="25400"/>
                    <a:pt x="25400" y="74930"/>
                    <a:pt x="25400" y="135890"/>
                  </a:cubicBezTo>
                  <a:close/>
                </a:path>
              </a:pathLst>
            </a:custGeom>
            <a:solidFill>
              <a:srgbClr val="3D3D3D"/>
            </a:solidFill>
          </p:spPr>
        </p:sp>
      </p:grpSp>
      <p:grpSp>
        <p:nvGrpSpPr>
          <p:cNvPr id="26" name="Group 26"/>
          <p:cNvGrpSpPr/>
          <p:nvPr/>
        </p:nvGrpSpPr>
        <p:grpSpPr>
          <a:xfrm>
            <a:off x="16712525" y="460225"/>
            <a:ext cx="203850" cy="203850"/>
            <a:chOff x="0" y="0"/>
            <a:chExt cx="271800" cy="271800"/>
          </a:xfrm>
        </p:grpSpPr>
        <p:sp>
          <p:nvSpPr>
            <p:cNvPr id="27" name="Freeform 27"/>
            <p:cNvSpPr/>
            <p:nvPr/>
          </p:nvSpPr>
          <p:spPr>
            <a:xfrm>
              <a:off x="12700" y="12700"/>
              <a:ext cx="246380" cy="246380"/>
            </a:xfrm>
            <a:custGeom>
              <a:avLst/>
              <a:gdLst/>
              <a:ahLst/>
              <a:cxnLst/>
              <a:rect l="l" t="t" r="r" b="b"/>
              <a:pathLst>
                <a:path w="246380" h="246380">
                  <a:moveTo>
                    <a:pt x="0" y="123190"/>
                  </a:moveTo>
                  <a:cubicBezTo>
                    <a:pt x="0" y="55118"/>
                    <a:pt x="55118" y="0"/>
                    <a:pt x="123190" y="0"/>
                  </a:cubicBezTo>
                  <a:cubicBezTo>
                    <a:pt x="191262" y="0"/>
                    <a:pt x="246380" y="55118"/>
                    <a:pt x="246380" y="123190"/>
                  </a:cubicBezTo>
                  <a:cubicBezTo>
                    <a:pt x="246380" y="191262"/>
                    <a:pt x="191262" y="246380"/>
                    <a:pt x="123190" y="246380"/>
                  </a:cubicBezTo>
                  <a:cubicBezTo>
                    <a:pt x="55118" y="246380"/>
                    <a:pt x="0" y="191262"/>
                    <a:pt x="0" y="123190"/>
                  </a:cubicBezTo>
                  <a:close/>
                </a:path>
              </a:pathLst>
            </a:custGeom>
            <a:solidFill>
              <a:srgbClr val="3D3D3D"/>
            </a:solidFill>
          </p:spPr>
        </p:sp>
        <p:sp>
          <p:nvSpPr>
            <p:cNvPr id="28" name="Freeform 28"/>
            <p:cNvSpPr/>
            <p:nvPr/>
          </p:nvSpPr>
          <p:spPr>
            <a:xfrm>
              <a:off x="0" y="0"/>
              <a:ext cx="271780" cy="271780"/>
            </a:xfrm>
            <a:custGeom>
              <a:avLst/>
              <a:gdLst/>
              <a:ahLst/>
              <a:cxnLst/>
              <a:rect l="l" t="t" r="r" b="b"/>
              <a:pathLst>
                <a:path w="271780" h="271780">
                  <a:moveTo>
                    <a:pt x="0" y="135890"/>
                  </a:moveTo>
                  <a:cubicBezTo>
                    <a:pt x="0" y="60833"/>
                    <a:pt x="60833" y="0"/>
                    <a:pt x="135890" y="0"/>
                  </a:cubicBezTo>
                  <a:lnTo>
                    <a:pt x="135890" y="12700"/>
                  </a:lnTo>
                  <a:lnTo>
                    <a:pt x="135890" y="0"/>
                  </a:lnTo>
                  <a:cubicBezTo>
                    <a:pt x="210947" y="0"/>
                    <a:pt x="271780" y="60833"/>
                    <a:pt x="271780" y="135890"/>
                  </a:cubicBezTo>
                  <a:lnTo>
                    <a:pt x="259080" y="135890"/>
                  </a:lnTo>
                  <a:lnTo>
                    <a:pt x="271780" y="135890"/>
                  </a:lnTo>
                  <a:cubicBezTo>
                    <a:pt x="271780" y="210947"/>
                    <a:pt x="210947" y="271780"/>
                    <a:pt x="135890" y="271780"/>
                  </a:cubicBezTo>
                  <a:lnTo>
                    <a:pt x="135890" y="259080"/>
                  </a:lnTo>
                  <a:lnTo>
                    <a:pt x="135890" y="271780"/>
                  </a:lnTo>
                  <a:cubicBezTo>
                    <a:pt x="60833" y="271780"/>
                    <a:pt x="0" y="210947"/>
                    <a:pt x="0" y="135890"/>
                  </a:cubicBezTo>
                  <a:lnTo>
                    <a:pt x="12700" y="135890"/>
                  </a:lnTo>
                  <a:lnTo>
                    <a:pt x="25400" y="135890"/>
                  </a:lnTo>
                  <a:lnTo>
                    <a:pt x="12700" y="135890"/>
                  </a:lnTo>
                  <a:lnTo>
                    <a:pt x="0" y="135890"/>
                  </a:lnTo>
                  <a:moveTo>
                    <a:pt x="25400" y="135890"/>
                  </a:moveTo>
                  <a:cubicBezTo>
                    <a:pt x="25400" y="142875"/>
                    <a:pt x="19685" y="148590"/>
                    <a:pt x="12700" y="148590"/>
                  </a:cubicBezTo>
                  <a:cubicBezTo>
                    <a:pt x="5715" y="148590"/>
                    <a:pt x="0" y="142875"/>
                    <a:pt x="0" y="135890"/>
                  </a:cubicBezTo>
                  <a:cubicBezTo>
                    <a:pt x="0" y="128905"/>
                    <a:pt x="5715" y="123190"/>
                    <a:pt x="12700" y="123190"/>
                  </a:cubicBezTo>
                  <a:cubicBezTo>
                    <a:pt x="19685" y="123190"/>
                    <a:pt x="25400" y="128905"/>
                    <a:pt x="25400" y="135890"/>
                  </a:cubicBezTo>
                  <a:cubicBezTo>
                    <a:pt x="25400" y="196977"/>
                    <a:pt x="74930" y="246380"/>
                    <a:pt x="135890" y="246380"/>
                  </a:cubicBezTo>
                  <a:cubicBezTo>
                    <a:pt x="196850" y="246380"/>
                    <a:pt x="246380" y="196850"/>
                    <a:pt x="246380" y="135890"/>
                  </a:cubicBezTo>
                  <a:cubicBezTo>
                    <a:pt x="246380" y="74930"/>
                    <a:pt x="196977" y="25400"/>
                    <a:pt x="135890" y="25400"/>
                  </a:cubicBezTo>
                  <a:lnTo>
                    <a:pt x="135890" y="12700"/>
                  </a:lnTo>
                  <a:lnTo>
                    <a:pt x="135890" y="25400"/>
                  </a:lnTo>
                  <a:cubicBezTo>
                    <a:pt x="74930" y="25400"/>
                    <a:pt x="25400" y="74930"/>
                    <a:pt x="25400" y="135890"/>
                  </a:cubicBezTo>
                  <a:close/>
                </a:path>
              </a:pathLst>
            </a:custGeom>
            <a:solidFill>
              <a:srgbClr val="3D3D3D"/>
            </a:solidFill>
          </p:spPr>
        </p:sp>
      </p:grpSp>
      <p:sp>
        <p:nvSpPr>
          <p:cNvPr id="29" name="TextBox 29"/>
          <p:cNvSpPr txBox="1"/>
          <p:nvPr/>
        </p:nvSpPr>
        <p:spPr>
          <a:xfrm>
            <a:off x="5943585" y="3847860"/>
            <a:ext cx="6217950" cy="2461895"/>
          </a:xfrm>
          <a:prstGeom prst="rect">
            <a:avLst/>
          </a:prstGeom>
        </p:spPr>
        <p:txBody>
          <a:bodyPr lIns="0" tIns="0" rIns="0" bIns="0" rtlCol="0" anchor="t">
            <a:spAutoFit/>
          </a:bodyPr>
          <a:lstStyle/>
          <a:p>
            <a:pPr algn="ctr">
              <a:lnSpc>
                <a:spcPts val="9600"/>
              </a:lnSpc>
            </a:pPr>
            <a:r>
              <a:rPr lang="en-US" sz="6000">
                <a:solidFill>
                  <a:srgbClr val="494949"/>
                </a:solidFill>
                <a:latin typeface="Prompt" panose="00000500000000000000"/>
              </a:rPr>
              <a:t>XÂY DỰNG CHƯƠNG TRÌNH</a:t>
            </a:r>
            <a:endParaRPr lang="en-US" sz="6000">
              <a:solidFill>
                <a:srgbClr val="494949"/>
              </a:solidFill>
              <a:latin typeface="Prompt" panose="00000500000000000000"/>
            </a:endParaRPr>
          </a:p>
        </p:txBody>
      </p:sp>
      <p:sp>
        <p:nvSpPr>
          <p:cNvPr id="30" name="TextBox 30"/>
          <p:cNvSpPr txBox="1"/>
          <p:nvPr/>
        </p:nvSpPr>
        <p:spPr>
          <a:xfrm>
            <a:off x="6035025" y="2328951"/>
            <a:ext cx="5752350" cy="1228725"/>
          </a:xfrm>
          <a:prstGeom prst="rect">
            <a:avLst/>
          </a:prstGeom>
        </p:spPr>
        <p:txBody>
          <a:bodyPr lIns="0" tIns="0" rIns="0" bIns="0" rtlCol="0" anchor="t">
            <a:spAutoFit/>
          </a:bodyPr>
          <a:lstStyle/>
          <a:p>
            <a:pPr algn="ctr">
              <a:lnSpc>
                <a:spcPts val="9720"/>
              </a:lnSpc>
            </a:pPr>
            <a:r>
              <a:rPr lang="en-US" sz="8100">
                <a:solidFill>
                  <a:srgbClr val="494949"/>
                </a:solidFill>
                <a:latin typeface="Prompt Bold" panose="00000800000000000000"/>
              </a:rPr>
              <a:t>CHƯƠNG 3</a:t>
            </a:r>
            <a:endParaRPr lang="en-US" sz="8100">
              <a:solidFill>
                <a:srgbClr val="494949"/>
              </a:solidFill>
              <a:latin typeface="Prompt Bold" panose="00000800000000000000"/>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TextBox 15"/>
          <p:cNvSpPr txBox="1"/>
          <p:nvPr/>
        </p:nvSpPr>
        <p:spPr>
          <a:xfrm>
            <a:off x="1867496" y="756163"/>
            <a:ext cx="15210150" cy="861695"/>
          </a:xfrm>
          <a:prstGeom prst="rect">
            <a:avLst/>
          </a:prstGeom>
        </p:spPr>
        <p:txBody>
          <a:bodyPr lIns="0" tIns="0" rIns="0" bIns="0" rtlCol="0" anchor="t">
            <a:spAutoFit/>
          </a:bodyPr>
          <a:p>
            <a:pPr algn="ctr">
              <a:lnSpc>
                <a:spcPts val="6720"/>
              </a:lnSpc>
            </a:pPr>
            <a:r>
              <a:rPr lang="en-US" sz="5600">
                <a:solidFill>
                  <a:srgbClr val="494949"/>
                </a:solidFill>
                <a:latin typeface="Arimo Bold" panose="020B0704020202020204"/>
              </a:rPr>
              <a:t>3.1. Thiết kế giao diện </a:t>
            </a:r>
            <a:endParaRPr lang="en-US" sz="5600">
              <a:solidFill>
                <a:srgbClr val="494949"/>
              </a:solidFill>
              <a:latin typeface="Arimo Bold" panose="020B0704020202020204"/>
            </a:endParaRPr>
          </a:p>
        </p:txBody>
      </p:sp>
      <p:pic>
        <p:nvPicPr>
          <p:cNvPr id="1451526386" name="Picture 1"/>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2133600" y="2171700"/>
            <a:ext cx="3630930" cy="6750050"/>
          </a:xfrm>
          <a:prstGeom prst="rect">
            <a:avLst/>
          </a:prstGeom>
        </p:spPr>
      </p:pic>
      <p:sp>
        <p:nvSpPr>
          <p:cNvPr id="37" name="Text Box 36"/>
          <p:cNvSpPr txBox="1"/>
          <p:nvPr/>
        </p:nvSpPr>
        <p:spPr>
          <a:xfrm>
            <a:off x="-762000" y="9298940"/>
            <a:ext cx="9144000" cy="701675"/>
          </a:xfrm>
          <a:prstGeom prst="rect">
            <a:avLst/>
          </a:prstGeom>
          <a:noFill/>
        </p:spPr>
        <p:txBody>
          <a:bodyPr wrap="square" rtlCol="0" anchor="t">
            <a:spAutoFit/>
          </a:bodyPr>
          <a:p>
            <a:pPr algn="ctr">
              <a:lnSpc>
                <a:spcPts val="4760"/>
              </a:lnSpc>
            </a:pPr>
            <a:r>
              <a:rPr lang="en-US" sz="2800">
                <a:solidFill>
                  <a:srgbClr val="000000"/>
                </a:solidFill>
                <a:latin typeface="Faustina" panose="00000500000000000000"/>
                <a:sym typeface="+mn-ea"/>
              </a:rPr>
              <a:t>Hình 3.1. Splash_layout</a:t>
            </a:r>
            <a:endParaRPr lang="en-US" sz="2800">
              <a:solidFill>
                <a:srgbClr val="000000"/>
              </a:solidFill>
              <a:latin typeface="Faustina" panose="00000500000000000000"/>
              <a:sym typeface="+mn-ea"/>
            </a:endParaRPr>
          </a:p>
        </p:txBody>
      </p:sp>
      <p:pic>
        <p:nvPicPr>
          <p:cNvPr id="1603790251"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534400" y="2033905"/>
            <a:ext cx="3519170" cy="6849110"/>
          </a:xfrm>
          <a:prstGeom prst="rect">
            <a:avLst/>
          </a:prstGeom>
        </p:spPr>
      </p:pic>
      <p:pic>
        <p:nvPicPr>
          <p:cNvPr id="728179103"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877800" y="2019300"/>
            <a:ext cx="3481070" cy="6777355"/>
          </a:xfrm>
          <a:prstGeom prst="rect">
            <a:avLst/>
          </a:prstGeom>
        </p:spPr>
      </p:pic>
      <p:sp>
        <p:nvSpPr>
          <p:cNvPr id="15" name="Text Box 14"/>
          <p:cNvSpPr txBox="1"/>
          <p:nvPr/>
        </p:nvSpPr>
        <p:spPr>
          <a:xfrm>
            <a:off x="7848600" y="9182100"/>
            <a:ext cx="9144000" cy="701675"/>
          </a:xfrm>
          <a:prstGeom prst="rect">
            <a:avLst/>
          </a:prstGeom>
          <a:noFill/>
        </p:spPr>
        <p:txBody>
          <a:bodyPr wrap="square" rtlCol="0" anchor="t">
            <a:spAutoFit/>
          </a:bodyPr>
          <a:p>
            <a:pPr algn="ctr">
              <a:lnSpc>
                <a:spcPts val="4760"/>
              </a:lnSpc>
            </a:pPr>
            <a:r>
              <a:rPr lang="en-US" sz="2800">
                <a:solidFill>
                  <a:srgbClr val="000000"/>
                </a:solidFill>
                <a:latin typeface="Faustina" panose="00000500000000000000"/>
                <a:sym typeface="+mn-ea"/>
              </a:rPr>
              <a:t>Hình 3.2. welcome_layout &amp;&amp; login_layout</a:t>
            </a:r>
            <a:endParaRPr lang="en-US" sz="2800">
              <a:solidFill>
                <a:srgbClr val="000000"/>
              </a:solidFill>
              <a:latin typeface="Faustina" panose="00000500000000000000"/>
              <a:sym typeface="+mn-ea"/>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TextBox 15"/>
          <p:cNvSpPr txBox="1"/>
          <p:nvPr/>
        </p:nvSpPr>
        <p:spPr>
          <a:xfrm>
            <a:off x="1867496" y="756163"/>
            <a:ext cx="15210150" cy="861695"/>
          </a:xfrm>
          <a:prstGeom prst="rect">
            <a:avLst/>
          </a:prstGeom>
        </p:spPr>
        <p:txBody>
          <a:bodyPr lIns="0" tIns="0" rIns="0" bIns="0" rtlCol="0" anchor="t">
            <a:spAutoFit/>
          </a:bodyPr>
          <a:p>
            <a:pPr algn="ctr">
              <a:lnSpc>
                <a:spcPts val="6720"/>
              </a:lnSpc>
            </a:pPr>
            <a:r>
              <a:rPr lang="en-US" sz="5600">
                <a:solidFill>
                  <a:srgbClr val="494949"/>
                </a:solidFill>
                <a:latin typeface="Arimo Bold" panose="020B0704020202020204"/>
              </a:rPr>
              <a:t>3.1. Thiết kế giao diện </a:t>
            </a:r>
            <a:endParaRPr lang="en-US" sz="5600">
              <a:solidFill>
                <a:srgbClr val="494949"/>
              </a:solidFill>
              <a:latin typeface="Arimo Bold" panose="020B0704020202020204"/>
            </a:endParaRPr>
          </a:p>
        </p:txBody>
      </p:sp>
      <p:sp>
        <p:nvSpPr>
          <p:cNvPr id="15" name="Text Box 14"/>
          <p:cNvSpPr txBox="1"/>
          <p:nvPr/>
        </p:nvSpPr>
        <p:spPr>
          <a:xfrm>
            <a:off x="4900930" y="9258300"/>
            <a:ext cx="9144000" cy="701675"/>
          </a:xfrm>
          <a:prstGeom prst="rect">
            <a:avLst/>
          </a:prstGeom>
          <a:noFill/>
        </p:spPr>
        <p:txBody>
          <a:bodyPr wrap="square" rtlCol="0" anchor="t">
            <a:spAutoFit/>
          </a:bodyPr>
          <a:p>
            <a:pPr algn="ctr">
              <a:lnSpc>
                <a:spcPts val="4760"/>
              </a:lnSpc>
            </a:pPr>
            <a:r>
              <a:rPr lang="en-US" sz="2800">
                <a:solidFill>
                  <a:srgbClr val="000000"/>
                </a:solidFill>
                <a:latin typeface="Faustina" panose="00000500000000000000"/>
                <a:sym typeface="+mn-ea"/>
              </a:rPr>
              <a:t>Hình 3.3. Tạo tài khoản &amp; Home</a:t>
            </a:r>
            <a:endParaRPr lang="en-US" sz="2800">
              <a:solidFill>
                <a:srgbClr val="000000"/>
              </a:solidFill>
              <a:latin typeface="Faustina" panose="00000500000000000000"/>
              <a:sym typeface="+mn-ea"/>
            </a:endParaRPr>
          </a:p>
        </p:txBody>
      </p:sp>
      <p:pic>
        <p:nvPicPr>
          <p:cNvPr id="435028568" name="Picture 4"/>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5867400" y="2051685"/>
            <a:ext cx="3349625" cy="7206615"/>
          </a:xfrm>
          <a:prstGeom prst="rect">
            <a:avLst/>
          </a:prstGeom>
        </p:spPr>
      </p:pic>
      <p:pic>
        <p:nvPicPr>
          <p:cNvPr id="1238164579"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982200" y="1943100"/>
            <a:ext cx="3361690" cy="7247255"/>
          </a:xfrm>
          <a:prstGeom prst="rect">
            <a:avLst/>
          </a:prstGeom>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TextBox 15"/>
          <p:cNvSpPr txBox="1"/>
          <p:nvPr/>
        </p:nvSpPr>
        <p:spPr>
          <a:xfrm>
            <a:off x="1867496" y="756163"/>
            <a:ext cx="15210150" cy="861695"/>
          </a:xfrm>
          <a:prstGeom prst="rect">
            <a:avLst/>
          </a:prstGeom>
        </p:spPr>
        <p:txBody>
          <a:bodyPr lIns="0" tIns="0" rIns="0" bIns="0" rtlCol="0" anchor="t">
            <a:spAutoFit/>
          </a:bodyPr>
          <a:p>
            <a:pPr algn="ctr">
              <a:lnSpc>
                <a:spcPts val="6720"/>
              </a:lnSpc>
            </a:pPr>
            <a:r>
              <a:rPr lang="en-US" sz="5600">
                <a:solidFill>
                  <a:srgbClr val="494949"/>
                </a:solidFill>
                <a:latin typeface="Arimo Bold" panose="020B0704020202020204"/>
              </a:rPr>
              <a:t>3.1. Thiết kế giao diện </a:t>
            </a:r>
            <a:endParaRPr lang="en-US" sz="5600">
              <a:solidFill>
                <a:srgbClr val="494949"/>
              </a:solidFill>
              <a:latin typeface="Arimo Bold" panose="020B0704020202020204"/>
            </a:endParaRPr>
          </a:p>
        </p:txBody>
      </p:sp>
      <p:sp>
        <p:nvSpPr>
          <p:cNvPr id="15" name="Text Box 14"/>
          <p:cNvSpPr txBox="1"/>
          <p:nvPr/>
        </p:nvSpPr>
        <p:spPr>
          <a:xfrm>
            <a:off x="4900930" y="9258300"/>
            <a:ext cx="9144000" cy="701675"/>
          </a:xfrm>
          <a:prstGeom prst="rect">
            <a:avLst/>
          </a:prstGeom>
          <a:noFill/>
        </p:spPr>
        <p:txBody>
          <a:bodyPr wrap="square" rtlCol="0" anchor="t">
            <a:spAutoFit/>
          </a:bodyPr>
          <a:p>
            <a:pPr algn="ctr">
              <a:lnSpc>
                <a:spcPts val="4760"/>
              </a:lnSpc>
            </a:pPr>
            <a:r>
              <a:rPr lang="en-US" sz="2800">
                <a:solidFill>
                  <a:srgbClr val="000000"/>
                </a:solidFill>
                <a:latin typeface="Faustina" panose="00000500000000000000"/>
                <a:sym typeface="+mn-ea"/>
              </a:rPr>
              <a:t>Hình 3.4. Trang chủ &amp; thêm Nhân Viên</a:t>
            </a:r>
            <a:endParaRPr lang="en-US" sz="2800">
              <a:solidFill>
                <a:srgbClr val="000000"/>
              </a:solidFill>
              <a:latin typeface="Faustina" panose="00000500000000000000"/>
              <a:sym typeface="+mn-ea"/>
            </a:endParaRPr>
          </a:p>
        </p:txBody>
      </p:sp>
      <p:pic>
        <p:nvPicPr>
          <p:cNvPr id="1252195973" name="Picture 6"/>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5334000" y="1714500"/>
            <a:ext cx="3395980" cy="7256145"/>
          </a:xfrm>
          <a:prstGeom prst="rect">
            <a:avLst/>
          </a:prstGeom>
        </p:spPr>
      </p:pic>
      <p:pic>
        <p:nvPicPr>
          <p:cNvPr id="2058276934" name="Picture 7"/>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906000" y="1749425"/>
            <a:ext cx="3450590" cy="7196455"/>
          </a:xfrm>
          <a:prstGeom prst="rect">
            <a:avLst/>
          </a:prstGeom>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TextBox 15"/>
          <p:cNvSpPr txBox="1"/>
          <p:nvPr/>
        </p:nvSpPr>
        <p:spPr>
          <a:xfrm>
            <a:off x="1867496" y="756163"/>
            <a:ext cx="15210150" cy="861695"/>
          </a:xfrm>
          <a:prstGeom prst="rect">
            <a:avLst/>
          </a:prstGeom>
        </p:spPr>
        <p:txBody>
          <a:bodyPr lIns="0" tIns="0" rIns="0" bIns="0" rtlCol="0" anchor="t">
            <a:spAutoFit/>
          </a:bodyPr>
          <a:p>
            <a:pPr algn="ctr">
              <a:lnSpc>
                <a:spcPts val="6720"/>
              </a:lnSpc>
            </a:pPr>
            <a:r>
              <a:rPr lang="en-US" sz="5600">
                <a:solidFill>
                  <a:srgbClr val="494949"/>
                </a:solidFill>
                <a:latin typeface="Arimo Bold" panose="020B0704020202020204"/>
              </a:rPr>
              <a:t>3.1. Thiết kế giao diện </a:t>
            </a:r>
            <a:endParaRPr lang="en-US" sz="5600">
              <a:solidFill>
                <a:srgbClr val="494949"/>
              </a:solidFill>
              <a:latin typeface="Arimo Bold" panose="020B0704020202020204"/>
            </a:endParaRPr>
          </a:p>
        </p:txBody>
      </p:sp>
      <p:sp>
        <p:nvSpPr>
          <p:cNvPr id="15" name="Text Box 14"/>
          <p:cNvSpPr txBox="1"/>
          <p:nvPr/>
        </p:nvSpPr>
        <p:spPr>
          <a:xfrm>
            <a:off x="4900930" y="9258300"/>
            <a:ext cx="9144000" cy="701675"/>
          </a:xfrm>
          <a:prstGeom prst="rect">
            <a:avLst/>
          </a:prstGeom>
          <a:noFill/>
        </p:spPr>
        <p:txBody>
          <a:bodyPr wrap="square" rtlCol="0" anchor="t">
            <a:spAutoFit/>
          </a:bodyPr>
          <a:p>
            <a:pPr algn="ctr">
              <a:lnSpc>
                <a:spcPts val="4760"/>
              </a:lnSpc>
            </a:pPr>
            <a:r>
              <a:rPr lang="en-US" sz="2800">
                <a:solidFill>
                  <a:srgbClr val="000000"/>
                </a:solidFill>
                <a:latin typeface="Faustina" panose="00000500000000000000"/>
                <a:sym typeface="+mn-ea"/>
              </a:rPr>
              <a:t>Hình 3.5. Quản lý nhân viên &amp;&amp; tải hình món ăn</a:t>
            </a:r>
            <a:endParaRPr lang="en-US" sz="2800">
              <a:solidFill>
                <a:srgbClr val="000000"/>
              </a:solidFill>
              <a:latin typeface="Faustina" panose="00000500000000000000"/>
              <a:sym typeface="+mn-ea"/>
            </a:endParaRPr>
          </a:p>
        </p:txBody>
      </p:sp>
      <p:pic>
        <p:nvPicPr>
          <p:cNvPr id="46479510" name="Picture 8"/>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5334000" y="1790700"/>
            <a:ext cx="3307715" cy="7031355"/>
          </a:xfrm>
          <a:prstGeom prst="rect">
            <a:avLst/>
          </a:prstGeom>
        </p:spPr>
      </p:pic>
      <p:pic>
        <p:nvPicPr>
          <p:cNvPr id="11625369" name="Picture 9"/>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058400" y="1866900"/>
            <a:ext cx="3174365" cy="6777990"/>
          </a:xfrm>
          <a:prstGeom prst="rect">
            <a:avLst/>
          </a:prstGeom>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TextBox 15"/>
          <p:cNvSpPr txBox="1"/>
          <p:nvPr/>
        </p:nvSpPr>
        <p:spPr>
          <a:xfrm>
            <a:off x="1867496" y="756163"/>
            <a:ext cx="15210150" cy="861695"/>
          </a:xfrm>
          <a:prstGeom prst="rect">
            <a:avLst/>
          </a:prstGeom>
        </p:spPr>
        <p:txBody>
          <a:bodyPr lIns="0" tIns="0" rIns="0" bIns="0" rtlCol="0" anchor="t">
            <a:spAutoFit/>
          </a:bodyPr>
          <a:p>
            <a:pPr algn="ctr">
              <a:lnSpc>
                <a:spcPts val="6720"/>
              </a:lnSpc>
            </a:pPr>
            <a:r>
              <a:rPr lang="en-US" sz="5600">
                <a:solidFill>
                  <a:srgbClr val="494949"/>
                </a:solidFill>
                <a:latin typeface="Arimo Bold" panose="020B0704020202020204"/>
              </a:rPr>
              <a:t>3.1. Thiết kế giao diện </a:t>
            </a:r>
            <a:endParaRPr lang="en-US" sz="5600">
              <a:solidFill>
                <a:srgbClr val="494949"/>
              </a:solidFill>
              <a:latin typeface="Arimo Bold" panose="020B0704020202020204"/>
            </a:endParaRPr>
          </a:p>
        </p:txBody>
      </p:sp>
      <p:sp>
        <p:nvSpPr>
          <p:cNvPr id="15" name="Text Box 14"/>
          <p:cNvSpPr txBox="1"/>
          <p:nvPr/>
        </p:nvSpPr>
        <p:spPr>
          <a:xfrm>
            <a:off x="228600" y="9182100"/>
            <a:ext cx="9144000" cy="701675"/>
          </a:xfrm>
          <a:prstGeom prst="rect">
            <a:avLst/>
          </a:prstGeom>
          <a:noFill/>
        </p:spPr>
        <p:txBody>
          <a:bodyPr wrap="square" rtlCol="0" anchor="t">
            <a:spAutoFit/>
          </a:bodyPr>
          <a:p>
            <a:pPr algn="ctr">
              <a:lnSpc>
                <a:spcPts val="4760"/>
              </a:lnSpc>
            </a:pPr>
            <a:r>
              <a:rPr lang="en-US" sz="2800">
                <a:solidFill>
                  <a:srgbClr val="000000"/>
                </a:solidFill>
                <a:latin typeface="Faustina" panose="00000500000000000000"/>
                <a:sym typeface="+mn-ea"/>
              </a:rPr>
              <a:t> Hình 3.6. Thêm món ăn vào menu</a:t>
            </a:r>
            <a:endParaRPr lang="en-US" sz="2800">
              <a:solidFill>
                <a:srgbClr val="000000"/>
              </a:solidFill>
              <a:latin typeface="Faustina" panose="00000500000000000000"/>
              <a:sym typeface="+mn-ea"/>
            </a:endParaRPr>
          </a:p>
        </p:txBody>
      </p:sp>
      <p:pic>
        <p:nvPicPr>
          <p:cNvPr id="1100912065" name="Picture 10"/>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2971800" y="1790700"/>
            <a:ext cx="3213100" cy="6882130"/>
          </a:xfrm>
          <a:prstGeom prst="rect">
            <a:avLst/>
          </a:prstGeom>
        </p:spPr>
      </p:pic>
      <p:pic>
        <p:nvPicPr>
          <p:cNvPr id="54386147" name="Picture 1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067800" y="1638300"/>
            <a:ext cx="3634740" cy="6996430"/>
          </a:xfrm>
          <a:prstGeom prst="rect">
            <a:avLst/>
          </a:prstGeom>
        </p:spPr>
      </p:pic>
      <p:pic>
        <p:nvPicPr>
          <p:cNvPr id="201501140" name="Picture 1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335000" y="1752600"/>
            <a:ext cx="3192145" cy="6996430"/>
          </a:xfrm>
          <a:prstGeom prst="rect">
            <a:avLst/>
          </a:prstGeom>
        </p:spPr>
      </p:pic>
      <p:sp>
        <p:nvSpPr>
          <p:cNvPr id="2" name="Text Box 1"/>
          <p:cNvSpPr txBox="1"/>
          <p:nvPr/>
        </p:nvSpPr>
        <p:spPr>
          <a:xfrm>
            <a:off x="8229600" y="9105900"/>
            <a:ext cx="9144000" cy="701675"/>
          </a:xfrm>
          <a:prstGeom prst="rect">
            <a:avLst/>
          </a:prstGeom>
          <a:noFill/>
        </p:spPr>
        <p:txBody>
          <a:bodyPr wrap="square" rtlCol="0" anchor="t">
            <a:spAutoFit/>
          </a:bodyPr>
          <a:p>
            <a:pPr algn="ctr">
              <a:lnSpc>
                <a:spcPts val="4760"/>
              </a:lnSpc>
            </a:pPr>
            <a:r>
              <a:rPr lang="en-US" sz="2800">
                <a:solidFill>
                  <a:srgbClr val="000000"/>
                </a:solidFill>
                <a:latin typeface="Faustina" panose="00000500000000000000"/>
                <a:sym typeface="+mn-ea"/>
              </a:rPr>
              <a:t> Hình 3.7. Quản lý bàn và thêm bàn</a:t>
            </a:r>
            <a:endParaRPr lang="en-US" sz="2800">
              <a:solidFill>
                <a:srgbClr val="000000"/>
              </a:solidFill>
              <a:latin typeface="Faustina" panose="00000500000000000000"/>
              <a:sym typeface="+mn-ea"/>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TextBox 15"/>
          <p:cNvSpPr txBox="1"/>
          <p:nvPr/>
        </p:nvSpPr>
        <p:spPr>
          <a:xfrm>
            <a:off x="1867496" y="756163"/>
            <a:ext cx="15210150" cy="861695"/>
          </a:xfrm>
          <a:prstGeom prst="rect">
            <a:avLst/>
          </a:prstGeom>
        </p:spPr>
        <p:txBody>
          <a:bodyPr lIns="0" tIns="0" rIns="0" bIns="0" rtlCol="0" anchor="t">
            <a:spAutoFit/>
          </a:bodyPr>
          <a:p>
            <a:pPr algn="ctr">
              <a:lnSpc>
                <a:spcPts val="6720"/>
              </a:lnSpc>
            </a:pPr>
            <a:r>
              <a:rPr lang="en-US" sz="5600">
                <a:solidFill>
                  <a:srgbClr val="494949"/>
                </a:solidFill>
                <a:latin typeface="Arimo Bold" panose="020B0704020202020204"/>
              </a:rPr>
              <a:t>3.1. Thiết kế giao diện </a:t>
            </a:r>
            <a:endParaRPr lang="en-US" sz="5600">
              <a:solidFill>
                <a:srgbClr val="494949"/>
              </a:solidFill>
              <a:latin typeface="Arimo Bold" panose="020B0704020202020204"/>
            </a:endParaRPr>
          </a:p>
        </p:txBody>
      </p:sp>
      <p:sp>
        <p:nvSpPr>
          <p:cNvPr id="15" name="Text Box 14"/>
          <p:cNvSpPr txBox="1"/>
          <p:nvPr/>
        </p:nvSpPr>
        <p:spPr>
          <a:xfrm>
            <a:off x="1905000" y="9141460"/>
            <a:ext cx="9144000" cy="701675"/>
          </a:xfrm>
          <a:prstGeom prst="rect">
            <a:avLst/>
          </a:prstGeom>
          <a:noFill/>
        </p:spPr>
        <p:txBody>
          <a:bodyPr wrap="square" rtlCol="0" anchor="t">
            <a:spAutoFit/>
          </a:bodyPr>
          <a:p>
            <a:pPr algn="ctr">
              <a:lnSpc>
                <a:spcPts val="4760"/>
              </a:lnSpc>
            </a:pPr>
            <a:r>
              <a:rPr lang="en-US" sz="2800">
                <a:solidFill>
                  <a:srgbClr val="000000"/>
                </a:solidFill>
                <a:latin typeface="Faustina" panose="00000500000000000000"/>
                <a:sym typeface="+mn-ea"/>
              </a:rPr>
              <a:t> Hình 3.8. Thanh Toán Hoá Đơn &amp; thống kê các hoá đơn</a:t>
            </a:r>
            <a:endParaRPr lang="en-US" sz="2800">
              <a:solidFill>
                <a:srgbClr val="000000"/>
              </a:solidFill>
              <a:latin typeface="Faustina" panose="00000500000000000000"/>
              <a:sym typeface="+mn-ea"/>
            </a:endParaRPr>
          </a:p>
        </p:txBody>
      </p:sp>
      <p:sp>
        <p:nvSpPr>
          <p:cNvPr id="2" name="Text Box 1"/>
          <p:cNvSpPr txBox="1"/>
          <p:nvPr/>
        </p:nvSpPr>
        <p:spPr>
          <a:xfrm>
            <a:off x="9677400" y="9129395"/>
            <a:ext cx="9144000" cy="701675"/>
          </a:xfrm>
          <a:prstGeom prst="rect">
            <a:avLst/>
          </a:prstGeom>
          <a:noFill/>
        </p:spPr>
        <p:txBody>
          <a:bodyPr wrap="square" rtlCol="0" anchor="t">
            <a:spAutoFit/>
          </a:bodyPr>
          <a:p>
            <a:pPr algn="ctr">
              <a:lnSpc>
                <a:spcPts val="4760"/>
              </a:lnSpc>
            </a:pPr>
            <a:r>
              <a:rPr lang="en-US" sz="2800">
                <a:solidFill>
                  <a:srgbClr val="000000"/>
                </a:solidFill>
                <a:latin typeface="Faustina" panose="00000500000000000000"/>
                <a:sym typeface="+mn-ea"/>
              </a:rPr>
              <a:t>Hình 3.9. Chi tiết đặt đơn</a:t>
            </a:r>
            <a:endParaRPr lang="en-US" sz="2800">
              <a:solidFill>
                <a:srgbClr val="000000"/>
              </a:solidFill>
              <a:latin typeface="Faustina" panose="00000500000000000000"/>
              <a:sym typeface="+mn-ea"/>
            </a:endParaRPr>
          </a:p>
        </p:txBody>
      </p:sp>
      <p:pic>
        <p:nvPicPr>
          <p:cNvPr id="735766363" name="Picture 13"/>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2590800" y="1927860"/>
            <a:ext cx="3332480" cy="7047865"/>
          </a:xfrm>
          <a:prstGeom prst="rect">
            <a:avLst/>
          </a:prstGeom>
        </p:spPr>
      </p:pic>
      <p:pic>
        <p:nvPicPr>
          <p:cNvPr id="1887179679" name="Picture 1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553200" y="1927860"/>
            <a:ext cx="3329940" cy="7087235"/>
          </a:xfrm>
          <a:prstGeom prst="rect">
            <a:avLst/>
          </a:prstGeom>
        </p:spPr>
      </p:pic>
      <p:pic>
        <p:nvPicPr>
          <p:cNvPr id="982443893" name="Picture 1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573000" y="1783715"/>
            <a:ext cx="3324225" cy="7240270"/>
          </a:xfrm>
          <a:prstGeom prst="rect">
            <a:avLst/>
          </a:prstGeom>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rot="5391795">
            <a:off x="-2959286" y="3979284"/>
            <a:ext cx="7982273" cy="0"/>
          </a:xfrm>
          <a:prstGeom prst="line">
            <a:avLst/>
          </a:prstGeom>
          <a:ln w="9525" cap="rnd">
            <a:solidFill>
              <a:srgbClr val="494949"/>
            </a:solidFill>
            <a:prstDash val="solid"/>
            <a:headEnd type="none" w="sm" len="sm"/>
            <a:tailEnd type="none" w="sm" len="sm"/>
          </a:ln>
        </p:spPr>
      </p:sp>
      <p:sp>
        <p:nvSpPr>
          <p:cNvPr id="3" name="AutoShape 3"/>
          <p:cNvSpPr/>
          <p:nvPr/>
        </p:nvSpPr>
        <p:spPr>
          <a:xfrm rot="5382870">
            <a:off x="15420501" y="1899684"/>
            <a:ext cx="3823097" cy="0"/>
          </a:xfrm>
          <a:prstGeom prst="line">
            <a:avLst/>
          </a:prstGeom>
          <a:ln w="9525" cap="rnd">
            <a:solidFill>
              <a:srgbClr val="494949"/>
            </a:solidFill>
            <a:prstDash val="solid"/>
            <a:headEnd type="none" w="sm" len="sm"/>
            <a:tailEnd type="none" w="sm" len="sm"/>
          </a:ln>
        </p:spPr>
      </p:sp>
      <p:sp>
        <p:nvSpPr>
          <p:cNvPr id="4" name="Freeform 4"/>
          <p:cNvSpPr/>
          <p:nvPr/>
        </p:nvSpPr>
        <p:spPr>
          <a:xfrm>
            <a:off x="686550" y="6601558"/>
            <a:ext cx="689472" cy="690770"/>
          </a:xfrm>
          <a:custGeom>
            <a:avLst/>
            <a:gdLst/>
            <a:ahLst/>
            <a:cxnLst/>
            <a:rect l="l" t="t" r="r" b="b"/>
            <a:pathLst>
              <a:path w="689472" h="690770">
                <a:moveTo>
                  <a:pt x="0" y="0"/>
                </a:moveTo>
                <a:lnTo>
                  <a:pt x="689472" y="0"/>
                </a:lnTo>
                <a:lnTo>
                  <a:pt x="689472" y="690770"/>
                </a:lnTo>
                <a:lnTo>
                  <a:pt x="0" y="690770"/>
                </a:lnTo>
                <a:lnTo>
                  <a:pt x="0" y="0"/>
                </a:lnTo>
                <a:close/>
              </a:path>
            </a:pathLst>
          </a:custGeom>
          <a:blipFill>
            <a:blip r:embed="rId1"/>
            <a:stretch>
              <a:fillRect/>
            </a:stretch>
          </a:blipFill>
        </p:spPr>
      </p:sp>
      <p:sp>
        <p:nvSpPr>
          <p:cNvPr id="5" name="Freeform 5"/>
          <p:cNvSpPr/>
          <p:nvPr/>
        </p:nvSpPr>
        <p:spPr>
          <a:xfrm>
            <a:off x="17040026" y="1429484"/>
            <a:ext cx="584050" cy="585150"/>
          </a:xfrm>
          <a:custGeom>
            <a:avLst/>
            <a:gdLst/>
            <a:ahLst/>
            <a:cxnLst/>
            <a:rect l="l" t="t" r="r" b="b"/>
            <a:pathLst>
              <a:path w="584050" h="585150">
                <a:moveTo>
                  <a:pt x="0" y="0"/>
                </a:moveTo>
                <a:lnTo>
                  <a:pt x="584050" y="0"/>
                </a:lnTo>
                <a:lnTo>
                  <a:pt x="584050" y="585150"/>
                </a:lnTo>
                <a:lnTo>
                  <a:pt x="0" y="585150"/>
                </a:lnTo>
                <a:lnTo>
                  <a:pt x="0" y="0"/>
                </a:lnTo>
                <a:close/>
              </a:path>
            </a:pathLst>
          </a:custGeom>
          <a:blipFill>
            <a:blip r:embed="rId2"/>
            <a:stretch>
              <a:fillRect/>
            </a:stretch>
          </a:blipFill>
        </p:spPr>
      </p:sp>
      <p:sp>
        <p:nvSpPr>
          <p:cNvPr id="6" name="Freeform 6"/>
          <p:cNvSpPr/>
          <p:nvPr/>
        </p:nvSpPr>
        <p:spPr>
          <a:xfrm>
            <a:off x="523422" y="930154"/>
            <a:ext cx="1015124" cy="1015968"/>
          </a:xfrm>
          <a:custGeom>
            <a:avLst/>
            <a:gdLst/>
            <a:ahLst/>
            <a:cxnLst/>
            <a:rect l="l" t="t" r="r" b="b"/>
            <a:pathLst>
              <a:path w="1015124" h="1015968">
                <a:moveTo>
                  <a:pt x="0" y="0"/>
                </a:moveTo>
                <a:lnTo>
                  <a:pt x="1015124" y="0"/>
                </a:lnTo>
                <a:lnTo>
                  <a:pt x="1015124" y="1015968"/>
                </a:lnTo>
                <a:lnTo>
                  <a:pt x="0" y="1015968"/>
                </a:lnTo>
                <a:lnTo>
                  <a:pt x="0" y="0"/>
                </a:lnTo>
                <a:close/>
              </a:path>
            </a:pathLst>
          </a:custGeom>
          <a:blipFill>
            <a:blip r:embed="rId3"/>
            <a:stretch>
              <a:fillRect/>
            </a:stretch>
          </a:blipFill>
        </p:spPr>
      </p:sp>
      <p:sp>
        <p:nvSpPr>
          <p:cNvPr id="9" name="TextBox 9"/>
          <p:cNvSpPr txBox="1"/>
          <p:nvPr/>
        </p:nvSpPr>
        <p:spPr>
          <a:xfrm>
            <a:off x="9082132" y="5067300"/>
            <a:ext cx="6558826" cy="1076960"/>
          </a:xfrm>
          <a:prstGeom prst="rect">
            <a:avLst/>
          </a:prstGeom>
        </p:spPr>
        <p:txBody>
          <a:bodyPr lIns="0" tIns="0" rIns="0" bIns="0" rtlCol="0" anchor="t">
            <a:spAutoFit/>
          </a:bodyPr>
          <a:lstStyle/>
          <a:p>
            <a:pPr algn="ctr">
              <a:lnSpc>
                <a:spcPts val="4200"/>
              </a:lnSpc>
            </a:pPr>
            <a:r>
              <a:rPr lang="en-US" sz="3000">
                <a:solidFill>
                  <a:srgbClr val="000000"/>
                </a:solidFill>
                <a:latin typeface="Faustina" panose="00000500000000000000"/>
              </a:rPr>
              <a:t>login_layout hiện lên và hiển thị tên của nhân viên đang đăng nhập.</a:t>
            </a:r>
            <a:endParaRPr lang="en-US" sz="3000">
              <a:solidFill>
                <a:srgbClr val="000000"/>
              </a:solidFill>
              <a:latin typeface="Faustina" panose="00000500000000000000"/>
            </a:endParaRPr>
          </a:p>
        </p:txBody>
      </p:sp>
      <p:sp>
        <p:nvSpPr>
          <p:cNvPr id="35" name="TextBox 15"/>
          <p:cNvSpPr txBox="1"/>
          <p:nvPr/>
        </p:nvSpPr>
        <p:spPr>
          <a:xfrm>
            <a:off x="1867496" y="756163"/>
            <a:ext cx="15210150" cy="861695"/>
          </a:xfrm>
          <a:prstGeom prst="rect">
            <a:avLst/>
          </a:prstGeom>
        </p:spPr>
        <p:txBody>
          <a:bodyPr lIns="0" tIns="0" rIns="0" bIns="0" rtlCol="0" anchor="t">
            <a:spAutoFit/>
          </a:bodyPr>
          <a:p>
            <a:pPr algn="ctr">
              <a:lnSpc>
                <a:spcPts val="6720"/>
              </a:lnSpc>
            </a:pPr>
            <a:r>
              <a:rPr lang="en-US" sz="5600">
                <a:solidFill>
                  <a:srgbClr val="494949"/>
                </a:solidFill>
                <a:latin typeface="Arimo Bold" panose="020B0704020202020204"/>
              </a:rPr>
              <a:t>3.2. Cài đặt chương trình </a:t>
            </a:r>
            <a:endParaRPr lang="en-US" sz="5600">
              <a:solidFill>
                <a:srgbClr val="494949"/>
              </a:solidFill>
              <a:latin typeface="Arimo Bold" panose="020B0704020202020204"/>
            </a:endParaRPr>
          </a:p>
        </p:txBody>
      </p:sp>
      <p:sp>
        <p:nvSpPr>
          <p:cNvPr id="29" name="TextBox 29"/>
          <p:cNvSpPr txBox="1"/>
          <p:nvPr/>
        </p:nvSpPr>
        <p:spPr>
          <a:xfrm>
            <a:off x="2543175" y="1638300"/>
            <a:ext cx="13277215" cy="574040"/>
          </a:xfrm>
          <a:prstGeom prst="rect">
            <a:avLst/>
          </a:prstGeom>
        </p:spPr>
        <p:txBody>
          <a:bodyPr wrap="square" lIns="0" tIns="0" rIns="0" bIns="0" rtlCol="0" anchor="t">
            <a:spAutoFit/>
          </a:bodyPr>
          <a:p>
            <a:pPr marL="345440" lvl="1" indent="0" algn="ctr">
              <a:lnSpc>
                <a:spcPts val="4480"/>
              </a:lnSpc>
              <a:buFont typeface="Arial" panose="020B0604020202020204"/>
              <a:buNone/>
            </a:pPr>
            <a:r>
              <a:rPr lang="en-US" sz="2800">
                <a:solidFill>
                  <a:srgbClr val="000000"/>
                </a:solidFill>
                <a:latin typeface="Faustina" panose="00000500000000000000"/>
              </a:rPr>
              <a:t>Sử dụng ngôn ngữ lập trình Android để xây dựng chương trình.</a:t>
            </a:r>
            <a:endParaRPr lang="en-US" sz="2800">
              <a:solidFill>
                <a:srgbClr val="000000"/>
              </a:solidFill>
              <a:latin typeface="Faustina" panose="00000500000000000000"/>
            </a:endParaRPr>
          </a:p>
        </p:txBody>
      </p:sp>
      <p:pic>
        <p:nvPicPr>
          <p:cNvPr id="1648819631" name="Picture 24"/>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343400" y="2400300"/>
            <a:ext cx="3320415" cy="7294880"/>
          </a:xfrm>
          <a:prstGeom prst="rect">
            <a:avLst/>
          </a:prstGeom>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rot="5391795">
            <a:off x="-2959286" y="3979284"/>
            <a:ext cx="7982273" cy="0"/>
          </a:xfrm>
          <a:prstGeom prst="line">
            <a:avLst/>
          </a:prstGeom>
          <a:ln w="9525" cap="rnd">
            <a:solidFill>
              <a:srgbClr val="494949"/>
            </a:solidFill>
            <a:prstDash val="solid"/>
            <a:headEnd type="none" w="sm" len="sm"/>
            <a:tailEnd type="none" w="sm" len="sm"/>
          </a:ln>
        </p:spPr>
      </p:sp>
      <p:sp>
        <p:nvSpPr>
          <p:cNvPr id="3" name="AutoShape 3"/>
          <p:cNvSpPr/>
          <p:nvPr/>
        </p:nvSpPr>
        <p:spPr>
          <a:xfrm rot="5382870">
            <a:off x="15420501" y="1899684"/>
            <a:ext cx="3823097" cy="0"/>
          </a:xfrm>
          <a:prstGeom prst="line">
            <a:avLst/>
          </a:prstGeom>
          <a:ln w="9525" cap="rnd">
            <a:solidFill>
              <a:srgbClr val="494949"/>
            </a:solidFill>
            <a:prstDash val="solid"/>
            <a:headEnd type="none" w="sm" len="sm"/>
            <a:tailEnd type="none" w="sm" len="sm"/>
          </a:ln>
        </p:spPr>
      </p:sp>
      <p:sp>
        <p:nvSpPr>
          <p:cNvPr id="4" name="Freeform 4"/>
          <p:cNvSpPr/>
          <p:nvPr/>
        </p:nvSpPr>
        <p:spPr>
          <a:xfrm>
            <a:off x="686550" y="6601558"/>
            <a:ext cx="689472" cy="690770"/>
          </a:xfrm>
          <a:custGeom>
            <a:avLst/>
            <a:gdLst/>
            <a:ahLst/>
            <a:cxnLst/>
            <a:rect l="l" t="t" r="r" b="b"/>
            <a:pathLst>
              <a:path w="689472" h="690770">
                <a:moveTo>
                  <a:pt x="0" y="0"/>
                </a:moveTo>
                <a:lnTo>
                  <a:pt x="689472" y="0"/>
                </a:lnTo>
                <a:lnTo>
                  <a:pt x="689472" y="690770"/>
                </a:lnTo>
                <a:lnTo>
                  <a:pt x="0" y="690770"/>
                </a:lnTo>
                <a:lnTo>
                  <a:pt x="0" y="0"/>
                </a:lnTo>
                <a:close/>
              </a:path>
            </a:pathLst>
          </a:custGeom>
          <a:blipFill>
            <a:blip r:embed="rId1"/>
            <a:stretch>
              <a:fillRect/>
            </a:stretch>
          </a:blipFill>
        </p:spPr>
      </p:sp>
      <p:sp>
        <p:nvSpPr>
          <p:cNvPr id="5" name="Freeform 5"/>
          <p:cNvSpPr/>
          <p:nvPr/>
        </p:nvSpPr>
        <p:spPr>
          <a:xfrm>
            <a:off x="17040026" y="1429484"/>
            <a:ext cx="584050" cy="585150"/>
          </a:xfrm>
          <a:custGeom>
            <a:avLst/>
            <a:gdLst/>
            <a:ahLst/>
            <a:cxnLst/>
            <a:rect l="l" t="t" r="r" b="b"/>
            <a:pathLst>
              <a:path w="584050" h="585150">
                <a:moveTo>
                  <a:pt x="0" y="0"/>
                </a:moveTo>
                <a:lnTo>
                  <a:pt x="584050" y="0"/>
                </a:lnTo>
                <a:lnTo>
                  <a:pt x="584050" y="585150"/>
                </a:lnTo>
                <a:lnTo>
                  <a:pt x="0" y="585150"/>
                </a:lnTo>
                <a:lnTo>
                  <a:pt x="0" y="0"/>
                </a:lnTo>
                <a:close/>
              </a:path>
            </a:pathLst>
          </a:custGeom>
          <a:blipFill>
            <a:blip r:embed="rId2"/>
            <a:stretch>
              <a:fillRect/>
            </a:stretch>
          </a:blipFill>
        </p:spPr>
      </p:sp>
      <p:sp>
        <p:nvSpPr>
          <p:cNvPr id="6" name="Freeform 6"/>
          <p:cNvSpPr/>
          <p:nvPr/>
        </p:nvSpPr>
        <p:spPr>
          <a:xfrm>
            <a:off x="523422" y="930154"/>
            <a:ext cx="1015124" cy="1015968"/>
          </a:xfrm>
          <a:custGeom>
            <a:avLst/>
            <a:gdLst/>
            <a:ahLst/>
            <a:cxnLst/>
            <a:rect l="l" t="t" r="r" b="b"/>
            <a:pathLst>
              <a:path w="1015124" h="1015968">
                <a:moveTo>
                  <a:pt x="0" y="0"/>
                </a:moveTo>
                <a:lnTo>
                  <a:pt x="1015124" y="0"/>
                </a:lnTo>
                <a:lnTo>
                  <a:pt x="1015124" y="1015968"/>
                </a:lnTo>
                <a:lnTo>
                  <a:pt x="0" y="1015968"/>
                </a:lnTo>
                <a:lnTo>
                  <a:pt x="0" y="0"/>
                </a:lnTo>
                <a:close/>
              </a:path>
            </a:pathLst>
          </a:custGeom>
          <a:blipFill>
            <a:blip r:embed="rId3"/>
            <a:stretch>
              <a:fillRect/>
            </a:stretch>
          </a:blipFill>
        </p:spPr>
      </p:sp>
      <p:sp>
        <p:nvSpPr>
          <p:cNvPr id="9" name="TextBox 9"/>
          <p:cNvSpPr txBox="1"/>
          <p:nvPr/>
        </p:nvSpPr>
        <p:spPr>
          <a:xfrm>
            <a:off x="9082132" y="5067300"/>
            <a:ext cx="6558826" cy="2153920"/>
          </a:xfrm>
          <a:prstGeom prst="rect">
            <a:avLst/>
          </a:prstGeom>
        </p:spPr>
        <p:txBody>
          <a:bodyPr lIns="0" tIns="0" rIns="0" bIns="0" rtlCol="0" anchor="t">
            <a:spAutoFit/>
          </a:bodyPr>
          <a:lstStyle/>
          <a:p>
            <a:pPr algn="ctr">
              <a:lnSpc>
                <a:spcPts val="4200"/>
              </a:lnSpc>
            </a:pPr>
            <a:r>
              <a:rPr lang="en-US" sz="3000">
                <a:solidFill>
                  <a:srgbClr val="000000"/>
                </a:solidFill>
                <a:latin typeface="Faustina" panose="00000500000000000000"/>
              </a:rPr>
              <a:t>Click vào Thực đơn ở Home, thêm món ăn hiện lên. Nhập dữ liệu vào trường Thông tin món ăn. Sau đó, click vào dấu cộng để thêm Thêm.</a:t>
            </a:r>
            <a:endParaRPr lang="en-US" sz="3000">
              <a:solidFill>
                <a:srgbClr val="000000"/>
              </a:solidFill>
              <a:latin typeface="Faustina" panose="00000500000000000000"/>
            </a:endParaRPr>
          </a:p>
        </p:txBody>
      </p:sp>
      <p:sp>
        <p:nvSpPr>
          <p:cNvPr id="35" name="TextBox 15"/>
          <p:cNvSpPr txBox="1"/>
          <p:nvPr/>
        </p:nvSpPr>
        <p:spPr>
          <a:xfrm>
            <a:off x="1867496" y="756163"/>
            <a:ext cx="15210150" cy="861695"/>
          </a:xfrm>
          <a:prstGeom prst="rect">
            <a:avLst/>
          </a:prstGeom>
        </p:spPr>
        <p:txBody>
          <a:bodyPr lIns="0" tIns="0" rIns="0" bIns="0" rtlCol="0" anchor="t">
            <a:spAutoFit/>
          </a:bodyPr>
          <a:p>
            <a:pPr algn="ctr">
              <a:lnSpc>
                <a:spcPts val="6720"/>
              </a:lnSpc>
            </a:pPr>
            <a:r>
              <a:rPr lang="en-US" sz="5600">
                <a:solidFill>
                  <a:srgbClr val="494949"/>
                </a:solidFill>
                <a:latin typeface="Arimo Bold" panose="020B0704020202020204"/>
              </a:rPr>
              <a:t>3.2. Cài đặt chương trình </a:t>
            </a:r>
            <a:endParaRPr lang="en-US" sz="5600">
              <a:solidFill>
                <a:srgbClr val="494949"/>
              </a:solidFill>
              <a:latin typeface="Arimo Bold" panose="020B0704020202020204"/>
            </a:endParaRPr>
          </a:p>
        </p:txBody>
      </p:sp>
      <p:sp>
        <p:nvSpPr>
          <p:cNvPr id="29" name="TextBox 29"/>
          <p:cNvSpPr txBox="1"/>
          <p:nvPr/>
        </p:nvSpPr>
        <p:spPr>
          <a:xfrm>
            <a:off x="2543175" y="1638300"/>
            <a:ext cx="13277215" cy="574040"/>
          </a:xfrm>
          <a:prstGeom prst="rect">
            <a:avLst/>
          </a:prstGeom>
        </p:spPr>
        <p:txBody>
          <a:bodyPr wrap="square" lIns="0" tIns="0" rIns="0" bIns="0" rtlCol="0" anchor="t">
            <a:spAutoFit/>
          </a:bodyPr>
          <a:p>
            <a:pPr marL="345440" lvl="1" indent="0" algn="ctr">
              <a:lnSpc>
                <a:spcPts val="4480"/>
              </a:lnSpc>
              <a:buFont typeface="Arial" panose="020B0604020202020204"/>
              <a:buNone/>
            </a:pPr>
            <a:r>
              <a:rPr lang="en-US" sz="2800">
                <a:solidFill>
                  <a:srgbClr val="000000"/>
                </a:solidFill>
                <a:latin typeface="Faustina" panose="00000500000000000000"/>
              </a:rPr>
              <a:t>Sử dụng ngôn ngữ lập trình Android để xây dựng chương trình.</a:t>
            </a:r>
            <a:endParaRPr lang="en-US" sz="2800">
              <a:solidFill>
                <a:srgbClr val="000000"/>
              </a:solidFill>
              <a:latin typeface="Faustina" panose="00000500000000000000"/>
            </a:endParaRPr>
          </a:p>
        </p:txBody>
      </p:sp>
      <p:pic>
        <p:nvPicPr>
          <p:cNvPr id="2056778262" name="Picture 25"/>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543175" y="2705100"/>
            <a:ext cx="3035935" cy="6449060"/>
          </a:xfrm>
          <a:prstGeom prst="rect">
            <a:avLst/>
          </a:prstGeom>
        </p:spPr>
      </p:pic>
      <p:pic>
        <p:nvPicPr>
          <p:cNvPr id="1486194677" name="Picture 26"/>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791200" y="2705100"/>
            <a:ext cx="3004185" cy="6436360"/>
          </a:xfrm>
          <a:prstGeom prst="rect">
            <a:avLst/>
          </a:prstGeom>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rot="5391795">
            <a:off x="-2959286" y="3979284"/>
            <a:ext cx="7982273" cy="0"/>
          </a:xfrm>
          <a:prstGeom prst="line">
            <a:avLst/>
          </a:prstGeom>
          <a:ln w="9525" cap="rnd">
            <a:solidFill>
              <a:srgbClr val="494949"/>
            </a:solidFill>
            <a:prstDash val="solid"/>
            <a:headEnd type="none" w="sm" len="sm"/>
            <a:tailEnd type="none" w="sm" len="sm"/>
          </a:ln>
        </p:spPr>
      </p:sp>
      <p:sp>
        <p:nvSpPr>
          <p:cNvPr id="3" name="AutoShape 3"/>
          <p:cNvSpPr/>
          <p:nvPr/>
        </p:nvSpPr>
        <p:spPr>
          <a:xfrm rot="5382870">
            <a:off x="15420501" y="1899684"/>
            <a:ext cx="3823097" cy="0"/>
          </a:xfrm>
          <a:prstGeom prst="line">
            <a:avLst/>
          </a:prstGeom>
          <a:ln w="9525" cap="rnd">
            <a:solidFill>
              <a:srgbClr val="494949"/>
            </a:solidFill>
            <a:prstDash val="solid"/>
            <a:headEnd type="none" w="sm" len="sm"/>
            <a:tailEnd type="none" w="sm" len="sm"/>
          </a:ln>
        </p:spPr>
      </p:sp>
      <p:sp>
        <p:nvSpPr>
          <p:cNvPr id="4" name="Freeform 4"/>
          <p:cNvSpPr/>
          <p:nvPr/>
        </p:nvSpPr>
        <p:spPr>
          <a:xfrm>
            <a:off x="686550" y="6601558"/>
            <a:ext cx="689472" cy="690770"/>
          </a:xfrm>
          <a:custGeom>
            <a:avLst/>
            <a:gdLst/>
            <a:ahLst/>
            <a:cxnLst/>
            <a:rect l="l" t="t" r="r" b="b"/>
            <a:pathLst>
              <a:path w="689472" h="690770">
                <a:moveTo>
                  <a:pt x="0" y="0"/>
                </a:moveTo>
                <a:lnTo>
                  <a:pt x="689472" y="0"/>
                </a:lnTo>
                <a:lnTo>
                  <a:pt x="689472" y="690770"/>
                </a:lnTo>
                <a:lnTo>
                  <a:pt x="0" y="690770"/>
                </a:lnTo>
                <a:lnTo>
                  <a:pt x="0" y="0"/>
                </a:lnTo>
                <a:close/>
              </a:path>
            </a:pathLst>
          </a:custGeom>
          <a:blipFill>
            <a:blip r:embed="rId1"/>
            <a:stretch>
              <a:fillRect/>
            </a:stretch>
          </a:blipFill>
        </p:spPr>
      </p:sp>
      <p:sp>
        <p:nvSpPr>
          <p:cNvPr id="5" name="Freeform 5"/>
          <p:cNvSpPr/>
          <p:nvPr/>
        </p:nvSpPr>
        <p:spPr>
          <a:xfrm>
            <a:off x="17040026" y="1429484"/>
            <a:ext cx="584050" cy="585150"/>
          </a:xfrm>
          <a:custGeom>
            <a:avLst/>
            <a:gdLst/>
            <a:ahLst/>
            <a:cxnLst/>
            <a:rect l="l" t="t" r="r" b="b"/>
            <a:pathLst>
              <a:path w="584050" h="585150">
                <a:moveTo>
                  <a:pt x="0" y="0"/>
                </a:moveTo>
                <a:lnTo>
                  <a:pt x="584050" y="0"/>
                </a:lnTo>
                <a:lnTo>
                  <a:pt x="584050" y="585150"/>
                </a:lnTo>
                <a:lnTo>
                  <a:pt x="0" y="585150"/>
                </a:lnTo>
                <a:lnTo>
                  <a:pt x="0" y="0"/>
                </a:lnTo>
                <a:close/>
              </a:path>
            </a:pathLst>
          </a:custGeom>
          <a:blipFill>
            <a:blip r:embed="rId2"/>
            <a:stretch>
              <a:fillRect/>
            </a:stretch>
          </a:blipFill>
        </p:spPr>
      </p:sp>
      <p:sp>
        <p:nvSpPr>
          <p:cNvPr id="6" name="Freeform 6"/>
          <p:cNvSpPr/>
          <p:nvPr/>
        </p:nvSpPr>
        <p:spPr>
          <a:xfrm>
            <a:off x="523422" y="930154"/>
            <a:ext cx="1015124" cy="1015968"/>
          </a:xfrm>
          <a:custGeom>
            <a:avLst/>
            <a:gdLst/>
            <a:ahLst/>
            <a:cxnLst/>
            <a:rect l="l" t="t" r="r" b="b"/>
            <a:pathLst>
              <a:path w="1015124" h="1015968">
                <a:moveTo>
                  <a:pt x="0" y="0"/>
                </a:moveTo>
                <a:lnTo>
                  <a:pt x="1015124" y="0"/>
                </a:lnTo>
                <a:lnTo>
                  <a:pt x="1015124" y="1015968"/>
                </a:lnTo>
                <a:lnTo>
                  <a:pt x="0" y="1015968"/>
                </a:lnTo>
                <a:lnTo>
                  <a:pt x="0" y="0"/>
                </a:lnTo>
                <a:close/>
              </a:path>
            </a:pathLst>
          </a:custGeom>
          <a:blipFill>
            <a:blip r:embed="rId3"/>
            <a:stretch>
              <a:fillRect/>
            </a:stretch>
          </a:blipFill>
        </p:spPr>
      </p:sp>
      <p:sp>
        <p:nvSpPr>
          <p:cNvPr id="9" name="TextBox 9"/>
          <p:cNvSpPr txBox="1"/>
          <p:nvPr/>
        </p:nvSpPr>
        <p:spPr>
          <a:xfrm>
            <a:off x="9753600" y="5219700"/>
            <a:ext cx="6066790" cy="1615440"/>
          </a:xfrm>
          <a:prstGeom prst="rect">
            <a:avLst/>
          </a:prstGeom>
        </p:spPr>
        <p:txBody>
          <a:bodyPr wrap="square" lIns="0" tIns="0" rIns="0" bIns="0" rtlCol="0" anchor="t">
            <a:spAutoFit/>
          </a:bodyPr>
          <a:lstStyle/>
          <a:p>
            <a:pPr algn="ctr">
              <a:lnSpc>
                <a:spcPts val="4200"/>
              </a:lnSpc>
            </a:pPr>
            <a:r>
              <a:rPr lang="en-US" sz="3000">
                <a:solidFill>
                  <a:srgbClr val="000000"/>
                </a:solidFill>
                <a:latin typeface="Faustina" panose="00000500000000000000"/>
              </a:rPr>
              <a:t>Click vào bàn cần thanh toán để chuyển sang phần thanh toán hoá đơn</a:t>
            </a:r>
            <a:endParaRPr lang="en-US" sz="3000">
              <a:solidFill>
                <a:srgbClr val="000000"/>
              </a:solidFill>
              <a:latin typeface="Faustina" panose="00000500000000000000"/>
            </a:endParaRPr>
          </a:p>
        </p:txBody>
      </p:sp>
      <p:sp>
        <p:nvSpPr>
          <p:cNvPr id="35" name="TextBox 15"/>
          <p:cNvSpPr txBox="1"/>
          <p:nvPr/>
        </p:nvSpPr>
        <p:spPr>
          <a:xfrm>
            <a:off x="1867496" y="756163"/>
            <a:ext cx="15210150" cy="861695"/>
          </a:xfrm>
          <a:prstGeom prst="rect">
            <a:avLst/>
          </a:prstGeom>
        </p:spPr>
        <p:txBody>
          <a:bodyPr lIns="0" tIns="0" rIns="0" bIns="0" rtlCol="0" anchor="t">
            <a:spAutoFit/>
          </a:bodyPr>
          <a:p>
            <a:pPr algn="ctr">
              <a:lnSpc>
                <a:spcPts val="6720"/>
              </a:lnSpc>
            </a:pPr>
            <a:r>
              <a:rPr lang="en-US" sz="5600">
                <a:solidFill>
                  <a:srgbClr val="494949"/>
                </a:solidFill>
                <a:latin typeface="Arimo Bold" panose="020B0704020202020204"/>
              </a:rPr>
              <a:t>3.2. Cài đặt chương trình </a:t>
            </a:r>
            <a:endParaRPr lang="en-US" sz="5600">
              <a:solidFill>
                <a:srgbClr val="494949"/>
              </a:solidFill>
              <a:latin typeface="Arimo Bold" panose="020B0704020202020204"/>
            </a:endParaRPr>
          </a:p>
        </p:txBody>
      </p:sp>
      <p:sp>
        <p:nvSpPr>
          <p:cNvPr id="29" name="TextBox 29"/>
          <p:cNvSpPr txBox="1"/>
          <p:nvPr/>
        </p:nvSpPr>
        <p:spPr>
          <a:xfrm>
            <a:off x="2543175" y="1638300"/>
            <a:ext cx="13277215" cy="574040"/>
          </a:xfrm>
          <a:prstGeom prst="rect">
            <a:avLst/>
          </a:prstGeom>
        </p:spPr>
        <p:txBody>
          <a:bodyPr wrap="square" lIns="0" tIns="0" rIns="0" bIns="0" rtlCol="0" anchor="t">
            <a:spAutoFit/>
          </a:bodyPr>
          <a:p>
            <a:pPr marL="345440" lvl="1" indent="0" algn="ctr">
              <a:lnSpc>
                <a:spcPts val="4480"/>
              </a:lnSpc>
              <a:buFont typeface="Arial" panose="020B0604020202020204"/>
              <a:buNone/>
            </a:pPr>
            <a:r>
              <a:rPr lang="en-US" sz="2800">
                <a:solidFill>
                  <a:srgbClr val="000000"/>
                </a:solidFill>
                <a:latin typeface="Faustina" panose="00000500000000000000"/>
              </a:rPr>
              <a:t>Sử dụng ngôn ngữ lập trình Android để xây dựng chương trình.</a:t>
            </a:r>
            <a:endParaRPr lang="en-US" sz="2800">
              <a:solidFill>
                <a:srgbClr val="000000"/>
              </a:solidFill>
              <a:latin typeface="Faustina" panose="00000500000000000000"/>
            </a:endParaRPr>
          </a:p>
        </p:txBody>
      </p:sp>
      <p:pic>
        <p:nvPicPr>
          <p:cNvPr id="1107574218" name="Picture 29"/>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819400" y="2476500"/>
            <a:ext cx="3434715" cy="6612255"/>
          </a:xfrm>
          <a:prstGeom prst="rect">
            <a:avLst/>
          </a:prstGeom>
        </p:spPr>
      </p:pic>
      <p:pic>
        <p:nvPicPr>
          <p:cNvPr id="190836911" name="Picture 27"/>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477000" y="2476500"/>
            <a:ext cx="3140710" cy="6644005"/>
          </a:xfrm>
          <a:prstGeom prst="rect">
            <a:avLst/>
          </a:prstGeom>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2699252" y="1196834"/>
            <a:ext cx="12907460" cy="7262272"/>
          </a:xfrm>
          <a:custGeom>
            <a:avLst/>
            <a:gdLst/>
            <a:ahLst/>
            <a:cxnLst/>
            <a:rect l="l" t="t" r="r" b="b"/>
            <a:pathLst>
              <a:path w="12907460" h="7262272">
                <a:moveTo>
                  <a:pt x="0" y="0"/>
                </a:moveTo>
                <a:lnTo>
                  <a:pt x="12907460" y="0"/>
                </a:lnTo>
                <a:lnTo>
                  <a:pt x="12907460" y="7262272"/>
                </a:lnTo>
                <a:lnTo>
                  <a:pt x="0" y="7262272"/>
                </a:lnTo>
                <a:lnTo>
                  <a:pt x="0" y="0"/>
                </a:lnTo>
                <a:close/>
              </a:path>
            </a:pathLst>
          </a:custGeom>
          <a:blipFill>
            <a:blip r:embed="rId1">
              <a:extLst>
                <a:ext uri="{96DAC541-7B7A-43D3-8B79-37D633B846F1}">
                  <asvg:svgBlip xmlns:asvg="http://schemas.microsoft.com/office/drawing/2016/SVG/main" r:embed="rId2"/>
                </a:ext>
              </a:extLst>
            </a:blip>
            <a:stretch>
              <a:fillRect/>
            </a:stretch>
          </a:blipFill>
        </p:spPr>
      </p:sp>
      <p:sp>
        <p:nvSpPr>
          <p:cNvPr id="3" name="AutoShape 3"/>
          <p:cNvSpPr/>
          <p:nvPr/>
        </p:nvSpPr>
        <p:spPr>
          <a:xfrm rot="927057">
            <a:off x="5756197" y="9332450"/>
            <a:ext cx="2370938" cy="0"/>
          </a:xfrm>
          <a:prstGeom prst="line">
            <a:avLst/>
          </a:prstGeom>
          <a:ln w="9525" cap="rnd">
            <a:solidFill>
              <a:srgbClr val="595959"/>
            </a:solidFill>
            <a:prstDash val="solid"/>
            <a:headEnd type="none" w="sm" len="sm"/>
            <a:tailEnd type="none" w="sm" len="sm"/>
          </a:ln>
        </p:spPr>
      </p:sp>
      <p:sp>
        <p:nvSpPr>
          <p:cNvPr id="4" name="AutoShape 4"/>
          <p:cNvSpPr/>
          <p:nvPr/>
        </p:nvSpPr>
        <p:spPr>
          <a:xfrm rot="9989267">
            <a:off x="3076160" y="9299950"/>
            <a:ext cx="2780411" cy="0"/>
          </a:xfrm>
          <a:prstGeom prst="line">
            <a:avLst/>
          </a:prstGeom>
          <a:ln w="9525" cap="rnd">
            <a:solidFill>
              <a:srgbClr val="595959"/>
            </a:solidFill>
            <a:prstDash val="solid"/>
            <a:headEnd type="none" w="sm" len="sm"/>
            <a:tailEnd type="none" w="sm" len="sm"/>
          </a:ln>
        </p:spPr>
      </p:sp>
      <p:sp>
        <p:nvSpPr>
          <p:cNvPr id="5" name="AutoShape 5"/>
          <p:cNvSpPr/>
          <p:nvPr/>
        </p:nvSpPr>
        <p:spPr>
          <a:xfrm rot="999997">
            <a:off x="450762" y="9208100"/>
            <a:ext cx="2800708" cy="0"/>
          </a:xfrm>
          <a:prstGeom prst="line">
            <a:avLst/>
          </a:prstGeom>
          <a:ln w="9525" cap="rnd">
            <a:solidFill>
              <a:srgbClr val="595959"/>
            </a:solidFill>
            <a:prstDash val="solid"/>
            <a:headEnd type="none" w="sm" len="sm"/>
            <a:tailEnd type="none" w="sm" len="sm"/>
          </a:ln>
        </p:spPr>
      </p:sp>
      <p:sp>
        <p:nvSpPr>
          <p:cNvPr id="6" name="AutoShape 6"/>
          <p:cNvSpPr/>
          <p:nvPr/>
        </p:nvSpPr>
        <p:spPr>
          <a:xfrm rot="3346380">
            <a:off x="-243725" y="8394200"/>
            <a:ext cx="1007782" cy="0"/>
          </a:xfrm>
          <a:prstGeom prst="line">
            <a:avLst/>
          </a:prstGeom>
          <a:ln w="9525" cap="rnd">
            <a:solidFill>
              <a:srgbClr val="595959"/>
            </a:solidFill>
            <a:prstDash val="solid"/>
            <a:headEnd type="none" w="sm" len="sm"/>
            <a:tailEnd type="none" w="sm" len="sm"/>
          </a:ln>
        </p:spPr>
      </p:sp>
      <p:sp>
        <p:nvSpPr>
          <p:cNvPr id="7" name="Freeform 7"/>
          <p:cNvSpPr/>
          <p:nvPr/>
        </p:nvSpPr>
        <p:spPr>
          <a:xfrm>
            <a:off x="2556666" y="9026150"/>
            <a:ext cx="1163600" cy="1164700"/>
          </a:xfrm>
          <a:custGeom>
            <a:avLst/>
            <a:gdLst/>
            <a:ahLst/>
            <a:cxnLst/>
            <a:rect l="l" t="t" r="r" b="b"/>
            <a:pathLst>
              <a:path w="1163600" h="1164700">
                <a:moveTo>
                  <a:pt x="0" y="0"/>
                </a:moveTo>
                <a:lnTo>
                  <a:pt x="1163600" y="0"/>
                </a:lnTo>
                <a:lnTo>
                  <a:pt x="1163600" y="1164700"/>
                </a:lnTo>
                <a:lnTo>
                  <a:pt x="0" y="1164700"/>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8" name="Freeform 8"/>
          <p:cNvSpPr/>
          <p:nvPr/>
        </p:nvSpPr>
        <p:spPr>
          <a:xfrm>
            <a:off x="5495216" y="8680926"/>
            <a:ext cx="584050" cy="585150"/>
          </a:xfrm>
          <a:custGeom>
            <a:avLst/>
            <a:gdLst/>
            <a:ahLst/>
            <a:cxnLst/>
            <a:rect l="l" t="t" r="r" b="b"/>
            <a:pathLst>
              <a:path w="584050" h="585150">
                <a:moveTo>
                  <a:pt x="0" y="0"/>
                </a:moveTo>
                <a:lnTo>
                  <a:pt x="584050" y="0"/>
                </a:lnTo>
                <a:lnTo>
                  <a:pt x="584050" y="585150"/>
                </a:lnTo>
                <a:lnTo>
                  <a:pt x="0" y="585150"/>
                </a:lnTo>
                <a:lnTo>
                  <a:pt x="0" y="0"/>
                </a:lnTo>
                <a:close/>
              </a:path>
            </a:pathLst>
          </a:custGeom>
          <a:blipFill>
            <a:blip r:embed="rId5"/>
            <a:stretch>
              <a:fillRect/>
            </a:stretch>
          </a:blipFill>
        </p:spPr>
      </p:sp>
      <p:sp>
        <p:nvSpPr>
          <p:cNvPr id="9" name="Freeform 9"/>
          <p:cNvSpPr/>
          <p:nvPr/>
        </p:nvSpPr>
        <p:spPr>
          <a:xfrm>
            <a:off x="342616" y="8630050"/>
            <a:ext cx="350000" cy="350000"/>
          </a:xfrm>
          <a:custGeom>
            <a:avLst/>
            <a:gdLst/>
            <a:ahLst/>
            <a:cxnLst/>
            <a:rect l="l" t="t" r="r" b="b"/>
            <a:pathLst>
              <a:path w="350000" h="350000">
                <a:moveTo>
                  <a:pt x="0" y="0"/>
                </a:moveTo>
                <a:lnTo>
                  <a:pt x="350000" y="0"/>
                </a:lnTo>
                <a:lnTo>
                  <a:pt x="350000" y="350000"/>
                </a:lnTo>
                <a:lnTo>
                  <a:pt x="0" y="350000"/>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10" name="Freeform 10"/>
          <p:cNvSpPr/>
          <p:nvPr/>
        </p:nvSpPr>
        <p:spPr>
          <a:xfrm>
            <a:off x="7746394" y="9315100"/>
            <a:ext cx="586222" cy="586776"/>
          </a:xfrm>
          <a:custGeom>
            <a:avLst/>
            <a:gdLst/>
            <a:ahLst/>
            <a:cxnLst/>
            <a:rect l="l" t="t" r="r" b="b"/>
            <a:pathLst>
              <a:path w="586222" h="586776">
                <a:moveTo>
                  <a:pt x="0" y="0"/>
                </a:moveTo>
                <a:lnTo>
                  <a:pt x="586222" y="0"/>
                </a:lnTo>
                <a:lnTo>
                  <a:pt x="586222" y="586776"/>
                </a:lnTo>
                <a:lnTo>
                  <a:pt x="0" y="586776"/>
                </a:lnTo>
                <a:lnTo>
                  <a:pt x="0" y="0"/>
                </a:lnTo>
                <a:close/>
              </a:path>
            </a:pathLst>
          </a:custGeom>
          <a:blipFill>
            <a:blip r:embed="rId8"/>
            <a:stretch>
              <a:fillRect/>
            </a:stretch>
          </a:blipFill>
        </p:spPr>
      </p:sp>
      <p:sp>
        <p:nvSpPr>
          <p:cNvPr id="11" name="Freeform 11"/>
          <p:cNvSpPr/>
          <p:nvPr/>
        </p:nvSpPr>
        <p:spPr>
          <a:xfrm>
            <a:off x="484540" y="8284850"/>
            <a:ext cx="350026" cy="54000"/>
          </a:xfrm>
          <a:custGeom>
            <a:avLst/>
            <a:gdLst/>
            <a:ahLst/>
            <a:cxnLst/>
            <a:rect l="l" t="t" r="r" b="b"/>
            <a:pathLst>
              <a:path w="350026" h="54000">
                <a:moveTo>
                  <a:pt x="0" y="0"/>
                </a:moveTo>
                <a:lnTo>
                  <a:pt x="350026" y="0"/>
                </a:lnTo>
                <a:lnTo>
                  <a:pt x="350026" y="54000"/>
                </a:lnTo>
                <a:lnTo>
                  <a:pt x="0" y="54000"/>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sp>
      <p:sp>
        <p:nvSpPr>
          <p:cNvPr id="12" name="AutoShape 12"/>
          <p:cNvSpPr/>
          <p:nvPr/>
        </p:nvSpPr>
        <p:spPr>
          <a:xfrm rot="527648">
            <a:off x="11962564" y="677900"/>
            <a:ext cx="3064071" cy="0"/>
          </a:xfrm>
          <a:prstGeom prst="line">
            <a:avLst/>
          </a:prstGeom>
          <a:ln w="9525" cap="rnd">
            <a:solidFill>
              <a:srgbClr val="595959"/>
            </a:solidFill>
            <a:prstDash val="solid"/>
            <a:headEnd type="none" w="sm" len="sm"/>
            <a:tailEnd type="none" w="sm" len="sm"/>
          </a:ln>
        </p:spPr>
      </p:sp>
      <p:sp>
        <p:nvSpPr>
          <p:cNvPr id="13" name="AutoShape 13"/>
          <p:cNvSpPr/>
          <p:nvPr/>
        </p:nvSpPr>
        <p:spPr>
          <a:xfrm rot="2514251">
            <a:off x="14728026" y="1659100"/>
            <a:ext cx="2254648" cy="0"/>
          </a:xfrm>
          <a:prstGeom prst="line">
            <a:avLst/>
          </a:prstGeom>
          <a:ln w="9525" cap="rnd">
            <a:solidFill>
              <a:srgbClr val="595959"/>
            </a:solidFill>
            <a:prstDash val="solid"/>
            <a:headEnd type="none" w="sm" len="sm"/>
            <a:tailEnd type="none" w="sm" len="sm"/>
          </a:ln>
        </p:spPr>
      </p:sp>
      <p:sp>
        <p:nvSpPr>
          <p:cNvPr id="14" name="AutoShape 14"/>
          <p:cNvSpPr/>
          <p:nvPr/>
        </p:nvSpPr>
        <p:spPr>
          <a:xfrm rot="7436612">
            <a:off x="16050933" y="1174750"/>
            <a:ext cx="2887035" cy="0"/>
          </a:xfrm>
          <a:prstGeom prst="line">
            <a:avLst/>
          </a:prstGeom>
          <a:ln w="9525" cap="rnd">
            <a:solidFill>
              <a:srgbClr val="595959"/>
            </a:solidFill>
            <a:prstDash val="solid"/>
            <a:headEnd type="none" w="sm" len="sm"/>
            <a:tailEnd type="none" w="sm" len="sm"/>
          </a:ln>
        </p:spPr>
      </p:sp>
      <p:sp>
        <p:nvSpPr>
          <p:cNvPr id="15" name="Freeform 15"/>
          <p:cNvSpPr/>
          <p:nvPr/>
        </p:nvSpPr>
        <p:spPr>
          <a:xfrm>
            <a:off x="16128550" y="2080500"/>
            <a:ext cx="1163600" cy="1164700"/>
          </a:xfrm>
          <a:custGeom>
            <a:avLst/>
            <a:gdLst/>
            <a:ahLst/>
            <a:cxnLst/>
            <a:rect l="l" t="t" r="r" b="b"/>
            <a:pathLst>
              <a:path w="1163600" h="1164700">
                <a:moveTo>
                  <a:pt x="0" y="0"/>
                </a:moveTo>
                <a:lnTo>
                  <a:pt x="1163600" y="0"/>
                </a:lnTo>
                <a:lnTo>
                  <a:pt x="1163600" y="1164700"/>
                </a:lnTo>
                <a:lnTo>
                  <a:pt x="0" y="1164700"/>
                </a:lnTo>
                <a:lnTo>
                  <a:pt x="0" y="0"/>
                </a:lnTo>
                <a:close/>
              </a:path>
            </a:pathLst>
          </a:custGeom>
          <a:blipFill>
            <a:blip r:embed="rId11"/>
            <a:stretch>
              <a:fillRect/>
            </a:stretch>
          </a:blipFill>
        </p:spPr>
      </p:sp>
      <p:sp>
        <p:nvSpPr>
          <p:cNvPr id="16" name="Freeform 16"/>
          <p:cNvSpPr/>
          <p:nvPr/>
        </p:nvSpPr>
        <p:spPr>
          <a:xfrm>
            <a:off x="14706100" y="632550"/>
            <a:ext cx="584050" cy="585150"/>
          </a:xfrm>
          <a:custGeom>
            <a:avLst/>
            <a:gdLst/>
            <a:ahLst/>
            <a:cxnLst/>
            <a:rect l="l" t="t" r="r" b="b"/>
            <a:pathLst>
              <a:path w="584050" h="585150">
                <a:moveTo>
                  <a:pt x="0" y="0"/>
                </a:moveTo>
                <a:lnTo>
                  <a:pt x="584050" y="0"/>
                </a:lnTo>
                <a:lnTo>
                  <a:pt x="584050" y="585150"/>
                </a:lnTo>
                <a:lnTo>
                  <a:pt x="0" y="585150"/>
                </a:lnTo>
                <a:lnTo>
                  <a:pt x="0" y="0"/>
                </a:lnTo>
                <a:close/>
              </a:path>
            </a:pathLst>
          </a:custGeom>
          <a:blipFill>
            <a:blip r:embed="rId12"/>
            <a:stretch>
              <a:fillRect/>
            </a:stretch>
          </a:blipFill>
        </p:spPr>
      </p:sp>
      <p:sp>
        <p:nvSpPr>
          <p:cNvPr id="17" name="Freeform 17"/>
          <p:cNvSpPr/>
          <p:nvPr/>
        </p:nvSpPr>
        <p:spPr>
          <a:xfrm>
            <a:off x="17584600" y="642550"/>
            <a:ext cx="350000" cy="350000"/>
          </a:xfrm>
          <a:custGeom>
            <a:avLst/>
            <a:gdLst/>
            <a:ahLst/>
            <a:cxnLst/>
            <a:rect l="l" t="t" r="r" b="b"/>
            <a:pathLst>
              <a:path w="350000" h="350000">
                <a:moveTo>
                  <a:pt x="0" y="0"/>
                </a:moveTo>
                <a:lnTo>
                  <a:pt x="350000" y="0"/>
                </a:lnTo>
                <a:lnTo>
                  <a:pt x="350000" y="350000"/>
                </a:lnTo>
                <a:lnTo>
                  <a:pt x="0" y="350000"/>
                </a:lnTo>
                <a:lnTo>
                  <a:pt x="0" y="0"/>
                </a:lnTo>
                <a:close/>
              </a:path>
            </a:pathLst>
          </a:custGeom>
          <a:blipFill>
            <a:blip r:embed="rId13"/>
            <a:stretch>
              <a:fillRect/>
            </a:stretch>
          </a:blipFill>
        </p:spPr>
      </p:sp>
      <p:grpSp>
        <p:nvGrpSpPr>
          <p:cNvPr id="18" name="Group 18"/>
          <p:cNvGrpSpPr/>
          <p:nvPr/>
        </p:nvGrpSpPr>
        <p:grpSpPr>
          <a:xfrm>
            <a:off x="11658610" y="137414"/>
            <a:ext cx="577228" cy="576674"/>
            <a:chOff x="0" y="0"/>
            <a:chExt cx="769637" cy="768899"/>
          </a:xfrm>
        </p:grpSpPr>
        <p:sp>
          <p:nvSpPr>
            <p:cNvPr id="19" name="Freeform 19"/>
            <p:cNvSpPr/>
            <p:nvPr/>
          </p:nvSpPr>
          <p:spPr>
            <a:xfrm>
              <a:off x="0" y="0"/>
              <a:ext cx="769620" cy="768858"/>
            </a:xfrm>
            <a:custGeom>
              <a:avLst/>
              <a:gdLst/>
              <a:ahLst/>
              <a:cxnLst/>
              <a:rect l="l" t="t" r="r" b="b"/>
              <a:pathLst>
                <a:path w="769620" h="768858">
                  <a:moveTo>
                    <a:pt x="384810" y="0"/>
                  </a:moveTo>
                  <a:cubicBezTo>
                    <a:pt x="172212" y="0"/>
                    <a:pt x="0" y="172212"/>
                    <a:pt x="0" y="384048"/>
                  </a:cubicBezTo>
                  <a:cubicBezTo>
                    <a:pt x="0" y="596646"/>
                    <a:pt x="172212" y="768858"/>
                    <a:pt x="384810" y="768858"/>
                  </a:cubicBezTo>
                  <a:cubicBezTo>
                    <a:pt x="597408" y="768858"/>
                    <a:pt x="769620" y="596646"/>
                    <a:pt x="769620" y="384048"/>
                  </a:cubicBezTo>
                  <a:cubicBezTo>
                    <a:pt x="769620" y="172212"/>
                    <a:pt x="597408" y="0"/>
                    <a:pt x="384810" y="0"/>
                  </a:cubicBezTo>
                  <a:close/>
                </a:path>
              </a:pathLst>
            </a:custGeom>
            <a:solidFill>
              <a:srgbClr val="77C6FC"/>
            </a:solidFill>
          </p:spPr>
        </p:sp>
      </p:grpSp>
      <p:sp>
        <p:nvSpPr>
          <p:cNvPr id="20" name="Freeform 20"/>
          <p:cNvSpPr/>
          <p:nvPr/>
        </p:nvSpPr>
        <p:spPr>
          <a:xfrm>
            <a:off x="11654100" y="132350"/>
            <a:ext cx="586222" cy="586776"/>
          </a:xfrm>
          <a:custGeom>
            <a:avLst/>
            <a:gdLst/>
            <a:ahLst/>
            <a:cxnLst/>
            <a:rect l="l" t="t" r="r" b="b"/>
            <a:pathLst>
              <a:path w="586222" h="586776">
                <a:moveTo>
                  <a:pt x="0" y="0"/>
                </a:moveTo>
                <a:lnTo>
                  <a:pt x="586222" y="0"/>
                </a:lnTo>
                <a:lnTo>
                  <a:pt x="586222" y="586776"/>
                </a:lnTo>
                <a:lnTo>
                  <a:pt x="0" y="586776"/>
                </a:lnTo>
                <a:lnTo>
                  <a:pt x="0" y="0"/>
                </a:lnTo>
                <a:close/>
              </a:path>
            </a:pathLst>
          </a:custGeom>
          <a:blipFill>
            <a:blip r:embed="rId14"/>
            <a:stretch>
              <a:fillRect/>
            </a:stretch>
          </a:blipFill>
        </p:spPr>
      </p:sp>
      <p:grpSp>
        <p:nvGrpSpPr>
          <p:cNvPr id="21" name="Group 21"/>
          <p:cNvGrpSpPr/>
          <p:nvPr/>
        </p:nvGrpSpPr>
        <p:grpSpPr>
          <a:xfrm>
            <a:off x="11731588" y="210418"/>
            <a:ext cx="431252" cy="430674"/>
            <a:chOff x="0" y="0"/>
            <a:chExt cx="575003" cy="574232"/>
          </a:xfrm>
        </p:grpSpPr>
        <p:sp>
          <p:nvSpPr>
            <p:cNvPr id="22" name="Freeform 22"/>
            <p:cNvSpPr/>
            <p:nvPr/>
          </p:nvSpPr>
          <p:spPr>
            <a:xfrm>
              <a:off x="0" y="0"/>
              <a:ext cx="575056" cy="574294"/>
            </a:xfrm>
            <a:custGeom>
              <a:avLst/>
              <a:gdLst/>
              <a:ahLst/>
              <a:cxnLst/>
              <a:rect l="l" t="t" r="r" b="b"/>
              <a:pathLst>
                <a:path w="575056" h="574294">
                  <a:moveTo>
                    <a:pt x="287528" y="0"/>
                  </a:moveTo>
                  <a:cubicBezTo>
                    <a:pt x="128778" y="0"/>
                    <a:pt x="0" y="128016"/>
                    <a:pt x="0" y="286766"/>
                  </a:cubicBezTo>
                  <a:cubicBezTo>
                    <a:pt x="0" y="445516"/>
                    <a:pt x="128778" y="574294"/>
                    <a:pt x="287528" y="574294"/>
                  </a:cubicBezTo>
                  <a:cubicBezTo>
                    <a:pt x="446278" y="574294"/>
                    <a:pt x="575056" y="445516"/>
                    <a:pt x="575056" y="286766"/>
                  </a:cubicBezTo>
                  <a:cubicBezTo>
                    <a:pt x="575056" y="128016"/>
                    <a:pt x="446278" y="0"/>
                    <a:pt x="287528" y="0"/>
                  </a:cubicBezTo>
                  <a:close/>
                </a:path>
              </a:pathLst>
            </a:custGeom>
            <a:solidFill>
              <a:srgbClr val="FFFFFF"/>
            </a:solidFill>
          </p:spPr>
        </p:sp>
      </p:grpSp>
      <p:sp>
        <p:nvSpPr>
          <p:cNvPr id="23" name="Freeform 23"/>
          <p:cNvSpPr/>
          <p:nvPr/>
        </p:nvSpPr>
        <p:spPr>
          <a:xfrm>
            <a:off x="11727104" y="205354"/>
            <a:ext cx="440246" cy="440800"/>
          </a:xfrm>
          <a:custGeom>
            <a:avLst/>
            <a:gdLst/>
            <a:ahLst/>
            <a:cxnLst/>
            <a:rect l="l" t="t" r="r" b="b"/>
            <a:pathLst>
              <a:path w="440246" h="440800">
                <a:moveTo>
                  <a:pt x="0" y="0"/>
                </a:moveTo>
                <a:lnTo>
                  <a:pt x="440246" y="0"/>
                </a:lnTo>
                <a:lnTo>
                  <a:pt x="440246" y="440800"/>
                </a:lnTo>
                <a:lnTo>
                  <a:pt x="0" y="440800"/>
                </a:lnTo>
                <a:lnTo>
                  <a:pt x="0" y="0"/>
                </a:lnTo>
                <a:close/>
              </a:path>
            </a:pathLst>
          </a:custGeom>
          <a:blipFill>
            <a:blip r:embed="rId15"/>
            <a:stretch>
              <a:fillRect/>
            </a:stretch>
          </a:blipFill>
        </p:spPr>
      </p:sp>
      <p:grpSp>
        <p:nvGrpSpPr>
          <p:cNvPr id="24" name="Group 24"/>
          <p:cNvGrpSpPr/>
          <p:nvPr/>
        </p:nvGrpSpPr>
        <p:grpSpPr>
          <a:xfrm>
            <a:off x="11810764" y="289568"/>
            <a:ext cx="272354" cy="272354"/>
            <a:chOff x="0" y="0"/>
            <a:chExt cx="363139" cy="363139"/>
          </a:xfrm>
        </p:grpSpPr>
        <p:sp>
          <p:nvSpPr>
            <p:cNvPr id="25" name="Freeform 25"/>
            <p:cNvSpPr/>
            <p:nvPr/>
          </p:nvSpPr>
          <p:spPr>
            <a:xfrm>
              <a:off x="0" y="0"/>
              <a:ext cx="363093" cy="363220"/>
            </a:xfrm>
            <a:custGeom>
              <a:avLst/>
              <a:gdLst/>
              <a:ahLst/>
              <a:cxnLst/>
              <a:rect l="l" t="t" r="r" b="b"/>
              <a:pathLst>
                <a:path w="363093" h="363220">
                  <a:moveTo>
                    <a:pt x="181991" y="0"/>
                  </a:moveTo>
                  <a:cubicBezTo>
                    <a:pt x="81661" y="0"/>
                    <a:pt x="0" y="81661"/>
                    <a:pt x="0" y="181229"/>
                  </a:cubicBezTo>
                  <a:cubicBezTo>
                    <a:pt x="0" y="281559"/>
                    <a:pt x="81534" y="363220"/>
                    <a:pt x="181864" y="363220"/>
                  </a:cubicBezTo>
                  <a:cubicBezTo>
                    <a:pt x="282194" y="363220"/>
                    <a:pt x="363093" y="281559"/>
                    <a:pt x="363093" y="181229"/>
                  </a:cubicBezTo>
                  <a:cubicBezTo>
                    <a:pt x="363093" y="81661"/>
                    <a:pt x="282321" y="0"/>
                    <a:pt x="181991" y="0"/>
                  </a:cubicBezTo>
                  <a:close/>
                </a:path>
              </a:pathLst>
            </a:custGeom>
            <a:solidFill>
              <a:srgbClr val="77C6FC"/>
            </a:solidFill>
          </p:spPr>
        </p:sp>
      </p:grpSp>
      <p:sp>
        <p:nvSpPr>
          <p:cNvPr id="26" name="Freeform 26"/>
          <p:cNvSpPr/>
          <p:nvPr/>
        </p:nvSpPr>
        <p:spPr>
          <a:xfrm>
            <a:off x="11806280" y="285084"/>
            <a:ext cx="281902" cy="281348"/>
          </a:xfrm>
          <a:custGeom>
            <a:avLst/>
            <a:gdLst/>
            <a:ahLst/>
            <a:cxnLst/>
            <a:rect l="l" t="t" r="r" b="b"/>
            <a:pathLst>
              <a:path w="281902" h="281348">
                <a:moveTo>
                  <a:pt x="0" y="0"/>
                </a:moveTo>
                <a:lnTo>
                  <a:pt x="281902" y="0"/>
                </a:lnTo>
                <a:lnTo>
                  <a:pt x="281902" y="281348"/>
                </a:lnTo>
                <a:lnTo>
                  <a:pt x="0" y="281348"/>
                </a:lnTo>
                <a:lnTo>
                  <a:pt x="0" y="0"/>
                </a:lnTo>
                <a:close/>
              </a:path>
            </a:pathLst>
          </a:custGeom>
          <a:blipFill>
            <a:blip r:embed="rId16"/>
            <a:stretch>
              <a:fillRect/>
            </a:stretch>
          </a:blipFill>
        </p:spPr>
      </p:sp>
      <p:sp>
        <p:nvSpPr>
          <p:cNvPr id="27" name="Freeform 27"/>
          <p:cNvSpPr/>
          <p:nvPr/>
        </p:nvSpPr>
        <p:spPr>
          <a:xfrm>
            <a:off x="16980100" y="341750"/>
            <a:ext cx="350026" cy="54000"/>
          </a:xfrm>
          <a:custGeom>
            <a:avLst/>
            <a:gdLst/>
            <a:ahLst/>
            <a:cxnLst/>
            <a:rect l="l" t="t" r="r" b="b"/>
            <a:pathLst>
              <a:path w="350026" h="54000">
                <a:moveTo>
                  <a:pt x="0" y="0"/>
                </a:moveTo>
                <a:lnTo>
                  <a:pt x="350026" y="0"/>
                </a:lnTo>
                <a:lnTo>
                  <a:pt x="350026" y="54000"/>
                </a:lnTo>
                <a:lnTo>
                  <a:pt x="0" y="54000"/>
                </a:lnTo>
                <a:lnTo>
                  <a:pt x="0" y="0"/>
                </a:lnTo>
                <a:close/>
              </a:path>
            </a:pathLst>
          </a:custGeom>
          <a:blipFill>
            <a:blip r:embed="rId17">
              <a:extLst>
                <a:ext uri="{96DAC541-7B7A-43D3-8B79-37D633B846F1}">
                  <asvg:svgBlip xmlns:asvg="http://schemas.microsoft.com/office/drawing/2016/SVG/main" r:embed="rId18"/>
                </a:ext>
              </a:extLst>
            </a:blip>
            <a:stretch>
              <a:fillRect/>
            </a:stretch>
          </a:blipFill>
        </p:spPr>
      </p:sp>
      <p:sp>
        <p:nvSpPr>
          <p:cNvPr id="28" name="Freeform 28"/>
          <p:cNvSpPr/>
          <p:nvPr/>
        </p:nvSpPr>
        <p:spPr>
          <a:xfrm>
            <a:off x="17356700" y="3316000"/>
            <a:ext cx="350026" cy="54000"/>
          </a:xfrm>
          <a:custGeom>
            <a:avLst/>
            <a:gdLst/>
            <a:ahLst/>
            <a:cxnLst/>
            <a:rect l="l" t="t" r="r" b="b"/>
            <a:pathLst>
              <a:path w="350026" h="54000">
                <a:moveTo>
                  <a:pt x="0" y="0"/>
                </a:moveTo>
                <a:lnTo>
                  <a:pt x="350026" y="0"/>
                </a:lnTo>
                <a:lnTo>
                  <a:pt x="350026" y="54000"/>
                </a:lnTo>
                <a:lnTo>
                  <a:pt x="0" y="54000"/>
                </a:lnTo>
                <a:lnTo>
                  <a:pt x="0" y="0"/>
                </a:lnTo>
                <a:close/>
              </a:path>
            </a:pathLst>
          </a:custGeom>
          <a:blipFill>
            <a:blip r:embed="rId17">
              <a:extLst>
                <a:ext uri="{96DAC541-7B7A-43D3-8B79-37D633B846F1}">
                  <asvg:svgBlip xmlns:asvg="http://schemas.microsoft.com/office/drawing/2016/SVG/main" r:embed="rId18"/>
                </a:ext>
              </a:extLst>
            </a:blip>
            <a:stretch>
              <a:fillRect/>
            </a:stretch>
          </a:blipFill>
        </p:spPr>
      </p:sp>
      <p:sp>
        <p:nvSpPr>
          <p:cNvPr id="30" name="TextBox 29"/>
          <p:cNvSpPr txBox="1"/>
          <p:nvPr/>
        </p:nvSpPr>
        <p:spPr>
          <a:xfrm>
            <a:off x="5943585" y="3847860"/>
            <a:ext cx="6217950" cy="2461895"/>
          </a:xfrm>
          <a:prstGeom prst="rect">
            <a:avLst/>
          </a:prstGeom>
        </p:spPr>
        <p:txBody>
          <a:bodyPr lIns="0" tIns="0" rIns="0" bIns="0" rtlCol="0" anchor="t">
            <a:spAutoFit/>
          </a:bodyPr>
          <a:p>
            <a:pPr algn="ctr">
              <a:lnSpc>
                <a:spcPts val="9600"/>
              </a:lnSpc>
            </a:pPr>
            <a:r>
              <a:rPr lang="en-US" sz="6000">
                <a:solidFill>
                  <a:srgbClr val="494949"/>
                </a:solidFill>
                <a:latin typeface="Prompt" panose="00000500000000000000"/>
              </a:rPr>
              <a:t>KIỂM THỬ CHƯƠNG TRÌNH</a:t>
            </a:r>
            <a:endParaRPr lang="en-US" sz="6000">
              <a:solidFill>
                <a:srgbClr val="494949"/>
              </a:solidFill>
              <a:latin typeface="Prompt" panose="00000500000000000000"/>
            </a:endParaRPr>
          </a:p>
        </p:txBody>
      </p:sp>
      <p:sp>
        <p:nvSpPr>
          <p:cNvPr id="31" name="TextBox 30"/>
          <p:cNvSpPr txBox="1"/>
          <p:nvPr/>
        </p:nvSpPr>
        <p:spPr>
          <a:xfrm>
            <a:off x="6035025" y="2328951"/>
            <a:ext cx="5752350" cy="1246505"/>
          </a:xfrm>
          <a:prstGeom prst="rect">
            <a:avLst/>
          </a:prstGeom>
        </p:spPr>
        <p:txBody>
          <a:bodyPr lIns="0" tIns="0" rIns="0" bIns="0" rtlCol="0" anchor="t">
            <a:spAutoFit/>
          </a:bodyPr>
          <a:p>
            <a:pPr algn="ctr">
              <a:lnSpc>
                <a:spcPts val="9720"/>
              </a:lnSpc>
            </a:pPr>
            <a:r>
              <a:rPr lang="en-US" sz="8100">
                <a:solidFill>
                  <a:srgbClr val="494949"/>
                </a:solidFill>
                <a:latin typeface="Prompt Bold" panose="00000800000000000000"/>
              </a:rPr>
              <a:t>CHƯƠNG 4</a:t>
            </a:r>
            <a:endParaRPr lang="en-US" sz="8100">
              <a:solidFill>
                <a:srgbClr val="494949"/>
              </a:solidFill>
              <a:latin typeface="Prompt Bold" panose="00000800000000000000"/>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Picture 1" descr="Screenshot 2024-11-14 114547"/>
          <p:cNvPicPr>
            <a:picLocks noChangeAspect="1"/>
          </p:cNvPicPr>
          <p:nvPr/>
        </p:nvPicPr>
        <p:blipFill>
          <a:blip r:embed="rId1"/>
          <a:stretch>
            <a:fillRect/>
          </a:stretch>
        </p:blipFill>
        <p:spPr>
          <a:xfrm>
            <a:off x="1905000" y="2705100"/>
            <a:ext cx="7484745" cy="4690110"/>
          </a:xfrm>
          <a:prstGeom prst="rect">
            <a:avLst/>
          </a:prstGeom>
        </p:spPr>
      </p:pic>
      <p:pic>
        <p:nvPicPr>
          <p:cNvPr id="3" name="Picture 2" descr="Screenshot 2024-11-14 114556"/>
          <p:cNvPicPr>
            <a:picLocks noChangeAspect="1"/>
          </p:cNvPicPr>
          <p:nvPr/>
        </p:nvPicPr>
        <p:blipFill>
          <a:blip r:embed="rId2"/>
          <a:stretch>
            <a:fillRect/>
          </a:stretch>
        </p:blipFill>
        <p:spPr>
          <a:xfrm>
            <a:off x="9525000" y="3543300"/>
            <a:ext cx="7712710" cy="3462020"/>
          </a:xfrm>
          <a:prstGeom prst="rect">
            <a:avLst/>
          </a:prstGeom>
        </p:spPr>
      </p:pic>
      <p:sp>
        <p:nvSpPr>
          <p:cNvPr id="35" name="TextBox 15"/>
          <p:cNvSpPr txBox="1"/>
          <p:nvPr/>
        </p:nvSpPr>
        <p:spPr>
          <a:xfrm>
            <a:off x="1867496" y="756163"/>
            <a:ext cx="15210150" cy="861695"/>
          </a:xfrm>
          <a:prstGeom prst="rect">
            <a:avLst/>
          </a:prstGeom>
        </p:spPr>
        <p:txBody>
          <a:bodyPr lIns="0" tIns="0" rIns="0" bIns="0" rtlCol="0" anchor="t">
            <a:spAutoFit/>
          </a:bodyPr>
          <a:p>
            <a:pPr algn="ctr">
              <a:lnSpc>
                <a:spcPts val="6720"/>
              </a:lnSpc>
            </a:pPr>
            <a:r>
              <a:rPr lang="en-US" sz="5600">
                <a:solidFill>
                  <a:srgbClr val="494949"/>
                </a:solidFill>
                <a:latin typeface="Arimo Bold" panose="020B0704020202020204"/>
              </a:rPr>
              <a:t>4.1. Kiểm thử Login &amp; register</a:t>
            </a:r>
            <a:endParaRPr lang="en-US" sz="5600">
              <a:solidFill>
                <a:srgbClr val="494949"/>
              </a:solidFill>
              <a:latin typeface="Arimo Bold" panose="020B0704020202020204"/>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5" name="TextBox 15"/>
          <p:cNvSpPr txBox="1"/>
          <p:nvPr/>
        </p:nvSpPr>
        <p:spPr>
          <a:xfrm>
            <a:off x="1867496" y="756163"/>
            <a:ext cx="15210150" cy="861695"/>
          </a:xfrm>
          <a:prstGeom prst="rect">
            <a:avLst/>
          </a:prstGeom>
        </p:spPr>
        <p:txBody>
          <a:bodyPr lIns="0" tIns="0" rIns="0" bIns="0" rtlCol="0" anchor="t">
            <a:spAutoFit/>
          </a:bodyPr>
          <a:p>
            <a:pPr algn="ctr">
              <a:lnSpc>
                <a:spcPts val="6720"/>
              </a:lnSpc>
            </a:pPr>
            <a:r>
              <a:rPr lang="en-US" sz="5600">
                <a:solidFill>
                  <a:srgbClr val="494949"/>
                </a:solidFill>
                <a:latin typeface="Arimo Bold" panose="020B0704020202020204"/>
              </a:rPr>
              <a:t>4.2. Kiểm thử quản lý bàn </a:t>
            </a:r>
            <a:endParaRPr lang="en-US" sz="5600">
              <a:solidFill>
                <a:srgbClr val="494949"/>
              </a:solidFill>
              <a:latin typeface="Arimo Bold" panose="020B0704020202020204"/>
            </a:endParaRPr>
          </a:p>
        </p:txBody>
      </p:sp>
      <p:pic>
        <p:nvPicPr>
          <p:cNvPr id="4" name="Picture 3" descr="Screenshot 2024-11-14 114728"/>
          <p:cNvPicPr>
            <a:picLocks noChangeAspect="1"/>
          </p:cNvPicPr>
          <p:nvPr/>
        </p:nvPicPr>
        <p:blipFill>
          <a:blip r:embed="rId1"/>
          <a:stretch>
            <a:fillRect/>
          </a:stretch>
        </p:blipFill>
        <p:spPr>
          <a:xfrm>
            <a:off x="4114800" y="2095500"/>
            <a:ext cx="10513695" cy="7128510"/>
          </a:xfrm>
          <a:prstGeom prst="rect">
            <a:avLst/>
          </a:prstGeom>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5" name="TextBox 15"/>
          <p:cNvSpPr txBox="1"/>
          <p:nvPr/>
        </p:nvSpPr>
        <p:spPr>
          <a:xfrm>
            <a:off x="1867496" y="756163"/>
            <a:ext cx="15210150" cy="861695"/>
          </a:xfrm>
          <a:prstGeom prst="rect">
            <a:avLst/>
          </a:prstGeom>
        </p:spPr>
        <p:txBody>
          <a:bodyPr lIns="0" tIns="0" rIns="0" bIns="0" rtlCol="0" anchor="t">
            <a:spAutoFit/>
          </a:bodyPr>
          <a:p>
            <a:pPr algn="ctr">
              <a:lnSpc>
                <a:spcPts val="6720"/>
              </a:lnSpc>
            </a:pPr>
            <a:r>
              <a:rPr lang="en-US" sz="5600">
                <a:solidFill>
                  <a:srgbClr val="494949"/>
                </a:solidFill>
                <a:latin typeface="Arimo Bold" panose="020B0704020202020204"/>
              </a:rPr>
              <a:t>4.3. Kiểm thử thực đơn</a:t>
            </a:r>
            <a:endParaRPr lang="en-US" sz="5600">
              <a:solidFill>
                <a:srgbClr val="494949"/>
              </a:solidFill>
              <a:latin typeface="Arimo Bold" panose="020B0704020202020204"/>
            </a:endParaRPr>
          </a:p>
        </p:txBody>
      </p:sp>
      <p:pic>
        <p:nvPicPr>
          <p:cNvPr id="2" name="Picture 1" descr="Screenshot 2024-11-14 114824"/>
          <p:cNvPicPr>
            <a:picLocks noChangeAspect="1"/>
          </p:cNvPicPr>
          <p:nvPr/>
        </p:nvPicPr>
        <p:blipFill>
          <a:blip r:embed="rId1"/>
          <a:stretch>
            <a:fillRect/>
          </a:stretch>
        </p:blipFill>
        <p:spPr>
          <a:xfrm>
            <a:off x="4876800" y="1790700"/>
            <a:ext cx="9136380" cy="4291965"/>
          </a:xfrm>
          <a:prstGeom prst="rect">
            <a:avLst/>
          </a:prstGeom>
        </p:spPr>
      </p:pic>
      <p:pic>
        <p:nvPicPr>
          <p:cNvPr id="3" name="Picture 2" descr="Screenshot 2024-11-14 114831"/>
          <p:cNvPicPr>
            <a:picLocks noChangeAspect="1"/>
          </p:cNvPicPr>
          <p:nvPr/>
        </p:nvPicPr>
        <p:blipFill>
          <a:blip r:embed="rId2"/>
          <a:stretch>
            <a:fillRect/>
          </a:stretch>
        </p:blipFill>
        <p:spPr>
          <a:xfrm>
            <a:off x="4572000" y="5981700"/>
            <a:ext cx="9928225" cy="3440430"/>
          </a:xfrm>
          <a:prstGeom prst="rect">
            <a:avLst/>
          </a:prstGeom>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5" name="TextBox 15"/>
          <p:cNvSpPr txBox="1"/>
          <p:nvPr/>
        </p:nvSpPr>
        <p:spPr>
          <a:xfrm>
            <a:off x="1867496" y="756163"/>
            <a:ext cx="15210150" cy="861695"/>
          </a:xfrm>
          <a:prstGeom prst="rect">
            <a:avLst/>
          </a:prstGeom>
        </p:spPr>
        <p:txBody>
          <a:bodyPr lIns="0" tIns="0" rIns="0" bIns="0" rtlCol="0" anchor="t">
            <a:spAutoFit/>
          </a:bodyPr>
          <a:p>
            <a:pPr algn="ctr">
              <a:lnSpc>
                <a:spcPts val="6720"/>
              </a:lnSpc>
            </a:pPr>
            <a:r>
              <a:rPr lang="en-US" sz="5600">
                <a:solidFill>
                  <a:srgbClr val="494949"/>
                </a:solidFill>
                <a:latin typeface="Arimo Bold" panose="020B0704020202020204"/>
              </a:rPr>
              <a:t>4.4. Kiểm thử đơn đặt bàn </a:t>
            </a:r>
            <a:endParaRPr lang="en-US" sz="5600">
              <a:solidFill>
                <a:srgbClr val="494949"/>
              </a:solidFill>
              <a:latin typeface="Arimo Bold" panose="020B0704020202020204"/>
            </a:endParaRPr>
          </a:p>
        </p:txBody>
      </p:sp>
      <p:pic>
        <p:nvPicPr>
          <p:cNvPr id="4" name="Picture 3" descr="Screenshot 2024-11-14 114943"/>
          <p:cNvPicPr>
            <a:picLocks noChangeAspect="1"/>
          </p:cNvPicPr>
          <p:nvPr/>
        </p:nvPicPr>
        <p:blipFill>
          <a:blip r:embed="rId1"/>
          <a:stretch>
            <a:fillRect/>
          </a:stretch>
        </p:blipFill>
        <p:spPr>
          <a:xfrm>
            <a:off x="4572000" y="1866900"/>
            <a:ext cx="9552940" cy="7751445"/>
          </a:xfrm>
          <a:prstGeom prst="rect">
            <a:avLst/>
          </a:prstGeom>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2699252" y="1196834"/>
            <a:ext cx="12907460" cy="7262272"/>
          </a:xfrm>
          <a:custGeom>
            <a:avLst/>
            <a:gdLst/>
            <a:ahLst/>
            <a:cxnLst/>
            <a:rect l="l" t="t" r="r" b="b"/>
            <a:pathLst>
              <a:path w="12907460" h="7262272">
                <a:moveTo>
                  <a:pt x="0" y="0"/>
                </a:moveTo>
                <a:lnTo>
                  <a:pt x="12907460" y="0"/>
                </a:lnTo>
                <a:lnTo>
                  <a:pt x="12907460" y="7262272"/>
                </a:lnTo>
                <a:lnTo>
                  <a:pt x="0" y="7262272"/>
                </a:lnTo>
                <a:lnTo>
                  <a:pt x="0" y="0"/>
                </a:lnTo>
                <a:close/>
              </a:path>
            </a:pathLst>
          </a:custGeom>
          <a:blipFill>
            <a:blip r:embed="rId1">
              <a:extLst>
                <a:ext uri="{96DAC541-7B7A-43D3-8B79-37D633B846F1}">
                  <asvg:svgBlip xmlns:asvg="http://schemas.microsoft.com/office/drawing/2016/SVG/main" r:embed="rId2"/>
                </a:ext>
              </a:extLst>
            </a:blip>
            <a:stretch>
              <a:fillRect/>
            </a:stretch>
          </a:blipFill>
        </p:spPr>
      </p:sp>
      <p:sp>
        <p:nvSpPr>
          <p:cNvPr id="3" name="AutoShape 3"/>
          <p:cNvSpPr/>
          <p:nvPr/>
        </p:nvSpPr>
        <p:spPr>
          <a:xfrm rot="927057">
            <a:off x="5756197" y="9332450"/>
            <a:ext cx="2370938" cy="0"/>
          </a:xfrm>
          <a:prstGeom prst="line">
            <a:avLst/>
          </a:prstGeom>
          <a:ln w="9525" cap="rnd">
            <a:solidFill>
              <a:srgbClr val="595959"/>
            </a:solidFill>
            <a:prstDash val="solid"/>
            <a:headEnd type="none" w="sm" len="sm"/>
            <a:tailEnd type="none" w="sm" len="sm"/>
          </a:ln>
        </p:spPr>
      </p:sp>
      <p:sp>
        <p:nvSpPr>
          <p:cNvPr id="4" name="AutoShape 4"/>
          <p:cNvSpPr/>
          <p:nvPr/>
        </p:nvSpPr>
        <p:spPr>
          <a:xfrm rot="9989267">
            <a:off x="3076160" y="9299950"/>
            <a:ext cx="2780411" cy="0"/>
          </a:xfrm>
          <a:prstGeom prst="line">
            <a:avLst/>
          </a:prstGeom>
          <a:ln w="9525" cap="rnd">
            <a:solidFill>
              <a:srgbClr val="595959"/>
            </a:solidFill>
            <a:prstDash val="solid"/>
            <a:headEnd type="none" w="sm" len="sm"/>
            <a:tailEnd type="none" w="sm" len="sm"/>
          </a:ln>
        </p:spPr>
      </p:sp>
      <p:sp>
        <p:nvSpPr>
          <p:cNvPr id="5" name="AutoShape 5"/>
          <p:cNvSpPr/>
          <p:nvPr/>
        </p:nvSpPr>
        <p:spPr>
          <a:xfrm rot="999997">
            <a:off x="450762" y="9208100"/>
            <a:ext cx="2800708" cy="0"/>
          </a:xfrm>
          <a:prstGeom prst="line">
            <a:avLst/>
          </a:prstGeom>
          <a:ln w="9525" cap="rnd">
            <a:solidFill>
              <a:srgbClr val="595959"/>
            </a:solidFill>
            <a:prstDash val="solid"/>
            <a:headEnd type="none" w="sm" len="sm"/>
            <a:tailEnd type="none" w="sm" len="sm"/>
          </a:ln>
        </p:spPr>
      </p:sp>
      <p:sp>
        <p:nvSpPr>
          <p:cNvPr id="6" name="AutoShape 6"/>
          <p:cNvSpPr/>
          <p:nvPr/>
        </p:nvSpPr>
        <p:spPr>
          <a:xfrm rot="3346380">
            <a:off x="-243725" y="8394200"/>
            <a:ext cx="1007782" cy="0"/>
          </a:xfrm>
          <a:prstGeom prst="line">
            <a:avLst/>
          </a:prstGeom>
          <a:ln w="9525" cap="rnd">
            <a:solidFill>
              <a:srgbClr val="595959"/>
            </a:solidFill>
            <a:prstDash val="solid"/>
            <a:headEnd type="none" w="sm" len="sm"/>
            <a:tailEnd type="none" w="sm" len="sm"/>
          </a:ln>
        </p:spPr>
      </p:sp>
      <p:sp>
        <p:nvSpPr>
          <p:cNvPr id="7" name="Freeform 7"/>
          <p:cNvSpPr/>
          <p:nvPr/>
        </p:nvSpPr>
        <p:spPr>
          <a:xfrm>
            <a:off x="2556666" y="9026150"/>
            <a:ext cx="1163600" cy="1164700"/>
          </a:xfrm>
          <a:custGeom>
            <a:avLst/>
            <a:gdLst/>
            <a:ahLst/>
            <a:cxnLst/>
            <a:rect l="l" t="t" r="r" b="b"/>
            <a:pathLst>
              <a:path w="1163600" h="1164700">
                <a:moveTo>
                  <a:pt x="0" y="0"/>
                </a:moveTo>
                <a:lnTo>
                  <a:pt x="1163600" y="0"/>
                </a:lnTo>
                <a:lnTo>
                  <a:pt x="1163600" y="1164700"/>
                </a:lnTo>
                <a:lnTo>
                  <a:pt x="0" y="1164700"/>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8" name="Freeform 8"/>
          <p:cNvSpPr/>
          <p:nvPr/>
        </p:nvSpPr>
        <p:spPr>
          <a:xfrm>
            <a:off x="5495216" y="8680926"/>
            <a:ext cx="584050" cy="585150"/>
          </a:xfrm>
          <a:custGeom>
            <a:avLst/>
            <a:gdLst/>
            <a:ahLst/>
            <a:cxnLst/>
            <a:rect l="l" t="t" r="r" b="b"/>
            <a:pathLst>
              <a:path w="584050" h="585150">
                <a:moveTo>
                  <a:pt x="0" y="0"/>
                </a:moveTo>
                <a:lnTo>
                  <a:pt x="584050" y="0"/>
                </a:lnTo>
                <a:lnTo>
                  <a:pt x="584050" y="585150"/>
                </a:lnTo>
                <a:lnTo>
                  <a:pt x="0" y="585150"/>
                </a:lnTo>
                <a:lnTo>
                  <a:pt x="0" y="0"/>
                </a:lnTo>
                <a:close/>
              </a:path>
            </a:pathLst>
          </a:custGeom>
          <a:blipFill>
            <a:blip r:embed="rId5"/>
            <a:stretch>
              <a:fillRect/>
            </a:stretch>
          </a:blipFill>
        </p:spPr>
      </p:sp>
      <p:sp>
        <p:nvSpPr>
          <p:cNvPr id="9" name="Freeform 9"/>
          <p:cNvSpPr/>
          <p:nvPr/>
        </p:nvSpPr>
        <p:spPr>
          <a:xfrm>
            <a:off x="342616" y="8630050"/>
            <a:ext cx="350000" cy="350000"/>
          </a:xfrm>
          <a:custGeom>
            <a:avLst/>
            <a:gdLst/>
            <a:ahLst/>
            <a:cxnLst/>
            <a:rect l="l" t="t" r="r" b="b"/>
            <a:pathLst>
              <a:path w="350000" h="350000">
                <a:moveTo>
                  <a:pt x="0" y="0"/>
                </a:moveTo>
                <a:lnTo>
                  <a:pt x="350000" y="0"/>
                </a:lnTo>
                <a:lnTo>
                  <a:pt x="350000" y="350000"/>
                </a:lnTo>
                <a:lnTo>
                  <a:pt x="0" y="350000"/>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10" name="Freeform 10"/>
          <p:cNvSpPr/>
          <p:nvPr/>
        </p:nvSpPr>
        <p:spPr>
          <a:xfrm>
            <a:off x="7746394" y="9315100"/>
            <a:ext cx="586222" cy="586776"/>
          </a:xfrm>
          <a:custGeom>
            <a:avLst/>
            <a:gdLst/>
            <a:ahLst/>
            <a:cxnLst/>
            <a:rect l="l" t="t" r="r" b="b"/>
            <a:pathLst>
              <a:path w="586222" h="586776">
                <a:moveTo>
                  <a:pt x="0" y="0"/>
                </a:moveTo>
                <a:lnTo>
                  <a:pt x="586222" y="0"/>
                </a:lnTo>
                <a:lnTo>
                  <a:pt x="586222" y="586776"/>
                </a:lnTo>
                <a:lnTo>
                  <a:pt x="0" y="586776"/>
                </a:lnTo>
                <a:lnTo>
                  <a:pt x="0" y="0"/>
                </a:lnTo>
                <a:close/>
              </a:path>
            </a:pathLst>
          </a:custGeom>
          <a:blipFill>
            <a:blip r:embed="rId8"/>
            <a:stretch>
              <a:fillRect/>
            </a:stretch>
          </a:blipFill>
        </p:spPr>
      </p:sp>
      <p:sp>
        <p:nvSpPr>
          <p:cNvPr id="11" name="Freeform 11"/>
          <p:cNvSpPr/>
          <p:nvPr/>
        </p:nvSpPr>
        <p:spPr>
          <a:xfrm>
            <a:off x="484540" y="8284850"/>
            <a:ext cx="350026" cy="54000"/>
          </a:xfrm>
          <a:custGeom>
            <a:avLst/>
            <a:gdLst/>
            <a:ahLst/>
            <a:cxnLst/>
            <a:rect l="l" t="t" r="r" b="b"/>
            <a:pathLst>
              <a:path w="350026" h="54000">
                <a:moveTo>
                  <a:pt x="0" y="0"/>
                </a:moveTo>
                <a:lnTo>
                  <a:pt x="350026" y="0"/>
                </a:lnTo>
                <a:lnTo>
                  <a:pt x="350026" y="54000"/>
                </a:lnTo>
                <a:lnTo>
                  <a:pt x="0" y="54000"/>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sp>
      <p:sp>
        <p:nvSpPr>
          <p:cNvPr id="12" name="AutoShape 12"/>
          <p:cNvSpPr/>
          <p:nvPr/>
        </p:nvSpPr>
        <p:spPr>
          <a:xfrm rot="527648">
            <a:off x="11962564" y="677900"/>
            <a:ext cx="3064071" cy="0"/>
          </a:xfrm>
          <a:prstGeom prst="line">
            <a:avLst/>
          </a:prstGeom>
          <a:ln w="9525" cap="rnd">
            <a:solidFill>
              <a:srgbClr val="595959"/>
            </a:solidFill>
            <a:prstDash val="solid"/>
            <a:headEnd type="none" w="sm" len="sm"/>
            <a:tailEnd type="none" w="sm" len="sm"/>
          </a:ln>
        </p:spPr>
      </p:sp>
      <p:sp>
        <p:nvSpPr>
          <p:cNvPr id="13" name="AutoShape 13"/>
          <p:cNvSpPr/>
          <p:nvPr/>
        </p:nvSpPr>
        <p:spPr>
          <a:xfrm rot="2514251">
            <a:off x="14728026" y="1659100"/>
            <a:ext cx="2254648" cy="0"/>
          </a:xfrm>
          <a:prstGeom prst="line">
            <a:avLst/>
          </a:prstGeom>
          <a:ln w="9525" cap="rnd">
            <a:solidFill>
              <a:srgbClr val="595959"/>
            </a:solidFill>
            <a:prstDash val="solid"/>
            <a:headEnd type="none" w="sm" len="sm"/>
            <a:tailEnd type="none" w="sm" len="sm"/>
          </a:ln>
        </p:spPr>
      </p:sp>
      <p:sp>
        <p:nvSpPr>
          <p:cNvPr id="14" name="AutoShape 14"/>
          <p:cNvSpPr/>
          <p:nvPr/>
        </p:nvSpPr>
        <p:spPr>
          <a:xfrm rot="7436612">
            <a:off x="16050933" y="1174750"/>
            <a:ext cx="2887035" cy="0"/>
          </a:xfrm>
          <a:prstGeom prst="line">
            <a:avLst/>
          </a:prstGeom>
          <a:ln w="9525" cap="rnd">
            <a:solidFill>
              <a:srgbClr val="595959"/>
            </a:solidFill>
            <a:prstDash val="solid"/>
            <a:headEnd type="none" w="sm" len="sm"/>
            <a:tailEnd type="none" w="sm" len="sm"/>
          </a:ln>
        </p:spPr>
      </p:sp>
      <p:sp>
        <p:nvSpPr>
          <p:cNvPr id="15" name="Freeform 15"/>
          <p:cNvSpPr/>
          <p:nvPr/>
        </p:nvSpPr>
        <p:spPr>
          <a:xfrm>
            <a:off x="16128550" y="2080500"/>
            <a:ext cx="1163600" cy="1164700"/>
          </a:xfrm>
          <a:custGeom>
            <a:avLst/>
            <a:gdLst/>
            <a:ahLst/>
            <a:cxnLst/>
            <a:rect l="l" t="t" r="r" b="b"/>
            <a:pathLst>
              <a:path w="1163600" h="1164700">
                <a:moveTo>
                  <a:pt x="0" y="0"/>
                </a:moveTo>
                <a:lnTo>
                  <a:pt x="1163600" y="0"/>
                </a:lnTo>
                <a:lnTo>
                  <a:pt x="1163600" y="1164700"/>
                </a:lnTo>
                <a:lnTo>
                  <a:pt x="0" y="1164700"/>
                </a:lnTo>
                <a:lnTo>
                  <a:pt x="0" y="0"/>
                </a:lnTo>
                <a:close/>
              </a:path>
            </a:pathLst>
          </a:custGeom>
          <a:blipFill>
            <a:blip r:embed="rId11"/>
            <a:stretch>
              <a:fillRect/>
            </a:stretch>
          </a:blipFill>
        </p:spPr>
      </p:sp>
      <p:sp>
        <p:nvSpPr>
          <p:cNvPr id="16" name="Freeform 16"/>
          <p:cNvSpPr/>
          <p:nvPr/>
        </p:nvSpPr>
        <p:spPr>
          <a:xfrm>
            <a:off x="14706100" y="632550"/>
            <a:ext cx="584050" cy="585150"/>
          </a:xfrm>
          <a:custGeom>
            <a:avLst/>
            <a:gdLst/>
            <a:ahLst/>
            <a:cxnLst/>
            <a:rect l="l" t="t" r="r" b="b"/>
            <a:pathLst>
              <a:path w="584050" h="585150">
                <a:moveTo>
                  <a:pt x="0" y="0"/>
                </a:moveTo>
                <a:lnTo>
                  <a:pt x="584050" y="0"/>
                </a:lnTo>
                <a:lnTo>
                  <a:pt x="584050" y="585150"/>
                </a:lnTo>
                <a:lnTo>
                  <a:pt x="0" y="585150"/>
                </a:lnTo>
                <a:lnTo>
                  <a:pt x="0" y="0"/>
                </a:lnTo>
                <a:close/>
              </a:path>
            </a:pathLst>
          </a:custGeom>
          <a:blipFill>
            <a:blip r:embed="rId12"/>
            <a:stretch>
              <a:fillRect/>
            </a:stretch>
          </a:blipFill>
        </p:spPr>
      </p:sp>
      <p:sp>
        <p:nvSpPr>
          <p:cNvPr id="17" name="Freeform 17"/>
          <p:cNvSpPr/>
          <p:nvPr/>
        </p:nvSpPr>
        <p:spPr>
          <a:xfrm>
            <a:off x="17584600" y="642550"/>
            <a:ext cx="350000" cy="350000"/>
          </a:xfrm>
          <a:custGeom>
            <a:avLst/>
            <a:gdLst/>
            <a:ahLst/>
            <a:cxnLst/>
            <a:rect l="l" t="t" r="r" b="b"/>
            <a:pathLst>
              <a:path w="350000" h="350000">
                <a:moveTo>
                  <a:pt x="0" y="0"/>
                </a:moveTo>
                <a:lnTo>
                  <a:pt x="350000" y="0"/>
                </a:lnTo>
                <a:lnTo>
                  <a:pt x="350000" y="350000"/>
                </a:lnTo>
                <a:lnTo>
                  <a:pt x="0" y="350000"/>
                </a:lnTo>
                <a:lnTo>
                  <a:pt x="0" y="0"/>
                </a:lnTo>
                <a:close/>
              </a:path>
            </a:pathLst>
          </a:custGeom>
          <a:blipFill>
            <a:blip r:embed="rId13"/>
            <a:stretch>
              <a:fillRect/>
            </a:stretch>
          </a:blipFill>
        </p:spPr>
      </p:sp>
      <p:grpSp>
        <p:nvGrpSpPr>
          <p:cNvPr id="18" name="Group 18"/>
          <p:cNvGrpSpPr/>
          <p:nvPr/>
        </p:nvGrpSpPr>
        <p:grpSpPr>
          <a:xfrm>
            <a:off x="11658610" y="137414"/>
            <a:ext cx="577228" cy="576674"/>
            <a:chOff x="0" y="0"/>
            <a:chExt cx="769637" cy="768899"/>
          </a:xfrm>
        </p:grpSpPr>
        <p:sp>
          <p:nvSpPr>
            <p:cNvPr id="19" name="Freeform 19"/>
            <p:cNvSpPr/>
            <p:nvPr/>
          </p:nvSpPr>
          <p:spPr>
            <a:xfrm>
              <a:off x="0" y="0"/>
              <a:ext cx="769620" cy="768858"/>
            </a:xfrm>
            <a:custGeom>
              <a:avLst/>
              <a:gdLst/>
              <a:ahLst/>
              <a:cxnLst/>
              <a:rect l="l" t="t" r="r" b="b"/>
              <a:pathLst>
                <a:path w="769620" h="768858">
                  <a:moveTo>
                    <a:pt x="384810" y="0"/>
                  </a:moveTo>
                  <a:cubicBezTo>
                    <a:pt x="172212" y="0"/>
                    <a:pt x="0" y="172212"/>
                    <a:pt x="0" y="384048"/>
                  </a:cubicBezTo>
                  <a:cubicBezTo>
                    <a:pt x="0" y="596646"/>
                    <a:pt x="172212" y="768858"/>
                    <a:pt x="384810" y="768858"/>
                  </a:cubicBezTo>
                  <a:cubicBezTo>
                    <a:pt x="597408" y="768858"/>
                    <a:pt x="769620" y="596646"/>
                    <a:pt x="769620" y="384048"/>
                  </a:cubicBezTo>
                  <a:cubicBezTo>
                    <a:pt x="769620" y="172212"/>
                    <a:pt x="597408" y="0"/>
                    <a:pt x="384810" y="0"/>
                  </a:cubicBezTo>
                  <a:close/>
                </a:path>
              </a:pathLst>
            </a:custGeom>
            <a:solidFill>
              <a:srgbClr val="77C6FC"/>
            </a:solidFill>
          </p:spPr>
        </p:sp>
      </p:grpSp>
      <p:sp>
        <p:nvSpPr>
          <p:cNvPr id="20" name="Freeform 20"/>
          <p:cNvSpPr/>
          <p:nvPr/>
        </p:nvSpPr>
        <p:spPr>
          <a:xfrm>
            <a:off x="11654100" y="132350"/>
            <a:ext cx="586222" cy="586776"/>
          </a:xfrm>
          <a:custGeom>
            <a:avLst/>
            <a:gdLst/>
            <a:ahLst/>
            <a:cxnLst/>
            <a:rect l="l" t="t" r="r" b="b"/>
            <a:pathLst>
              <a:path w="586222" h="586776">
                <a:moveTo>
                  <a:pt x="0" y="0"/>
                </a:moveTo>
                <a:lnTo>
                  <a:pt x="586222" y="0"/>
                </a:lnTo>
                <a:lnTo>
                  <a:pt x="586222" y="586776"/>
                </a:lnTo>
                <a:lnTo>
                  <a:pt x="0" y="586776"/>
                </a:lnTo>
                <a:lnTo>
                  <a:pt x="0" y="0"/>
                </a:lnTo>
                <a:close/>
              </a:path>
            </a:pathLst>
          </a:custGeom>
          <a:blipFill>
            <a:blip r:embed="rId14"/>
            <a:stretch>
              <a:fillRect/>
            </a:stretch>
          </a:blipFill>
        </p:spPr>
      </p:sp>
      <p:grpSp>
        <p:nvGrpSpPr>
          <p:cNvPr id="21" name="Group 21"/>
          <p:cNvGrpSpPr/>
          <p:nvPr/>
        </p:nvGrpSpPr>
        <p:grpSpPr>
          <a:xfrm>
            <a:off x="11731588" y="210418"/>
            <a:ext cx="431252" cy="430674"/>
            <a:chOff x="0" y="0"/>
            <a:chExt cx="575003" cy="574232"/>
          </a:xfrm>
        </p:grpSpPr>
        <p:sp>
          <p:nvSpPr>
            <p:cNvPr id="22" name="Freeform 22"/>
            <p:cNvSpPr/>
            <p:nvPr/>
          </p:nvSpPr>
          <p:spPr>
            <a:xfrm>
              <a:off x="0" y="0"/>
              <a:ext cx="575056" cy="574294"/>
            </a:xfrm>
            <a:custGeom>
              <a:avLst/>
              <a:gdLst/>
              <a:ahLst/>
              <a:cxnLst/>
              <a:rect l="l" t="t" r="r" b="b"/>
              <a:pathLst>
                <a:path w="575056" h="574294">
                  <a:moveTo>
                    <a:pt x="287528" y="0"/>
                  </a:moveTo>
                  <a:cubicBezTo>
                    <a:pt x="128778" y="0"/>
                    <a:pt x="0" y="128016"/>
                    <a:pt x="0" y="286766"/>
                  </a:cubicBezTo>
                  <a:cubicBezTo>
                    <a:pt x="0" y="445516"/>
                    <a:pt x="128778" y="574294"/>
                    <a:pt x="287528" y="574294"/>
                  </a:cubicBezTo>
                  <a:cubicBezTo>
                    <a:pt x="446278" y="574294"/>
                    <a:pt x="575056" y="445516"/>
                    <a:pt x="575056" y="286766"/>
                  </a:cubicBezTo>
                  <a:cubicBezTo>
                    <a:pt x="575056" y="128016"/>
                    <a:pt x="446278" y="0"/>
                    <a:pt x="287528" y="0"/>
                  </a:cubicBezTo>
                  <a:close/>
                </a:path>
              </a:pathLst>
            </a:custGeom>
            <a:solidFill>
              <a:srgbClr val="FFFFFF"/>
            </a:solidFill>
          </p:spPr>
        </p:sp>
      </p:grpSp>
      <p:sp>
        <p:nvSpPr>
          <p:cNvPr id="23" name="Freeform 23"/>
          <p:cNvSpPr/>
          <p:nvPr/>
        </p:nvSpPr>
        <p:spPr>
          <a:xfrm>
            <a:off x="11727104" y="205354"/>
            <a:ext cx="440246" cy="440800"/>
          </a:xfrm>
          <a:custGeom>
            <a:avLst/>
            <a:gdLst/>
            <a:ahLst/>
            <a:cxnLst/>
            <a:rect l="l" t="t" r="r" b="b"/>
            <a:pathLst>
              <a:path w="440246" h="440800">
                <a:moveTo>
                  <a:pt x="0" y="0"/>
                </a:moveTo>
                <a:lnTo>
                  <a:pt x="440246" y="0"/>
                </a:lnTo>
                <a:lnTo>
                  <a:pt x="440246" y="440800"/>
                </a:lnTo>
                <a:lnTo>
                  <a:pt x="0" y="440800"/>
                </a:lnTo>
                <a:lnTo>
                  <a:pt x="0" y="0"/>
                </a:lnTo>
                <a:close/>
              </a:path>
            </a:pathLst>
          </a:custGeom>
          <a:blipFill>
            <a:blip r:embed="rId15"/>
            <a:stretch>
              <a:fillRect/>
            </a:stretch>
          </a:blipFill>
        </p:spPr>
      </p:sp>
      <p:grpSp>
        <p:nvGrpSpPr>
          <p:cNvPr id="24" name="Group 24"/>
          <p:cNvGrpSpPr/>
          <p:nvPr/>
        </p:nvGrpSpPr>
        <p:grpSpPr>
          <a:xfrm>
            <a:off x="11810764" y="289568"/>
            <a:ext cx="272354" cy="272354"/>
            <a:chOff x="0" y="0"/>
            <a:chExt cx="363139" cy="363139"/>
          </a:xfrm>
        </p:grpSpPr>
        <p:sp>
          <p:nvSpPr>
            <p:cNvPr id="25" name="Freeform 25"/>
            <p:cNvSpPr/>
            <p:nvPr/>
          </p:nvSpPr>
          <p:spPr>
            <a:xfrm>
              <a:off x="0" y="0"/>
              <a:ext cx="363093" cy="363220"/>
            </a:xfrm>
            <a:custGeom>
              <a:avLst/>
              <a:gdLst/>
              <a:ahLst/>
              <a:cxnLst/>
              <a:rect l="l" t="t" r="r" b="b"/>
              <a:pathLst>
                <a:path w="363093" h="363220">
                  <a:moveTo>
                    <a:pt x="181991" y="0"/>
                  </a:moveTo>
                  <a:cubicBezTo>
                    <a:pt x="81661" y="0"/>
                    <a:pt x="0" y="81661"/>
                    <a:pt x="0" y="181229"/>
                  </a:cubicBezTo>
                  <a:cubicBezTo>
                    <a:pt x="0" y="281559"/>
                    <a:pt x="81534" y="363220"/>
                    <a:pt x="181864" y="363220"/>
                  </a:cubicBezTo>
                  <a:cubicBezTo>
                    <a:pt x="282194" y="363220"/>
                    <a:pt x="363093" y="281559"/>
                    <a:pt x="363093" y="181229"/>
                  </a:cubicBezTo>
                  <a:cubicBezTo>
                    <a:pt x="363093" y="81661"/>
                    <a:pt x="282321" y="0"/>
                    <a:pt x="181991" y="0"/>
                  </a:cubicBezTo>
                  <a:close/>
                </a:path>
              </a:pathLst>
            </a:custGeom>
            <a:solidFill>
              <a:srgbClr val="77C6FC"/>
            </a:solidFill>
          </p:spPr>
        </p:sp>
      </p:grpSp>
      <p:sp>
        <p:nvSpPr>
          <p:cNvPr id="26" name="Freeform 26"/>
          <p:cNvSpPr/>
          <p:nvPr/>
        </p:nvSpPr>
        <p:spPr>
          <a:xfrm>
            <a:off x="11806280" y="285084"/>
            <a:ext cx="281902" cy="281348"/>
          </a:xfrm>
          <a:custGeom>
            <a:avLst/>
            <a:gdLst/>
            <a:ahLst/>
            <a:cxnLst/>
            <a:rect l="l" t="t" r="r" b="b"/>
            <a:pathLst>
              <a:path w="281902" h="281348">
                <a:moveTo>
                  <a:pt x="0" y="0"/>
                </a:moveTo>
                <a:lnTo>
                  <a:pt x="281902" y="0"/>
                </a:lnTo>
                <a:lnTo>
                  <a:pt x="281902" y="281348"/>
                </a:lnTo>
                <a:lnTo>
                  <a:pt x="0" y="281348"/>
                </a:lnTo>
                <a:lnTo>
                  <a:pt x="0" y="0"/>
                </a:lnTo>
                <a:close/>
              </a:path>
            </a:pathLst>
          </a:custGeom>
          <a:blipFill>
            <a:blip r:embed="rId16"/>
            <a:stretch>
              <a:fillRect/>
            </a:stretch>
          </a:blipFill>
        </p:spPr>
      </p:sp>
      <p:sp>
        <p:nvSpPr>
          <p:cNvPr id="27" name="Freeform 27"/>
          <p:cNvSpPr/>
          <p:nvPr/>
        </p:nvSpPr>
        <p:spPr>
          <a:xfrm>
            <a:off x="16980100" y="341750"/>
            <a:ext cx="350026" cy="54000"/>
          </a:xfrm>
          <a:custGeom>
            <a:avLst/>
            <a:gdLst/>
            <a:ahLst/>
            <a:cxnLst/>
            <a:rect l="l" t="t" r="r" b="b"/>
            <a:pathLst>
              <a:path w="350026" h="54000">
                <a:moveTo>
                  <a:pt x="0" y="0"/>
                </a:moveTo>
                <a:lnTo>
                  <a:pt x="350026" y="0"/>
                </a:lnTo>
                <a:lnTo>
                  <a:pt x="350026" y="54000"/>
                </a:lnTo>
                <a:lnTo>
                  <a:pt x="0" y="54000"/>
                </a:lnTo>
                <a:lnTo>
                  <a:pt x="0" y="0"/>
                </a:lnTo>
                <a:close/>
              </a:path>
            </a:pathLst>
          </a:custGeom>
          <a:blipFill>
            <a:blip r:embed="rId17">
              <a:extLst>
                <a:ext uri="{96DAC541-7B7A-43D3-8B79-37D633B846F1}">
                  <asvg:svgBlip xmlns:asvg="http://schemas.microsoft.com/office/drawing/2016/SVG/main" r:embed="rId18"/>
                </a:ext>
              </a:extLst>
            </a:blip>
            <a:stretch>
              <a:fillRect/>
            </a:stretch>
          </a:blipFill>
        </p:spPr>
      </p:sp>
      <p:sp>
        <p:nvSpPr>
          <p:cNvPr id="28" name="Freeform 28"/>
          <p:cNvSpPr/>
          <p:nvPr/>
        </p:nvSpPr>
        <p:spPr>
          <a:xfrm>
            <a:off x="17356700" y="3316000"/>
            <a:ext cx="350026" cy="54000"/>
          </a:xfrm>
          <a:custGeom>
            <a:avLst/>
            <a:gdLst/>
            <a:ahLst/>
            <a:cxnLst/>
            <a:rect l="l" t="t" r="r" b="b"/>
            <a:pathLst>
              <a:path w="350026" h="54000">
                <a:moveTo>
                  <a:pt x="0" y="0"/>
                </a:moveTo>
                <a:lnTo>
                  <a:pt x="350026" y="0"/>
                </a:lnTo>
                <a:lnTo>
                  <a:pt x="350026" y="54000"/>
                </a:lnTo>
                <a:lnTo>
                  <a:pt x="0" y="54000"/>
                </a:lnTo>
                <a:lnTo>
                  <a:pt x="0" y="0"/>
                </a:lnTo>
                <a:close/>
              </a:path>
            </a:pathLst>
          </a:custGeom>
          <a:blipFill>
            <a:blip r:embed="rId17">
              <a:extLst>
                <a:ext uri="{96DAC541-7B7A-43D3-8B79-37D633B846F1}">
                  <asvg:svgBlip xmlns:asvg="http://schemas.microsoft.com/office/drawing/2016/SVG/main" r:embed="rId18"/>
                </a:ext>
              </a:extLst>
            </a:blip>
            <a:stretch>
              <a:fillRect/>
            </a:stretch>
          </a:blipFill>
        </p:spPr>
      </p:sp>
      <p:sp>
        <p:nvSpPr>
          <p:cNvPr id="30" name="TextBox 29"/>
          <p:cNvSpPr txBox="1"/>
          <p:nvPr/>
        </p:nvSpPr>
        <p:spPr>
          <a:xfrm>
            <a:off x="5257800" y="4000500"/>
            <a:ext cx="8043545" cy="2461895"/>
          </a:xfrm>
          <a:prstGeom prst="rect">
            <a:avLst/>
          </a:prstGeom>
        </p:spPr>
        <p:txBody>
          <a:bodyPr wrap="square" lIns="0" tIns="0" rIns="0" bIns="0" rtlCol="0" anchor="t">
            <a:spAutoFit/>
          </a:bodyPr>
          <a:p>
            <a:pPr algn="ctr">
              <a:lnSpc>
                <a:spcPts val="9600"/>
              </a:lnSpc>
            </a:pPr>
            <a:r>
              <a:rPr lang="en-US" sz="6000">
                <a:solidFill>
                  <a:srgbClr val="494949"/>
                </a:solidFill>
                <a:latin typeface="Prompt" panose="00000500000000000000"/>
              </a:rPr>
              <a:t>KẾT LUẬN </a:t>
            </a:r>
            <a:endParaRPr lang="en-US" sz="6000">
              <a:solidFill>
                <a:srgbClr val="494949"/>
              </a:solidFill>
              <a:latin typeface="Prompt" panose="00000500000000000000"/>
            </a:endParaRPr>
          </a:p>
          <a:p>
            <a:pPr algn="ctr">
              <a:lnSpc>
                <a:spcPts val="9600"/>
              </a:lnSpc>
            </a:pPr>
            <a:r>
              <a:rPr lang="en-US" sz="6000">
                <a:solidFill>
                  <a:srgbClr val="494949"/>
                </a:solidFill>
                <a:latin typeface="Prompt" panose="00000500000000000000"/>
              </a:rPr>
              <a:t>TÀI LIỆU THAM KHẢO</a:t>
            </a:r>
            <a:endParaRPr lang="en-US" sz="6000">
              <a:solidFill>
                <a:srgbClr val="494949"/>
              </a:solidFill>
              <a:latin typeface="Prompt" panose="00000500000000000000"/>
            </a:endParaRPr>
          </a:p>
        </p:txBody>
      </p:sp>
      <p:sp>
        <p:nvSpPr>
          <p:cNvPr id="31" name="TextBox 30"/>
          <p:cNvSpPr txBox="1"/>
          <p:nvPr/>
        </p:nvSpPr>
        <p:spPr>
          <a:xfrm>
            <a:off x="6035025" y="2328951"/>
            <a:ext cx="5752350" cy="1246505"/>
          </a:xfrm>
          <a:prstGeom prst="rect">
            <a:avLst/>
          </a:prstGeom>
        </p:spPr>
        <p:txBody>
          <a:bodyPr lIns="0" tIns="0" rIns="0" bIns="0" rtlCol="0" anchor="t">
            <a:spAutoFit/>
          </a:bodyPr>
          <a:p>
            <a:pPr algn="ctr">
              <a:lnSpc>
                <a:spcPts val="9720"/>
              </a:lnSpc>
            </a:pPr>
            <a:r>
              <a:rPr lang="en-US" sz="8100">
                <a:solidFill>
                  <a:srgbClr val="494949"/>
                </a:solidFill>
                <a:latin typeface="Prompt Bold" panose="00000800000000000000"/>
              </a:rPr>
              <a:t>CHƯƠNG 5</a:t>
            </a:r>
            <a:endParaRPr lang="en-US" sz="8100">
              <a:solidFill>
                <a:srgbClr val="494949"/>
              </a:solidFill>
              <a:latin typeface="Prompt Bold" panose="00000800000000000000"/>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9" name="TextBox 29"/>
          <p:cNvSpPr txBox="1"/>
          <p:nvPr/>
        </p:nvSpPr>
        <p:spPr>
          <a:xfrm>
            <a:off x="1371708" y="2580005"/>
            <a:ext cx="14500321" cy="5649595"/>
          </a:xfrm>
          <a:prstGeom prst="rect">
            <a:avLst/>
          </a:prstGeom>
        </p:spPr>
        <p:txBody>
          <a:bodyPr lIns="0" tIns="0" rIns="0" bIns="0" rtlCol="0" anchor="t">
            <a:spAutoFit/>
          </a:bodyPr>
          <a:p>
            <a:pPr marL="802640" lvl="1" indent="-457200" algn="just">
              <a:lnSpc>
                <a:spcPts val="4895"/>
              </a:lnSpc>
              <a:buFont typeface="Arial" panose="020B0604020202020204" pitchFamily="34" charset="0"/>
              <a:buChar char="•"/>
            </a:pPr>
            <a:r>
              <a:rPr lang="en-US" sz="3200">
                <a:solidFill>
                  <a:srgbClr val="000000"/>
                </a:solidFill>
                <a:latin typeface="Faustina" panose="00000500000000000000"/>
              </a:rPr>
              <a:t>Khảo sát chi tiết về ưu, nhược điểm của thị trường cũng như cơ cấu tổ chức, đánh giá hiện trạng để xây dựng phần mềm hợp lý, tối ưu, đáp ứng yêu cầu quản lý nhà hàng. Tìm hiểu, phân tích các biểu mẫu có sẵn để xây dựng giao diện thân thiện, khoa học.</a:t>
            </a:r>
            <a:endParaRPr lang="en-US" sz="3200">
              <a:solidFill>
                <a:srgbClr val="000000"/>
              </a:solidFill>
              <a:latin typeface="Faustina" panose="00000500000000000000"/>
            </a:endParaRPr>
          </a:p>
          <a:p>
            <a:pPr marL="802640" lvl="1" indent="-457200" algn="just">
              <a:lnSpc>
                <a:spcPts val="4895"/>
              </a:lnSpc>
              <a:buFont typeface="Arial" panose="020B0604020202020204" pitchFamily="34" charset="0"/>
              <a:buChar char="•"/>
            </a:pPr>
            <a:r>
              <a:rPr lang="en-US" sz="3200">
                <a:solidFill>
                  <a:srgbClr val="000000"/>
                </a:solidFill>
                <a:latin typeface="Faustina" panose="00000500000000000000"/>
              </a:rPr>
              <a:t>Phân tích hệ thống ở cả hai phương diện xử lý và dữ liệu. Về xử lý, nhóm đã xây dựng được các sơ đồ chức năng của hệ thống. Về dữ liệu, nhóm đã khảo sát và phân tích để lập ra bộ dữ liệu phù hợp với người dùng.</a:t>
            </a:r>
            <a:endParaRPr lang="en-US" sz="3200">
              <a:solidFill>
                <a:srgbClr val="000000"/>
              </a:solidFill>
              <a:latin typeface="Faustina" panose="00000500000000000000"/>
            </a:endParaRPr>
          </a:p>
          <a:p>
            <a:pPr marL="802640" lvl="1" indent="-457200" algn="just">
              <a:lnSpc>
                <a:spcPts val="4895"/>
              </a:lnSpc>
              <a:buFont typeface="Arial" panose="020B0604020202020204" pitchFamily="34" charset="0"/>
              <a:buChar char="•"/>
            </a:pPr>
            <a:r>
              <a:rPr lang="en-US" sz="3200">
                <a:solidFill>
                  <a:srgbClr val="000000"/>
                </a:solidFill>
                <a:latin typeface="Faustina" panose="00000500000000000000"/>
              </a:rPr>
              <a:t>Chương trình được thiết kế đơn giản, dễ cài đặt và sử dụng, truy cập dữ liệu nhanh chóng, chính xác và thao tác đơn giản.</a:t>
            </a:r>
            <a:endParaRPr lang="en-US" sz="3200">
              <a:solidFill>
                <a:srgbClr val="000000"/>
              </a:solidFill>
              <a:latin typeface="Faustina" panose="00000500000000000000"/>
            </a:endParaRPr>
          </a:p>
        </p:txBody>
      </p:sp>
      <p:sp>
        <p:nvSpPr>
          <p:cNvPr id="35" name="TextBox 15"/>
          <p:cNvSpPr txBox="1"/>
          <p:nvPr/>
        </p:nvSpPr>
        <p:spPr>
          <a:xfrm>
            <a:off x="1904961" y="1180978"/>
            <a:ext cx="15210150" cy="861695"/>
          </a:xfrm>
          <a:prstGeom prst="rect">
            <a:avLst/>
          </a:prstGeom>
        </p:spPr>
        <p:txBody>
          <a:bodyPr lIns="0" tIns="0" rIns="0" bIns="0" rtlCol="0" anchor="t">
            <a:spAutoFit/>
          </a:bodyPr>
          <a:p>
            <a:pPr algn="just">
              <a:lnSpc>
                <a:spcPts val="6720"/>
              </a:lnSpc>
            </a:pPr>
            <a:r>
              <a:rPr lang="en-US" sz="5600">
                <a:solidFill>
                  <a:srgbClr val="494949"/>
                </a:solidFill>
                <a:latin typeface="Arimo Bold" panose="020B0704020202020204"/>
              </a:rPr>
              <a:t>KẾT QUẢ ĐẠT ĐƯỢC</a:t>
            </a:r>
            <a:endParaRPr lang="en-US" sz="5600">
              <a:solidFill>
                <a:srgbClr val="494949"/>
              </a:solidFill>
              <a:latin typeface="Arimo Bold" panose="020B0704020202020204"/>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9" name="TextBox 29"/>
          <p:cNvSpPr txBox="1"/>
          <p:nvPr/>
        </p:nvSpPr>
        <p:spPr>
          <a:xfrm>
            <a:off x="1371600" y="3695700"/>
            <a:ext cx="15389225" cy="2215515"/>
          </a:xfrm>
          <a:prstGeom prst="rect">
            <a:avLst/>
          </a:prstGeom>
        </p:spPr>
        <p:txBody>
          <a:bodyPr wrap="square" lIns="0" tIns="0" rIns="0" bIns="0" rtlCol="0" anchor="t">
            <a:spAutoFit/>
          </a:bodyPr>
          <a:p>
            <a:pPr marL="802640" lvl="1" indent="-457200" algn="just">
              <a:lnSpc>
                <a:spcPct val="150000"/>
              </a:lnSpc>
              <a:buFont typeface="Arial" panose="020B0604020202020204" pitchFamily="34" charset="0"/>
              <a:buChar char="•"/>
            </a:pPr>
            <a:r>
              <a:rPr lang="en-US" sz="3200">
                <a:solidFill>
                  <a:srgbClr val="000000"/>
                </a:solidFill>
                <a:latin typeface="Faustina" panose="00000500000000000000"/>
              </a:rPr>
              <a:t>Chưa đầy đủ các chức năng quản lý: Phần mềm hiện tại chỉ bao gồm các chức năng quản lý cơ bản như quản lý bán hàng, nhân viên, món ăn và thống kê. </a:t>
            </a:r>
            <a:endParaRPr lang="en-US" sz="3200">
              <a:solidFill>
                <a:srgbClr val="000000"/>
              </a:solidFill>
              <a:latin typeface="Faustina" panose="00000500000000000000"/>
            </a:endParaRPr>
          </a:p>
          <a:p>
            <a:pPr marL="802640" lvl="1" indent="-457200" algn="just">
              <a:lnSpc>
                <a:spcPct val="150000"/>
              </a:lnSpc>
              <a:buFont typeface="Arial" panose="020B0604020202020204" pitchFamily="34" charset="0"/>
              <a:buChar char="•"/>
            </a:pPr>
            <a:r>
              <a:rPr lang="en-US" sz="3200">
                <a:solidFill>
                  <a:srgbClr val="000000"/>
                </a:solidFill>
                <a:latin typeface="Faustina" panose="00000500000000000000"/>
              </a:rPr>
              <a:t>Giao diện người dùng còn khá đơn giản, chưa được tối ưu để dễ sử dụng hơn. </a:t>
            </a:r>
            <a:endParaRPr lang="en-US" sz="3200">
              <a:solidFill>
                <a:srgbClr val="000000"/>
              </a:solidFill>
              <a:latin typeface="Faustina" panose="00000500000000000000"/>
            </a:endParaRPr>
          </a:p>
        </p:txBody>
      </p:sp>
      <p:sp>
        <p:nvSpPr>
          <p:cNvPr id="35" name="TextBox 15"/>
          <p:cNvSpPr txBox="1"/>
          <p:nvPr/>
        </p:nvSpPr>
        <p:spPr>
          <a:xfrm>
            <a:off x="1981161" y="2139828"/>
            <a:ext cx="15210150" cy="861695"/>
          </a:xfrm>
          <a:prstGeom prst="rect">
            <a:avLst/>
          </a:prstGeom>
        </p:spPr>
        <p:txBody>
          <a:bodyPr lIns="0" tIns="0" rIns="0" bIns="0" rtlCol="0" anchor="t">
            <a:spAutoFit/>
          </a:bodyPr>
          <a:p>
            <a:pPr algn="just">
              <a:lnSpc>
                <a:spcPts val="6720"/>
              </a:lnSpc>
            </a:pPr>
            <a:r>
              <a:rPr lang="en-US" sz="5600">
                <a:solidFill>
                  <a:srgbClr val="494949"/>
                </a:solidFill>
                <a:latin typeface="Arimo Bold" panose="020B0704020202020204"/>
              </a:rPr>
              <a:t>HẠN CHẾ</a:t>
            </a:r>
            <a:endParaRPr lang="en-US" sz="5600">
              <a:solidFill>
                <a:srgbClr val="494949"/>
              </a:solidFill>
              <a:latin typeface="Arimo Bold" panose="020B0704020202020204"/>
            </a:endParaRPr>
          </a:p>
        </p:txBody>
      </p:sp>
      <p:sp>
        <p:nvSpPr>
          <p:cNvPr id="12" name="AutoShape 12"/>
          <p:cNvSpPr/>
          <p:nvPr/>
        </p:nvSpPr>
        <p:spPr>
          <a:xfrm rot="527648">
            <a:off x="11962564" y="677900"/>
            <a:ext cx="3064071" cy="0"/>
          </a:xfrm>
          <a:prstGeom prst="line">
            <a:avLst/>
          </a:prstGeom>
          <a:ln w="9525" cap="rnd">
            <a:solidFill>
              <a:srgbClr val="595959"/>
            </a:solidFill>
            <a:prstDash val="solid"/>
            <a:headEnd type="none" w="sm" len="sm"/>
            <a:tailEnd type="none" w="sm" len="sm"/>
          </a:ln>
        </p:spPr>
      </p:sp>
      <p:sp>
        <p:nvSpPr>
          <p:cNvPr id="13" name="AutoShape 13"/>
          <p:cNvSpPr/>
          <p:nvPr/>
        </p:nvSpPr>
        <p:spPr>
          <a:xfrm rot="2514251">
            <a:off x="14728026" y="1659100"/>
            <a:ext cx="2254648" cy="0"/>
          </a:xfrm>
          <a:prstGeom prst="line">
            <a:avLst/>
          </a:prstGeom>
          <a:ln w="9525" cap="rnd">
            <a:solidFill>
              <a:srgbClr val="595959"/>
            </a:solidFill>
            <a:prstDash val="solid"/>
            <a:headEnd type="none" w="sm" len="sm"/>
            <a:tailEnd type="none" w="sm" len="sm"/>
          </a:ln>
        </p:spPr>
      </p:sp>
      <p:sp>
        <p:nvSpPr>
          <p:cNvPr id="14" name="AutoShape 14"/>
          <p:cNvSpPr/>
          <p:nvPr/>
        </p:nvSpPr>
        <p:spPr>
          <a:xfrm rot="7436612">
            <a:off x="16050933" y="1174750"/>
            <a:ext cx="2887035" cy="0"/>
          </a:xfrm>
          <a:prstGeom prst="line">
            <a:avLst/>
          </a:prstGeom>
          <a:ln w="9525" cap="rnd">
            <a:solidFill>
              <a:srgbClr val="595959"/>
            </a:solidFill>
            <a:prstDash val="solid"/>
            <a:headEnd type="none" w="sm" len="sm"/>
            <a:tailEnd type="none" w="sm" len="sm"/>
          </a:ln>
        </p:spPr>
      </p:sp>
      <p:sp>
        <p:nvSpPr>
          <p:cNvPr id="15" name="Freeform 15"/>
          <p:cNvSpPr/>
          <p:nvPr/>
        </p:nvSpPr>
        <p:spPr>
          <a:xfrm>
            <a:off x="16128550" y="2080500"/>
            <a:ext cx="1163600" cy="1164700"/>
          </a:xfrm>
          <a:custGeom>
            <a:avLst/>
            <a:gdLst/>
            <a:ahLst/>
            <a:cxnLst/>
            <a:rect l="l" t="t" r="r" b="b"/>
            <a:pathLst>
              <a:path w="1163600" h="1164700">
                <a:moveTo>
                  <a:pt x="0" y="0"/>
                </a:moveTo>
                <a:lnTo>
                  <a:pt x="1163600" y="0"/>
                </a:lnTo>
                <a:lnTo>
                  <a:pt x="1163600" y="1164700"/>
                </a:lnTo>
                <a:lnTo>
                  <a:pt x="0" y="1164700"/>
                </a:lnTo>
                <a:lnTo>
                  <a:pt x="0" y="0"/>
                </a:lnTo>
                <a:close/>
              </a:path>
            </a:pathLst>
          </a:custGeom>
          <a:blipFill>
            <a:blip r:embed="rId1"/>
            <a:stretch>
              <a:fillRect/>
            </a:stretch>
          </a:blipFill>
        </p:spPr>
      </p:sp>
      <p:sp>
        <p:nvSpPr>
          <p:cNvPr id="16" name="Freeform 16"/>
          <p:cNvSpPr/>
          <p:nvPr/>
        </p:nvSpPr>
        <p:spPr>
          <a:xfrm>
            <a:off x="14706100" y="632550"/>
            <a:ext cx="584050" cy="585150"/>
          </a:xfrm>
          <a:custGeom>
            <a:avLst/>
            <a:gdLst/>
            <a:ahLst/>
            <a:cxnLst/>
            <a:rect l="l" t="t" r="r" b="b"/>
            <a:pathLst>
              <a:path w="584050" h="585150">
                <a:moveTo>
                  <a:pt x="0" y="0"/>
                </a:moveTo>
                <a:lnTo>
                  <a:pt x="584050" y="0"/>
                </a:lnTo>
                <a:lnTo>
                  <a:pt x="584050" y="585150"/>
                </a:lnTo>
                <a:lnTo>
                  <a:pt x="0" y="585150"/>
                </a:lnTo>
                <a:lnTo>
                  <a:pt x="0" y="0"/>
                </a:lnTo>
                <a:close/>
              </a:path>
            </a:pathLst>
          </a:custGeom>
          <a:blipFill>
            <a:blip r:embed="rId2"/>
            <a:stretch>
              <a:fillRect/>
            </a:stretch>
          </a:blipFill>
        </p:spPr>
      </p:sp>
      <p:sp>
        <p:nvSpPr>
          <p:cNvPr id="17" name="Freeform 17"/>
          <p:cNvSpPr/>
          <p:nvPr/>
        </p:nvSpPr>
        <p:spPr>
          <a:xfrm>
            <a:off x="17584600" y="642550"/>
            <a:ext cx="350000" cy="350000"/>
          </a:xfrm>
          <a:custGeom>
            <a:avLst/>
            <a:gdLst/>
            <a:ahLst/>
            <a:cxnLst/>
            <a:rect l="l" t="t" r="r" b="b"/>
            <a:pathLst>
              <a:path w="350000" h="350000">
                <a:moveTo>
                  <a:pt x="0" y="0"/>
                </a:moveTo>
                <a:lnTo>
                  <a:pt x="350000" y="0"/>
                </a:lnTo>
                <a:lnTo>
                  <a:pt x="350000" y="350000"/>
                </a:lnTo>
                <a:lnTo>
                  <a:pt x="0" y="350000"/>
                </a:lnTo>
                <a:lnTo>
                  <a:pt x="0" y="0"/>
                </a:lnTo>
                <a:close/>
              </a:path>
            </a:pathLst>
          </a:custGeom>
          <a:blipFill>
            <a:blip r:embed="rId3"/>
            <a:stretch>
              <a:fillRect/>
            </a:stretch>
          </a:blipFill>
        </p:spPr>
      </p:sp>
      <p:grpSp>
        <p:nvGrpSpPr>
          <p:cNvPr id="18" name="Group 18"/>
          <p:cNvGrpSpPr/>
          <p:nvPr/>
        </p:nvGrpSpPr>
        <p:grpSpPr>
          <a:xfrm>
            <a:off x="11658610" y="137414"/>
            <a:ext cx="577228" cy="576674"/>
            <a:chOff x="0" y="0"/>
            <a:chExt cx="769637" cy="768899"/>
          </a:xfrm>
        </p:grpSpPr>
        <p:sp>
          <p:nvSpPr>
            <p:cNvPr id="19" name="Freeform 19"/>
            <p:cNvSpPr/>
            <p:nvPr/>
          </p:nvSpPr>
          <p:spPr>
            <a:xfrm>
              <a:off x="0" y="0"/>
              <a:ext cx="769620" cy="768858"/>
            </a:xfrm>
            <a:custGeom>
              <a:avLst/>
              <a:gdLst/>
              <a:ahLst/>
              <a:cxnLst/>
              <a:rect l="l" t="t" r="r" b="b"/>
              <a:pathLst>
                <a:path w="769620" h="768858">
                  <a:moveTo>
                    <a:pt x="384810" y="0"/>
                  </a:moveTo>
                  <a:cubicBezTo>
                    <a:pt x="172212" y="0"/>
                    <a:pt x="0" y="172212"/>
                    <a:pt x="0" y="384048"/>
                  </a:cubicBezTo>
                  <a:cubicBezTo>
                    <a:pt x="0" y="596646"/>
                    <a:pt x="172212" y="768858"/>
                    <a:pt x="384810" y="768858"/>
                  </a:cubicBezTo>
                  <a:cubicBezTo>
                    <a:pt x="597408" y="768858"/>
                    <a:pt x="769620" y="596646"/>
                    <a:pt x="769620" y="384048"/>
                  </a:cubicBezTo>
                  <a:cubicBezTo>
                    <a:pt x="769620" y="172212"/>
                    <a:pt x="597408" y="0"/>
                    <a:pt x="384810" y="0"/>
                  </a:cubicBezTo>
                  <a:close/>
                </a:path>
              </a:pathLst>
            </a:custGeom>
            <a:solidFill>
              <a:srgbClr val="77C6FC"/>
            </a:solidFill>
          </p:spPr>
        </p:sp>
      </p:grpSp>
      <p:sp>
        <p:nvSpPr>
          <p:cNvPr id="20" name="Freeform 20"/>
          <p:cNvSpPr/>
          <p:nvPr/>
        </p:nvSpPr>
        <p:spPr>
          <a:xfrm>
            <a:off x="11654100" y="132350"/>
            <a:ext cx="586222" cy="586776"/>
          </a:xfrm>
          <a:custGeom>
            <a:avLst/>
            <a:gdLst/>
            <a:ahLst/>
            <a:cxnLst/>
            <a:rect l="l" t="t" r="r" b="b"/>
            <a:pathLst>
              <a:path w="586222" h="586776">
                <a:moveTo>
                  <a:pt x="0" y="0"/>
                </a:moveTo>
                <a:lnTo>
                  <a:pt x="586222" y="0"/>
                </a:lnTo>
                <a:lnTo>
                  <a:pt x="586222" y="586776"/>
                </a:lnTo>
                <a:lnTo>
                  <a:pt x="0" y="586776"/>
                </a:lnTo>
                <a:lnTo>
                  <a:pt x="0" y="0"/>
                </a:lnTo>
                <a:close/>
              </a:path>
            </a:pathLst>
          </a:custGeom>
          <a:blipFill>
            <a:blip r:embed="rId4"/>
            <a:stretch>
              <a:fillRect/>
            </a:stretch>
          </a:blipFill>
        </p:spPr>
      </p:sp>
      <p:grpSp>
        <p:nvGrpSpPr>
          <p:cNvPr id="21" name="Group 21"/>
          <p:cNvGrpSpPr/>
          <p:nvPr/>
        </p:nvGrpSpPr>
        <p:grpSpPr>
          <a:xfrm>
            <a:off x="11731588" y="210418"/>
            <a:ext cx="431252" cy="430674"/>
            <a:chOff x="0" y="0"/>
            <a:chExt cx="575003" cy="574232"/>
          </a:xfrm>
        </p:grpSpPr>
        <p:sp>
          <p:nvSpPr>
            <p:cNvPr id="22" name="Freeform 22"/>
            <p:cNvSpPr/>
            <p:nvPr/>
          </p:nvSpPr>
          <p:spPr>
            <a:xfrm>
              <a:off x="0" y="0"/>
              <a:ext cx="575056" cy="574294"/>
            </a:xfrm>
            <a:custGeom>
              <a:avLst/>
              <a:gdLst/>
              <a:ahLst/>
              <a:cxnLst/>
              <a:rect l="l" t="t" r="r" b="b"/>
              <a:pathLst>
                <a:path w="575056" h="574294">
                  <a:moveTo>
                    <a:pt x="287528" y="0"/>
                  </a:moveTo>
                  <a:cubicBezTo>
                    <a:pt x="128778" y="0"/>
                    <a:pt x="0" y="128016"/>
                    <a:pt x="0" y="286766"/>
                  </a:cubicBezTo>
                  <a:cubicBezTo>
                    <a:pt x="0" y="445516"/>
                    <a:pt x="128778" y="574294"/>
                    <a:pt x="287528" y="574294"/>
                  </a:cubicBezTo>
                  <a:cubicBezTo>
                    <a:pt x="446278" y="574294"/>
                    <a:pt x="575056" y="445516"/>
                    <a:pt x="575056" y="286766"/>
                  </a:cubicBezTo>
                  <a:cubicBezTo>
                    <a:pt x="575056" y="128016"/>
                    <a:pt x="446278" y="0"/>
                    <a:pt x="287528" y="0"/>
                  </a:cubicBezTo>
                  <a:close/>
                </a:path>
              </a:pathLst>
            </a:custGeom>
            <a:solidFill>
              <a:srgbClr val="FFFFFF"/>
            </a:solidFill>
          </p:spPr>
        </p:sp>
      </p:grpSp>
      <p:sp>
        <p:nvSpPr>
          <p:cNvPr id="23" name="Freeform 23"/>
          <p:cNvSpPr/>
          <p:nvPr/>
        </p:nvSpPr>
        <p:spPr>
          <a:xfrm>
            <a:off x="11727104" y="205354"/>
            <a:ext cx="440246" cy="440800"/>
          </a:xfrm>
          <a:custGeom>
            <a:avLst/>
            <a:gdLst/>
            <a:ahLst/>
            <a:cxnLst/>
            <a:rect l="l" t="t" r="r" b="b"/>
            <a:pathLst>
              <a:path w="440246" h="440800">
                <a:moveTo>
                  <a:pt x="0" y="0"/>
                </a:moveTo>
                <a:lnTo>
                  <a:pt x="440246" y="0"/>
                </a:lnTo>
                <a:lnTo>
                  <a:pt x="440246" y="440800"/>
                </a:lnTo>
                <a:lnTo>
                  <a:pt x="0" y="440800"/>
                </a:lnTo>
                <a:lnTo>
                  <a:pt x="0" y="0"/>
                </a:lnTo>
                <a:close/>
              </a:path>
            </a:pathLst>
          </a:custGeom>
          <a:blipFill>
            <a:blip r:embed="rId5"/>
            <a:stretch>
              <a:fillRect/>
            </a:stretch>
          </a:blipFill>
        </p:spPr>
      </p:sp>
      <p:grpSp>
        <p:nvGrpSpPr>
          <p:cNvPr id="24" name="Group 24"/>
          <p:cNvGrpSpPr/>
          <p:nvPr/>
        </p:nvGrpSpPr>
        <p:grpSpPr>
          <a:xfrm>
            <a:off x="11810764" y="289568"/>
            <a:ext cx="272354" cy="272354"/>
            <a:chOff x="0" y="0"/>
            <a:chExt cx="363139" cy="363139"/>
          </a:xfrm>
        </p:grpSpPr>
        <p:sp>
          <p:nvSpPr>
            <p:cNvPr id="25" name="Freeform 25"/>
            <p:cNvSpPr/>
            <p:nvPr/>
          </p:nvSpPr>
          <p:spPr>
            <a:xfrm>
              <a:off x="0" y="0"/>
              <a:ext cx="363093" cy="363220"/>
            </a:xfrm>
            <a:custGeom>
              <a:avLst/>
              <a:gdLst/>
              <a:ahLst/>
              <a:cxnLst/>
              <a:rect l="l" t="t" r="r" b="b"/>
              <a:pathLst>
                <a:path w="363093" h="363220">
                  <a:moveTo>
                    <a:pt x="181991" y="0"/>
                  </a:moveTo>
                  <a:cubicBezTo>
                    <a:pt x="81661" y="0"/>
                    <a:pt x="0" y="81661"/>
                    <a:pt x="0" y="181229"/>
                  </a:cubicBezTo>
                  <a:cubicBezTo>
                    <a:pt x="0" y="281559"/>
                    <a:pt x="81534" y="363220"/>
                    <a:pt x="181864" y="363220"/>
                  </a:cubicBezTo>
                  <a:cubicBezTo>
                    <a:pt x="282194" y="363220"/>
                    <a:pt x="363093" y="281559"/>
                    <a:pt x="363093" y="181229"/>
                  </a:cubicBezTo>
                  <a:cubicBezTo>
                    <a:pt x="363093" y="81661"/>
                    <a:pt x="282321" y="0"/>
                    <a:pt x="181991" y="0"/>
                  </a:cubicBezTo>
                  <a:close/>
                </a:path>
              </a:pathLst>
            </a:custGeom>
            <a:solidFill>
              <a:srgbClr val="77C6FC"/>
            </a:solidFill>
          </p:spPr>
        </p:sp>
      </p:grpSp>
      <p:sp>
        <p:nvSpPr>
          <p:cNvPr id="26" name="Freeform 26"/>
          <p:cNvSpPr/>
          <p:nvPr/>
        </p:nvSpPr>
        <p:spPr>
          <a:xfrm>
            <a:off x="11806280" y="285084"/>
            <a:ext cx="281902" cy="281348"/>
          </a:xfrm>
          <a:custGeom>
            <a:avLst/>
            <a:gdLst/>
            <a:ahLst/>
            <a:cxnLst/>
            <a:rect l="l" t="t" r="r" b="b"/>
            <a:pathLst>
              <a:path w="281902" h="281348">
                <a:moveTo>
                  <a:pt x="0" y="0"/>
                </a:moveTo>
                <a:lnTo>
                  <a:pt x="281902" y="0"/>
                </a:lnTo>
                <a:lnTo>
                  <a:pt x="281902" y="281348"/>
                </a:lnTo>
                <a:lnTo>
                  <a:pt x="0" y="281348"/>
                </a:lnTo>
                <a:lnTo>
                  <a:pt x="0" y="0"/>
                </a:lnTo>
                <a:close/>
              </a:path>
            </a:pathLst>
          </a:custGeom>
          <a:blipFill>
            <a:blip r:embed="rId6"/>
            <a:stretch>
              <a:fillRect/>
            </a:stretch>
          </a:blipFill>
        </p:spPr>
      </p:sp>
      <p:sp>
        <p:nvSpPr>
          <p:cNvPr id="27" name="Freeform 27"/>
          <p:cNvSpPr/>
          <p:nvPr/>
        </p:nvSpPr>
        <p:spPr>
          <a:xfrm>
            <a:off x="16980100" y="341750"/>
            <a:ext cx="350026" cy="54000"/>
          </a:xfrm>
          <a:custGeom>
            <a:avLst/>
            <a:gdLst/>
            <a:ahLst/>
            <a:cxnLst/>
            <a:rect l="l" t="t" r="r" b="b"/>
            <a:pathLst>
              <a:path w="350026" h="54000">
                <a:moveTo>
                  <a:pt x="0" y="0"/>
                </a:moveTo>
                <a:lnTo>
                  <a:pt x="350026" y="0"/>
                </a:lnTo>
                <a:lnTo>
                  <a:pt x="350026" y="54000"/>
                </a:lnTo>
                <a:lnTo>
                  <a:pt x="0" y="54000"/>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sp>
      <p:sp>
        <p:nvSpPr>
          <p:cNvPr id="28" name="Freeform 28"/>
          <p:cNvSpPr/>
          <p:nvPr/>
        </p:nvSpPr>
        <p:spPr>
          <a:xfrm>
            <a:off x="17356700" y="3316000"/>
            <a:ext cx="350026" cy="54000"/>
          </a:xfrm>
          <a:custGeom>
            <a:avLst/>
            <a:gdLst/>
            <a:ahLst/>
            <a:cxnLst/>
            <a:rect l="l" t="t" r="r" b="b"/>
            <a:pathLst>
              <a:path w="350026" h="54000">
                <a:moveTo>
                  <a:pt x="0" y="0"/>
                </a:moveTo>
                <a:lnTo>
                  <a:pt x="350026" y="0"/>
                </a:lnTo>
                <a:lnTo>
                  <a:pt x="350026" y="54000"/>
                </a:lnTo>
                <a:lnTo>
                  <a:pt x="0" y="54000"/>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sp>
      <p:sp>
        <p:nvSpPr>
          <p:cNvPr id="3" name="AutoShape 3"/>
          <p:cNvSpPr/>
          <p:nvPr/>
        </p:nvSpPr>
        <p:spPr>
          <a:xfrm rot="927057">
            <a:off x="5756197" y="9332450"/>
            <a:ext cx="2370938" cy="0"/>
          </a:xfrm>
          <a:prstGeom prst="line">
            <a:avLst/>
          </a:prstGeom>
          <a:ln w="9525" cap="rnd">
            <a:solidFill>
              <a:srgbClr val="595959"/>
            </a:solidFill>
            <a:prstDash val="solid"/>
            <a:headEnd type="none" w="sm" len="sm"/>
            <a:tailEnd type="none" w="sm" len="sm"/>
          </a:ln>
        </p:spPr>
      </p:sp>
      <p:sp>
        <p:nvSpPr>
          <p:cNvPr id="4" name="AutoShape 4"/>
          <p:cNvSpPr/>
          <p:nvPr/>
        </p:nvSpPr>
        <p:spPr>
          <a:xfrm rot="9989267">
            <a:off x="3076160" y="9299950"/>
            <a:ext cx="2780411" cy="0"/>
          </a:xfrm>
          <a:prstGeom prst="line">
            <a:avLst/>
          </a:prstGeom>
          <a:ln w="9525" cap="rnd">
            <a:solidFill>
              <a:srgbClr val="595959"/>
            </a:solidFill>
            <a:prstDash val="solid"/>
            <a:headEnd type="none" w="sm" len="sm"/>
            <a:tailEnd type="none" w="sm" len="sm"/>
          </a:ln>
        </p:spPr>
      </p:sp>
      <p:sp>
        <p:nvSpPr>
          <p:cNvPr id="5" name="AutoShape 5"/>
          <p:cNvSpPr/>
          <p:nvPr/>
        </p:nvSpPr>
        <p:spPr>
          <a:xfrm rot="999997">
            <a:off x="450762" y="9208100"/>
            <a:ext cx="2800708" cy="0"/>
          </a:xfrm>
          <a:prstGeom prst="line">
            <a:avLst/>
          </a:prstGeom>
          <a:ln w="9525" cap="rnd">
            <a:solidFill>
              <a:srgbClr val="595959"/>
            </a:solidFill>
            <a:prstDash val="solid"/>
            <a:headEnd type="none" w="sm" len="sm"/>
            <a:tailEnd type="none" w="sm" len="sm"/>
          </a:ln>
        </p:spPr>
      </p:sp>
      <p:sp>
        <p:nvSpPr>
          <p:cNvPr id="6" name="AutoShape 6"/>
          <p:cNvSpPr/>
          <p:nvPr/>
        </p:nvSpPr>
        <p:spPr>
          <a:xfrm rot="3346380">
            <a:off x="-243725" y="8394200"/>
            <a:ext cx="1007782" cy="0"/>
          </a:xfrm>
          <a:prstGeom prst="line">
            <a:avLst/>
          </a:prstGeom>
          <a:ln w="9525" cap="rnd">
            <a:solidFill>
              <a:srgbClr val="595959"/>
            </a:solidFill>
            <a:prstDash val="solid"/>
            <a:headEnd type="none" w="sm" len="sm"/>
            <a:tailEnd type="none" w="sm" len="sm"/>
          </a:ln>
        </p:spPr>
      </p:sp>
      <p:sp>
        <p:nvSpPr>
          <p:cNvPr id="7" name="Freeform 7"/>
          <p:cNvSpPr/>
          <p:nvPr/>
        </p:nvSpPr>
        <p:spPr>
          <a:xfrm>
            <a:off x="2556666" y="9026150"/>
            <a:ext cx="1163600" cy="1164700"/>
          </a:xfrm>
          <a:custGeom>
            <a:avLst/>
            <a:gdLst/>
            <a:ahLst/>
            <a:cxnLst/>
            <a:rect l="l" t="t" r="r" b="b"/>
            <a:pathLst>
              <a:path w="1163600" h="1164700">
                <a:moveTo>
                  <a:pt x="0" y="0"/>
                </a:moveTo>
                <a:lnTo>
                  <a:pt x="1163600" y="0"/>
                </a:lnTo>
                <a:lnTo>
                  <a:pt x="1163600" y="1164700"/>
                </a:lnTo>
                <a:lnTo>
                  <a:pt x="0" y="1164700"/>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sp>
      <p:sp>
        <p:nvSpPr>
          <p:cNvPr id="8" name="Freeform 8"/>
          <p:cNvSpPr/>
          <p:nvPr/>
        </p:nvSpPr>
        <p:spPr>
          <a:xfrm>
            <a:off x="5495216" y="8680926"/>
            <a:ext cx="584050" cy="585150"/>
          </a:xfrm>
          <a:custGeom>
            <a:avLst/>
            <a:gdLst/>
            <a:ahLst/>
            <a:cxnLst/>
            <a:rect l="l" t="t" r="r" b="b"/>
            <a:pathLst>
              <a:path w="584050" h="585150">
                <a:moveTo>
                  <a:pt x="0" y="0"/>
                </a:moveTo>
                <a:lnTo>
                  <a:pt x="584050" y="0"/>
                </a:lnTo>
                <a:lnTo>
                  <a:pt x="584050" y="585150"/>
                </a:lnTo>
                <a:lnTo>
                  <a:pt x="0" y="585150"/>
                </a:lnTo>
                <a:lnTo>
                  <a:pt x="0" y="0"/>
                </a:lnTo>
                <a:close/>
              </a:path>
            </a:pathLst>
          </a:custGeom>
          <a:blipFill>
            <a:blip r:embed="rId11"/>
            <a:stretch>
              <a:fillRect/>
            </a:stretch>
          </a:blipFill>
        </p:spPr>
      </p:sp>
      <p:sp>
        <p:nvSpPr>
          <p:cNvPr id="9" name="Freeform 9"/>
          <p:cNvSpPr/>
          <p:nvPr/>
        </p:nvSpPr>
        <p:spPr>
          <a:xfrm>
            <a:off x="342616" y="8630050"/>
            <a:ext cx="350000" cy="350000"/>
          </a:xfrm>
          <a:custGeom>
            <a:avLst/>
            <a:gdLst/>
            <a:ahLst/>
            <a:cxnLst/>
            <a:rect l="l" t="t" r="r" b="b"/>
            <a:pathLst>
              <a:path w="350000" h="350000">
                <a:moveTo>
                  <a:pt x="0" y="0"/>
                </a:moveTo>
                <a:lnTo>
                  <a:pt x="350000" y="0"/>
                </a:lnTo>
                <a:lnTo>
                  <a:pt x="350000" y="350000"/>
                </a:lnTo>
                <a:lnTo>
                  <a:pt x="0" y="350000"/>
                </a:lnTo>
                <a:lnTo>
                  <a:pt x="0" y="0"/>
                </a:lnTo>
                <a:close/>
              </a:path>
            </a:pathLst>
          </a:custGeom>
          <a:blipFill>
            <a:blip r:embed="rId12">
              <a:extLst>
                <a:ext uri="{96DAC541-7B7A-43D3-8B79-37D633B846F1}">
                  <asvg:svgBlip xmlns:asvg="http://schemas.microsoft.com/office/drawing/2016/SVG/main" r:embed="rId13"/>
                </a:ext>
              </a:extLst>
            </a:blip>
            <a:stretch>
              <a:fillRect/>
            </a:stretch>
          </a:blipFill>
        </p:spPr>
      </p:sp>
      <p:sp>
        <p:nvSpPr>
          <p:cNvPr id="10" name="Freeform 10"/>
          <p:cNvSpPr/>
          <p:nvPr/>
        </p:nvSpPr>
        <p:spPr>
          <a:xfrm>
            <a:off x="7746394" y="9315100"/>
            <a:ext cx="586222" cy="586776"/>
          </a:xfrm>
          <a:custGeom>
            <a:avLst/>
            <a:gdLst/>
            <a:ahLst/>
            <a:cxnLst/>
            <a:rect l="l" t="t" r="r" b="b"/>
            <a:pathLst>
              <a:path w="586222" h="586776">
                <a:moveTo>
                  <a:pt x="0" y="0"/>
                </a:moveTo>
                <a:lnTo>
                  <a:pt x="586222" y="0"/>
                </a:lnTo>
                <a:lnTo>
                  <a:pt x="586222" y="586776"/>
                </a:lnTo>
                <a:lnTo>
                  <a:pt x="0" y="586776"/>
                </a:lnTo>
                <a:lnTo>
                  <a:pt x="0" y="0"/>
                </a:lnTo>
                <a:close/>
              </a:path>
            </a:pathLst>
          </a:custGeom>
          <a:blipFill>
            <a:blip r:embed="rId14"/>
            <a:stretch>
              <a:fillRect/>
            </a:stretch>
          </a:blipFill>
        </p:spPr>
      </p:sp>
      <p:sp>
        <p:nvSpPr>
          <p:cNvPr id="11" name="Freeform 11"/>
          <p:cNvSpPr/>
          <p:nvPr/>
        </p:nvSpPr>
        <p:spPr>
          <a:xfrm>
            <a:off x="484540" y="8284850"/>
            <a:ext cx="350026" cy="54000"/>
          </a:xfrm>
          <a:custGeom>
            <a:avLst/>
            <a:gdLst/>
            <a:ahLst/>
            <a:cxnLst/>
            <a:rect l="l" t="t" r="r" b="b"/>
            <a:pathLst>
              <a:path w="350026" h="54000">
                <a:moveTo>
                  <a:pt x="0" y="0"/>
                </a:moveTo>
                <a:lnTo>
                  <a:pt x="350026" y="0"/>
                </a:lnTo>
                <a:lnTo>
                  <a:pt x="350026" y="54000"/>
                </a:lnTo>
                <a:lnTo>
                  <a:pt x="0" y="54000"/>
                </a:lnTo>
                <a:lnTo>
                  <a:pt x="0" y="0"/>
                </a:lnTo>
                <a:close/>
              </a:path>
            </a:pathLst>
          </a:custGeom>
          <a:blipFill>
            <a:blip r:embed="rId15">
              <a:extLst>
                <a:ext uri="{96DAC541-7B7A-43D3-8B79-37D633B846F1}">
                  <asvg:svgBlip xmlns:asvg="http://schemas.microsoft.com/office/drawing/2016/SVG/main" r:embed="rId16"/>
                </a:ext>
              </a:extLst>
            </a:blip>
            <a:stretch>
              <a:fillRect/>
            </a:stretch>
          </a:blipFill>
        </p:spPr>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9" name="TextBox 29"/>
          <p:cNvSpPr txBox="1"/>
          <p:nvPr/>
        </p:nvSpPr>
        <p:spPr>
          <a:xfrm>
            <a:off x="1371708" y="3390900"/>
            <a:ext cx="14500321" cy="3766185"/>
          </a:xfrm>
          <a:prstGeom prst="rect">
            <a:avLst/>
          </a:prstGeom>
        </p:spPr>
        <p:txBody>
          <a:bodyPr lIns="0" tIns="0" rIns="0" bIns="0" rtlCol="0" anchor="t">
            <a:spAutoFit/>
          </a:bodyPr>
          <a:p>
            <a:pPr marL="802640" lvl="1" indent="-457200" algn="just">
              <a:lnSpc>
                <a:spcPts val="4895"/>
              </a:lnSpc>
              <a:buFont typeface="Arial" panose="020B0604020202020204" pitchFamily="34" charset="0"/>
              <a:buChar char="•"/>
            </a:pPr>
            <a:r>
              <a:rPr lang="en-US" sz="3200">
                <a:solidFill>
                  <a:srgbClr val="000000"/>
                </a:solidFill>
                <a:latin typeface="Faustina" panose="00000500000000000000"/>
              </a:rPr>
              <a:t>Tích hợp thêm các ứng dụng khác: phần mềm quản lý nhân sự.</a:t>
            </a:r>
            <a:endParaRPr lang="en-US" sz="3200">
              <a:solidFill>
                <a:srgbClr val="000000"/>
              </a:solidFill>
              <a:latin typeface="Faustina" panose="00000500000000000000"/>
            </a:endParaRPr>
          </a:p>
          <a:p>
            <a:pPr marL="802640" lvl="1" indent="-457200" algn="just">
              <a:lnSpc>
                <a:spcPts val="4895"/>
              </a:lnSpc>
              <a:buFont typeface="Arial" panose="020B0604020202020204" pitchFamily="34" charset="0"/>
              <a:buChar char="•"/>
            </a:pPr>
            <a:r>
              <a:rPr lang="en-US" sz="3200">
                <a:solidFill>
                  <a:srgbClr val="000000"/>
                </a:solidFill>
                <a:latin typeface="Faustina" panose="00000500000000000000"/>
              </a:rPr>
              <a:t>Nâng cấp giao diện hợp lý, phù hợp với xu thế trong tương lai.</a:t>
            </a:r>
            <a:endParaRPr lang="en-US" sz="3200">
              <a:solidFill>
                <a:srgbClr val="000000"/>
              </a:solidFill>
              <a:latin typeface="Faustina" panose="00000500000000000000"/>
            </a:endParaRPr>
          </a:p>
          <a:p>
            <a:pPr marL="802640" lvl="1" indent="-457200" algn="just">
              <a:lnSpc>
                <a:spcPts val="4895"/>
              </a:lnSpc>
              <a:buFont typeface="Arial" panose="020B0604020202020204" pitchFamily="34" charset="0"/>
              <a:buChar char="•"/>
            </a:pPr>
            <a:r>
              <a:rPr lang="en-US" sz="3200">
                <a:solidFill>
                  <a:srgbClr val="000000"/>
                </a:solidFill>
                <a:latin typeface="Faustina" panose="00000500000000000000"/>
              </a:rPr>
              <a:t>Cải thiện tính năng đồng bộ và tích hợp với các thiết bị POS hiện đại. • Phát triển bản di động tích hợp trên nhiều nền tảng (iOS, Android). </a:t>
            </a:r>
            <a:endParaRPr lang="en-US" sz="3200">
              <a:solidFill>
                <a:srgbClr val="000000"/>
              </a:solidFill>
              <a:latin typeface="Faustina" panose="00000500000000000000"/>
            </a:endParaRPr>
          </a:p>
          <a:p>
            <a:pPr marL="802640" lvl="1" indent="-457200" algn="just">
              <a:lnSpc>
                <a:spcPts val="4895"/>
              </a:lnSpc>
              <a:buFont typeface="Arial" panose="020B0604020202020204" pitchFamily="34" charset="0"/>
              <a:buChar char="•"/>
            </a:pPr>
            <a:r>
              <a:rPr lang="en-US" sz="3200">
                <a:solidFill>
                  <a:srgbClr val="000000"/>
                </a:solidFill>
                <a:latin typeface="Faustina" panose="00000500000000000000"/>
              </a:rPr>
              <a:t>Tăng cường tính năng báo cáo và phân tích dữ liệu để hỗ trợ ra quyết định.</a:t>
            </a:r>
            <a:endParaRPr lang="en-US" sz="3200">
              <a:solidFill>
                <a:srgbClr val="000000"/>
              </a:solidFill>
              <a:latin typeface="Faustina" panose="00000500000000000000"/>
            </a:endParaRPr>
          </a:p>
          <a:p>
            <a:pPr marL="802640" lvl="1" indent="-457200" algn="just">
              <a:lnSpc>
                <a:spcPts val="4895"/>
              </a:lnSpc>
              <a:buFont typeface="Arial" panose="020B0604020202020204" pitchFamily="34" charset="0"/>
              <a:buChar char="•"/>
            </a:pPr>
            <a:r>
              <a:rPr lang="en-US" sz="3200">
                <a:solidFill>
                  <a:srgbClr val="000000"/>
                </a:solidFill>
                <a:latin typeface="Faustina" panose="00000500000000000000"/>
              </a:rPr>
              <a:t>Cập nhật phần mềm thường xuyên: giúp nâng cao khả năng quản lý.</a:t>
            </a:r>
            <a:endParaRPr lang="en-US" sz="3200">
              <a:solidFill>
                <a:srgbClr val="000000"/>
              </a:solidFill>
              <a:latin typeface="Faustina" panose="00000500000000000000"/>
            </a:endParaRPr>
          </a:p>
        </p:txBody>
      </p:sp>
      <p:sp>
        <p:nvSpPr>
          <p:cNvPr id="35" name="TextBox 15"/>
          <p:cNvSpPr txBox="1"/>
          <p:nvPr/>
        </p:nvSpPr>
        <p:spPr>
          <a:xfrm>
            <a:off x="1904961" y="1714378"/>
            <a:ext cx="15210150" cy="861695"/>
          </a:xfrm>
          <a:prstGeom prst="rect">
            <a:avLst/>
          </a:prstGeom>
        </p:spPr>
        <p:txBody>
          <a:bodyPr lIns="0" tIns="0" rIns="0" bIns="0" rtlCol="0" anchor="t">
            <a:spAutoFit/>
          </a:bodyPr>
          <a:p>
            <a:pPr algn="l">
              <a:lnSpc>
                <a:spcPts val="6720"/>
              </a:lnSpc>
            </a:pPr>
            <a:r>
              <a:rPr lang="en-US" sz="5600">
                <a:solidFill>
                  <a:srgbClr val="494949"/>
                </a:solidFill>
                <a:latin typeface="Arimo Bold" panose="020B0704020202020204"/>
              </a:rPr>
              <a:t>HƯỚNG PHÁT TRIỂN TRONG TƯƠNG LAI</a:t>
            </a:r>
            <a:endParaRPr lang="en-US" sz="5600">
              <a:solidFill>
                <a:srgbClr val="494949"/>
              </a:solidFill>
              <a:latin typeface="Arimo Bold" panose="020B0704020202020204"/>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9" name="TextBox 29"/>
          <p:cNvSpPr txBox="1"/>
          <p:nvPr/>
        </p:nvSpPr>
        <p:spPr>
          <a:xfrm>
            <a:off x="1894313" y="2628900"/>
            <a:ext cx="14500321" cy="5649595"/>
          </a:xfrm>
          <a:prstGeom prst="rect">
            <a:avLst/>
          </a:prstGeom>
        </p:spPr>
        <p:txBody>
          <a:bodyPr lIns="0" tIns="0" rIns="0" bIns="0" rtlCol="0" anchor="t">
            <a:spAutoFit/>
          </a:bodyPr>
          <a:p>
            <a:pPr marL="345440" lvl="1" indent="0" algn="just">
              <a:lnSpc>
                <a:spcPts val="4895"/>
              </a:lnSpc>
              <a:buFont typeface="Arial" panose="020B0604020202020204" pitchFamily="34" charset="0"/>
              <a:buNone/>
            </a:pPr>
            <a:r>
              <a:rPr lang="en-US" sz="3200">
                <a:solidFill>
                  <a:srgbClr val="000000"/>
                </a:solidFill>
                <a:latin typeface="Faustina" panose="00000500000000000000"/>
              </a:rPr>
              <a:t>1. Lập trình Android cơ bản và nâng cao, Trường Đại học Bách Khoa Hà Nội, 2021.     </a:t>
            </a:r>
            <a:endParaRPr lang="en-US" sz="3200">
              <a:solidFill>
                <a:srgbClr val="000000"/>
              </a:solidFill>
              <a:latin typeface="Faustina" panose="00000500000000000000"/>
            </a:endParaRPr>
          </a:p>
          <a:p>
            <a:pPr marL="345440" lvl="1" indent="0" algn="just">
              <a:lnSpc>
                <a:spcPts val="4895"/>
              </a:lnSpc>
              <a:buFont typeface="Arial" panose="020B0604020202020204" pitchFamily="34" charset="0"/>
              <a:buNone/>
            </a:pPr>
            <a:r>
              <a:rPr lang="en-US" sz="3200">
                <a:solidFill>
                  <a:srgbClr val="000000"/>
                </a:solidFill>
                <a:latin typeface="Faustina" panose="00000500000000000000"/>
              </a:rPr>
              <a:t>2. Nguyễn Thành Nam, Hướng dẫn phát triển ứng dụng Android, NXB Giáo dục, 2020. </a:t>
            </a:r>
            <a:endParaRPr lang="en-US" sz="3200">
              <a:solidFill>
                <a:srgbClr val="000000"/>
              </a:solidFill>
              <a:latin typeface="Faustina" panose="00000500000000000000"/>
            </a:endParaRPr>
          </a:p>
          <a:p>
            <a:pPr marL="345440" lvl="1" indent="0" algn="just">
              <a:lnSpc>
                <a:spcPts val="4895"/>
              </a:lnSpc>
              <a:buFont typeface="Arial" panose="020B0604020202020204" pitchFamily="34" charset="0"/>
              <a:buNone/>
            </a:pPr>
            <a:r>
              <a:rPr lang="en-US" sz="3200">
                <a:solidFill>
                  <a:srgbClr val="000000"/>
                </a:solidFill>
                <a:latin typeface="Faustina" panose="00000500000000000000"/>
              </a:rPr>
              <a:t>3. Lê Văn Minh, Phát triển ứng dụng di động với Android Studio, NXB Khoa học và Kỹ thuật, 2022.</a:t>
            </a:r>
            <a:endParaRPr lang="en-US" sz="3200">
              <a:solidFill>
                <a:srgbClr val="000000"/>
              </a:solidFill>
              <a:latin typeface="Faustina" panose="00000500000000000000"/>
            </a:endParaRPr>
          </a:p>
          <a:p>
            <a:pPr marL="345440" lvl="1" indent="0" algn="just">
              <a:lnSpc>
                <a:spcPts val="4895"/>
              </a:lnSpc>
              <a:buFont typeface="Arial" panose="020B0604020202020204" pitchFamily="34" charset="0"/>
              <a:buNone/>
            </a:pPr>
            <a:r>
              <a:rPr lang="en-US" sz="3200">
                <a:solidFill>
                  <a:srgbClr val="000000"/>
                </a:solidFill>
                <a:latin typeface="Faustina" panose="00000500000000000000"/>
              </a:rPr>
              <a:t>4. Tài liệu học tập Kỹ thuật lập trình di động, Đại học Công nghệ Thông tin TP.HCM, 2023.</a:t>
            </a:r>
            <a:endParaRPr lang="en-US" sz="3200">
              <a:solidFill>
                <a:srgbClr val="000000"/>
              </a:solidFill>
              <a:latin typeface="Faustina" panose="00000500000000000000"/>
            </a:endParaRPr>
          </a:p>
          <a:p>
            <a:pPr marL="345440" lvl="1" indent="0" algn="just">
              <a:lnSpc>
                <a:spcPts val="4895"/>
              </a:lnSpc>
              <a:buFont typeface="Arial" panose="020B0604020202020204" pitchFamily="34" charset="0"/>
              <a:buNone/>
            </a:pPr>
            <a:r>
              <a:rPr lang="en-US" sz="3200">
                <a:solidFill>
                  <a:srgbClr val="000000"/>
                </a:solidFill>
                <a:latin typeface="Faustina" panose="00000500000000000000"/>
              </a:rPr>
              <a:t>5. Trần Văn Quang, Thiết kế giao diện và xử lý dữ liệu trong Android, NXB Thông tin và Truyền thông, 2021.</a:t>
            </a:r>
            <a:endParaRPr lang="en-US" sz="3200">
              <a:solidFill>
                <a:srgbClr val="000000"/>
              </a:solidFill>
              <a:latin typeface="Faustina" panose="00000500000000000000"/>
            </a:endParaRPr>
          </a:p>
        </p:txBody>
      </p:sp>
      <p:sp>
        <p:nvSpPr>
          <p:cNvPr id="35" name="TextBox 15"/>
          <p:cNvSpPr txBox="1"/>
          <p:nvPr/>
        </p:nvSpPr>
        <p:spPr>
          <a:xfrm>
            <a:off x="1904961" y="1485778"/>
            <a:ext cx="15210150" cy="861695"/>
          </a:xfrm>
          <a:prstGeom prst="rect">
            <a:avLst/>
          </a:prstGeom>
        </p:spPr>
        <p:txBody>
          <a:bodyPr lIns="0" tIns="0" rIns="0" bIns="0" rtlCol="0" anchor="t">
            <a:spAutoFit/>
          </a:bodyPr>
          <a:p>
            <a:pPr algn="l">
              <a:lnSpc>
                <a:spcPts val="6720"/>
              </a:lnSpc>
            </a:pPr>
            <a:r>
              <a:rPr lang="en-US" sz="5600">
                <a:solidFill>
                  <a:srgbClr val="494949"/>
                </a:solidFill>
                <a:latin typeface="Arimo Bold" panose="020B0704020202020204"/>
              </a:rPr>
              <a:t>TÀI LIỆU THAM KHẢO</a:t>
            </a:r>
            <a:endParaRPr lang="en-US" sz="5600">
              <a:solidFill>
                <a:srgbClr val="494949"/>
              </a:solidFill>
              <a:latin typeface="Arimo Bold" panose="020B0704020202020204"/>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rot="927057">
            <a:off x="14487047" y="6955400"/>
            <a:ext cx="2370938" cy="0"/>
          </a:xfrm>
          <a:prstGeom prst="line">
            <a:avLst/>
          </a:prstGeom>
          <a:ln w="9525" cap="rnd">
            <a:solidFill>
              <a:srgbClr val="494949"/>
            </a:solidFill>
            <a:prstDash val="solid"/>
            <a:headEnd type="none" w="sm" len="sm"/>
            <a:tailEnd type="none" w="sm" len="sm"/>
          </a:ln>
        </p:spPr>
      </p:sp>
      <p:sp>
        <p:nvSpPr>
          <p:cNvPr id="3" name="AutoShape 3"/>
          <p:cNvSpPr/>
          <p:nvPr/>
        </p:nvSpPr>
        <p:spPr>
          <a:xfrm rot="9989267">
            <a:off x="14314810" y="4480100"/>
            <a:ext cx="2780411" cy="0"/>
          </a:xfrm>
          <a:prstGeom prst="line">
            <a:avLst/>
          </a:prstGeom>
          <a:ln w="9525" cap="rnd">
            <a:solidFill>
              <a:srgbClr val="494949"/>
            </a:solidFill>
            <a:prstDash val="solid"/>
            <a:headEnd type="none" w="sm" len="sm"/>
            <a:tailEnd type="none" w="sm" len="sm"/>
          </a:ln>
        </p:spPr>
      </p:sp>
      <p:sp>
        <p:nvSpPr>
          <p:cNvPr id="4" name="AutoShape 4"/>
          <p:cNvSpPr/>
          <p:nvPr/>
        </p:nvSpPr>
        <p:spPr>
          <a:xfrm rot="999997">
            <a:off x="14396512" y="1864850"/>
            <a:ext cx="2800708" cy="0"/>
          </a:xfrm>
          <a:prstGeom prst="line">
            <a:avLst/>
          </a:prstGeom>
          <a:ln w="9525" cap="rnd">
            <a:solidFill>
              <a:srgbClr val="494949"/>
            </a:solidFill>
            <a:prstDash val="solid"/>
            <a:headEnd type="none" w="sm" len="sm"/>
            <a:tailEnd type="none" w="sm" len="sm"/>
          </a:ln>
        </p:spPr>
      </p:sp>
      <p:sp>
        <p:nvSpPr>
          <p:cNvPr id="5" name="AutoShape 5"/>
          <p:cNvSpPr/>
          <p:nvPr/>
        </p:nvSpPr>
        <p:spPr>
          <a:xfrm rot="3346380">
            <a:off x="16106875" y="273900"/>
            <a:ext cx="1007782" cy="0"/>
          </a:xfrm>
          <a:prstGeom prst="line">
            <a:avLst/>
          </a:prstGeom>
          <a:ln w="9525" cap="rnd">
            <a:solidFill>
              <a:srgbClr val="494949"/>
            </a:solidFill>
            <a:prstDash val="solid"/>
            <a:headEnd type="none" w="sm" len="sm"/>
            <a:tailEnd type="none" w="sm" len="sm"/>
          </a:ln>
        </p:spPr>
      </p:sp>
      <p:sp>
        <p:nvSpPr>
          <p:cNvPr id="6" name="Freeform 6"/>
          <p:cNvSpPr/>
          <p:nvPr/>
        </p:nvSpPr>
        <p:spPr>
          <a:xfrm>
            <a:off x="14814116" y="2570400"/>
            <a:ext cx="1164700" cy="1163600"/>
          </a:xfrm>
          <a:custGeom>
            <a:avLst/>
            <a:gdLst/>
            <a:ahLst/>
            <a:cxnLst/>
            <a:rect l="l" t="t" r="r" b="b"/>
            <a:pathLst>
              <a:path w="1164700" h="1163600">
                <a:moveTo>
                  <a:pt x="0" y="0"/>
                </a:moveTo>
                <a:lnTo>
                  <a:pt x="1164700" y="0"/>
                </a:lnTo>
                <a:lnTo>
                  <a:pt x="1164700" y="1163600"/>
                </a:lnTo>
                <a:lnTo>
                  <a:pt x="0" y="1163600"/>
                </a:lnTo>
                <a:lnTo>
                  <a:pt x="0" y="0"/>
                </a:lnTo>
                <a:close/>
              </a:path>
            </a:pathLst>
          </a:custGeom>
          <a:blipFill>
            <a:blip r:embed="rId1">
              <a:extLst>
                <a:ext uri="{96DAC541-7B7A-43D3-8B79-37D633B846F1}">
                  <asvg:svgBlip xmlns:asvg="http://schemas.microsoft.com/office/drawing/2016/SVG/main" r:embed="rId2"/>
                </a:ext>
              </a:extLst>
            </a:blip>
            <a:stretch>
              <a:fillRect/>
            </a:stretch>
          </a:blipFill>
        </p:spPr>
      </p:sp>
      <p:sp>
        <p:nvSpPr>
          <p:cNvPr id="7" name="Freeform 7"/>
          <p:cNvSpPr/>
          <p:nvPr/>
        </p:nvSpPr>
        <p:spPr>
          <a:xfrm>
            <a:off x="15738890" y="5508950"/>
            <a:ext cx="585150" cy="584050"/>
          </a:xfrm>
          <a:custGeom>
            <a:avLst/>
            <a:gdLst/>
            <a:ahLst/>
            <a:cxnLst/>
            <a:rect l="l" t="t" r="r" b="b"/>
            <a:pathLst>
              <a:path w="585150" h="584050">
                <a:moveTo>
                  <a:pt x="0" y="0"/>
                </a:moveTo>
                <a:lnTo>
                  <a:pt x="585150" y="0"/>
                </a:lnTo>
                <a:lnTo>
                  <a:pt x="585150" y="584050"/>
                </a:lnTo>
                <a:lnTo>
                  <a:pt x="0" y="584050"/>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8" name="Freeform 8"/>
          <p:cNvSpPr/>
          <p:nvPr/>
        </p:nvSpPr>
        <p:spPr>
          <a:xfrm>
            <a:off x="16024916" y="356350"/>
            <a:ext cx="350000" cy="350000"/>
          </a:xfrm>
          <a:custGeom>
            <a:avLst/>
            <a:gdLst/>
            <a:ahLst/>
            <a:cxnLst/>
            <a:rect l="l" t="t" r="r" b="b"/>
            <a:pathLst>
              <a:path w="350000" h="350000">
                <a:moveTo>
                  <a:pt x="0" y="0"/>
                </a:moveTo>
                <a:lnTo>
                  <a:pt x="350000" y="0"/>
                </a:lnTo>
                <a:lnTo>
                  <a:pt x="350000" y="350000"/>
                </a:lnTo>
                <a:lnTo>
                  <a:pt x="0" y="350000"/>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9" name="Freeform 9"/>
          <p:cNvSpPr/>
          <p:nvPr/>
        </p:nvSpPr>
        <p:spPr>
          <a:xfrm>
            <a:off x="15103089" y="7760129"/>
            <a:ext cx="586776" cy="586222"/>
          </a:xfrm>
          <a:custGeom>
            <a:avLst/>
            <a:gdLst/>
            <a:ahLst/>
            <a:cxnLst/>
            <a:rect l="l" t="t" r="r" b="b"/>
            <a:pathLst>
              <a:path w="586776" h="586222">
                <a:moveTo>
                  <a:pt x="0" y="0"/>
                </a:moveTo>
                <a:lnTo>
                  <a:pt x="586776" y="0"/>
                </a:lnTo>
                <a:lnTo>
                  <a:pt x="586776" y="586222"/>
                </a:lnTo>
                <a:lnTo>
                  <a:pt x="0" y="586222"/>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sp>
      <p:sp>
        <p:nvSpPr>
          <p:cNvPr id="10" name="Freeform 10"/>
          <p:cNvSpPr/>
          <p:nvPr/>
        </p:nvSpPr>
        <p:spPr>
          <a:xfrm>
            <a:off x="16666117" y="498275"/>
            <a:ext cx="54000" cy="350026"/>
          </a:xfrm>
          <a:custGeom>
            <a:avLst/>
            <a:gdLst/>
            <a:ahLst/>
            <a:cxnLst/>
            <a:rect l="l" t="t" r="r" b="b"/>
            <a:pathLst>
              <a:path w="54000" h="350026">
                <a:moveTo>
                  <a:pt x="0" y="0"/>
                </a:moveTo>
                <a:lnTo>
                  <a:pt x="54000" y="0"/>
                </a:lnTo>
                <a:lnTo>
                  <a:pt x="54000" y="350026"/>
                </a:lnTo>
                <a:lnTo>
                  <a:pt x="0" y="350026"/>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sp>
      <p:sp>
        <p:nvSpPr>
          <p:cNvPr id="11" name="AutoShape 11"/>
          <p:cNvSpPr/>
          <p:nvPr/>
        </p:nvSpPr>
        <p:spPr>
          <a:xfrm rot="10523609">
            <a:off x="1466724" y="5322650"/>
            <a:ext cx="3374952" cy="0"/>
          </a:xfrm>
          <a:prstGeom prst="line">
            <a:avLst/>
          </a:prstGeom>
          <a:ln w="9525" cap="rnd">
            <a:solidFill>
              <a:srgbClr val="494949"/>
            </a:solidFill>
            <a:prstDash val="solid"/>
            <a:headEnd type="none" w="sm" len="sm"/>
            <a:tailEnd type="none" w="sm" len="sm"/>
          </a:ln>
        </p:spPr>
      </p:sp>
      <p:sp>
        <p:nvSpPr>
          <p:cNvPr id="12" name="AutoShape 12"/>
          <p:cNvSpPr/>
          <p:nvPr/>
        </p:nvSpPr>
        <p:spPr>
          <a:xfrm rot="2514251">
            <a:off x="1396376" y="7851400"/>
            <a:ext cx="2254648" cy="0"/>
          </a:xfrm>
          <a:prstGeom prst="line">
            <a:avLst/>
          </a:prstGeom>
          <a:ln w="9525" cap="rnd">
            <a:solidFill>
              <a:srgbClr val="494949"/>
            </a:solidFill>
            <a:prstDash val="solid"/>
            <a:headEnd type="none" w="sm" len="sm"/>
            <a:tailEnd type="none" w="sm" len="sm"/>
          </a:ln>
        </p:spPr>
      </p:sp>
      <p:sp>
        <p:nvSpPr>
          <p:cNvPr id="13" name="AutoShape 13"/>
          <p:cNvSpPr/>
          <p:nvPr/>
        </p:nvSpPr>
        <p:spPr>
          <a:xfrm rot="7436612">
            <a:off x="1564533" y="9490500"/>
            <a:ext cx="2887035" cy="0"/>
          </a:xfrm>
          <a:prstGeom prst="line">
            <a:avLst/>
          </a:prstGeom>
          <a:ln w="9525" cap="rnd">
            <a:solidFill>
              <a:srgbClr val="494949"/>
            </a:solidFill>
            <a:prstDash val="solid"/>
            <a:headEnd type="none" w="sm" len="sm"/>
            <a:tailEnd type="none" w="sm" len="sm"/>
          </a:ln>
        </p:spPr>
      </p:sp>
      <p:sp>
        <p:nvSpPr>
          <p:cNvPr id="14" name="Freeform 14"/>
          <p:cNvSpPr/>
          <p:nvPr/>
        </p:nvSpPr>
        <p:spPr>
          <a:xfrm>
            <a:off x="1242400" y="8124600"/>
            <a:ext cx="1164700" cy="1163600"/>
          </a:xfrm>
          <a:custGeom>
            <a:avLst/>
            <a:gdLst/>
            <a:ahLst/>
            <a:cxnLst/>
            <a:rect l="l" t="t" r="r" b="b"/>
            <a:pathLst>
              <a:path w="1164700" h="1163600">
                <a:moveTo>
                  <a:pt x="0" y="0"/>
                </a:moveTo>
                <a:lnTo>
                  <a:pt x="1164700" y="0"/>
                </a:lnTo>
                <a:lnTo>
                  <a:pt x="1164700" y="1163600"/>
                </a:lnTo>
                <a:lnTo>
                  <a:pt x="0" y="1163600"/>
                </a:lnTo>
                <a:lnTo>
                  <a:pt x="0" y="0"/>
                </a:lnTo>
                <a:close/>
              </a:path>
            </a:pathLst>
          </a:custGeom>
          <a:blipFill>
            <a:blip r:embed="rId11">
              <a:extLst>
                <a:ext uri="{96DAC541-7B7A-43D3-8B79-37D633B846F1}">
                  <asvg:svgBlip xmlns:asvg="http://schemas.microsoft.com/office/drawing/2016/SVG/main" r:embed="rId12"/>
                </a:ext>
              </a:extLst>
            </a:blip>
            <a:stretch>
              <a:fillRect/>
            </a:stretch>
          </a:blipFill>
        </p:spPr>
      </p:sp>
      <p:sp>
        <p:nvSpPr>
          <p:cNvPr id="15" name="Freeform 15"/>
          <p:cNvSpPr/>
          <p:nvPr/>
        </p:nvSpPr>
        <p:spPr>
          <a:xfrm>
            <a:off x="2965100" y="6702150"/>
            <a:ext cx="585150" cy="584050"/>
          </a:xfrm>
          <a:custGeom>
            <a:avLst/>
            <a:gdLst/>
            <a:ahLst/>
            <a:cxnLst/>
            <a:rect l="l" t="t" r="r" b="b"/>
            <a:pathLst>
              <a:path w="585150" h="584050">
                <a:moveTo>
                  <a:pt x="0" y="0"/>
                </a:moveTo>
                <a:lnTo>
                  <a:pt x="585150" y="0"/>
                </a:lnTo>
                <a:lnTo>
                  <a:pt x="585150" y="584050"/>
                </a:lnTo>
                <a:lnTo>
                  <a:pt x="0" y="584050"/>
                </a:lnTo>
                <a:lnTo>
                  <a:pt x="0" y="0"/>
                </a:lnTo>
                <a:close/>
              </a:path>
            </a:pathLst>
          </a:custGeom>
          <a:blipFill>
            <a:blip r:embed="rId13">
              <a:extLst>
                <a:ext uri="{96DAC541-7B7A-43D3-8B79-37D633B846F1}">
                  <asvg:svgBlip xmlns:asvg="http://schemas.microsoft.com/office/drawing/2016/SVG/main" r:embed="rId14"/>
                </a:ext>
              </a:extLst>
            </a:blip>
            <a:stretch>
              <a:fillRect/>
            </a:stretch>
          </a:blipFill>
        </p:spPr>
      </p:sp>
      <p:sp>
        <p:nvSpPr>
          <p:cNvPr id="16" name="Freeform 16"/>
          <p:cNvSpPr/>
          <p:nvPr/>
        </p:nvSpPr>
        <p:spPr>
          <a:xfrm>
            <a:off x="3190250" y="9580650"/>
            <a:ext cx="350000" cy="350000"/>
          </a:xfrm>
          <a:custGeom>
            <a:avLst/>
            <a:gdLst/>
            <a:ahLst/>
            <a:cxnLst/>
            <a:rect l="l" t="t" r="r" b="b"/>
            <a:pathLst>
              <a:path w="350000" h="350000">
                <a:moveTo>
                  <a:pt x="0" y="0"/>
                </a:moveTo>
                <a:lnTo>
                  <a:pt x="350000" y="0"/>
                </a:lnTo>
                <a:lnTo>
                  <a:pt x="350000" y="350000"/>
                </a:lnTo>
                <a:lnTo>
                  <a:pt x="0" y="350000"/>
                </a:lnTo>
                <a:lnTo>
                  <a:pt x="0" y="0"/>
                </a:lnTo>
                <a:close/>
              </a:path>
            </a:pathLst>
          </a:custGeom>
          <a:blipFill>
            <a:blip r:embed="rId15">
              <a:extLst>
                <a:ext uri="{96DAC541-7B7A-43D3-8B79-37D633B846F1}">
                  <asvg:svgBlip xmlns:asvg="http://schemas.microsoft.com/office/drawing/2016/SVG/main" r:embed="rId16"/>
                </a:ext>
              </a:extLst>
            </a:blip>
            <a:stretch>
              <a:fillRect/>
            </a:stretch>
          </a:blipFill>
        </p:spPr>
      </p:sp>
      <p:grpSp>
        <p:nvGrpSpPr>
          <p:cNvPr id="17" name="Group 17"/>
          <p:cNvGrpSpPr/>
          <p:nvPr/>
        </p:nvGrpSpPr>
        <p:grpSpPr>
          <a:xfrm rot="5400000">
            <a:off x="2754234" y="3377486"/>
            <a:ext cx="577228" cy="576674"/>
            <a:chOff x="0" y="0"/>
            <a:chExt cx="769637" cy="768899"/>
          </a:xfrm>
        </p:grpSpPr>
        <p:sp>
          <p:nvSpPr>
            <p:cNvPr id="18" name="Freeform 18"/>
            <p:cNvSpPr/>
            <p:nvPr/>
          </p:nvSpPr>
          <p:spPr>
            <a:xfrm>
              <a:off x="0" y="0"/>
              <a:ext cx="769620" cy="768858"/>
            </a:xfrm>
            <a:custGeom>
              <a:avLst/>
              <a:gdLst/>
              <a:ahLst/>
              <a:cxnLst/>
              <a:rect l="l" t="t" r="r" b="b"/>
              <a:pathLst>
                <a:path w="769620" h="768858">
                  <a:moveTo>
                    <a:pt x="384810" y="0"/>
                  </a:moveTo>
                  <a:cubicBezTo>
                    <a:pt x="172212" y="0"/>
                    <a:pt x="0" y="172212"/>
                    <a:pt x="0" y="384048"/>
                  </a:cubicBezTo>
                  <a:cubicBezTo>
                    <a:pt x="0" y="596646"/>
                    <a:pt x="172212" y="768858"/>
                    <a:pt x="384810" y="768858"/>
                  </a:cubicBezTo>
                  <a:cubicBezTo>
                    <a:pt x="597408" y="768858"/>
                    <a:pt x="769620" y="596646"/>
                    <a:pt x="769620" y="384048"/>
                  </a:cubicBezTo>
                  <a:cubicBezTo>
                    <a:pt x="769620" y="172212"/>
                    <a:pt x="597408" y="0"/>
                    <a:pt x="384810" y="0"/>
                  </a:cubicBezTo>
                  <a:close/>
                </a:path>
              </a:pathLst>
            </a:custGeom>
            <a:solidFill>
              <a:srgbClr val="77C6FC"/>
            </a:solidFill>
          </p:spPr>
        </p:sp>
      </p:grpSp>
      <p:sp>
        <p:nvSpPr>
          <p:cNvPr id="19" name="Freeform 19"/>
          <p:cNvSpPr/>
          <p:nvPr/>
        </p:nvSpPr>
        <p:spPr>
          <a:xfrm>
            <a:off x="2749475" y="3372699"/>
            <a:ext cx="586776" cy="586222"/>
          </a:xfrm>
          <a:custGeom>
            <a:avLst/>
            <a:gdLst/>
            <a:ahLst/>
            <a:cxnLst/>
            <a:rect l="l" t="t" r="r" b="b"/>
            <a:pathLst>
              <a:path w="586776" h="586222">
                <a:moveTo>
                  <a:pt x="0" y="0"/>
                </a:moveTo>
                <a:lnTo>
                  <a:pt x="586776" y="0"/>
                </a:lnTo>
                <a:lnTo>
                  <a:pt x="586776" y="586222"/>
                </a:lnTo>
                <a:lnTo>
                  <a:pt x="0" y="586222"/>
                </a:lnTo>
                <a:lnTo>
                  <a:pt x="0" y="0"/>
                </a:lnTo>
                <a:close/>
              </a:path>
            </a:pathLst>
          </a:custGeom>
          <a:blipFill>
            <a:blip r:embed="rId17">
              <a:extLst>
                <a:ext uri="{96DAC541-7B7A-43D3-8B79-37D633B846F1}">
                  <asvg:svgBlip xmlns:asvg="http://schemas.microsoft.com/office/drawing/2016/SVG/main" r:embed="rId18"/>
                </a:ext>
              </a:extLst>
            </a:blip>
            <a:stretch>
              <a:fillRect/>
            </a:stretch>
          </a:blipFill>
        </p:spPr>
      </p:sp>
      <p:grpSp>
        <p:nvGrpSpPr>
          <p:cNvPr id="20" name="Group 20"/>
          <p:cNvGrpSpPr/>
          <p:nvPr/>
        </p:nvGrpSpPr>
        <p:grpSpPr>
          <a:xfrm rot="5400000">
            <a:off x="2827220" y="3450478"/>
            <a:ext cx="431252" cy="430674"/>
            <a:chOff x="0" y="0"/>
            <a:chExt cx="575003" cy="574232"/>
          </a:xfrm>
        </p:grpSpPr>
        <p:sp>
          <p:nvSpPr>
            <p:cNvPr id="21" name="Freeform 21"/>
            <p:cNvSpPr/>
            <p:nvPr/>
          </p:nvSpPr>
          <p:spPr>
            <a:xfrm>
              <a:off x="0" y="0"/>
              <a:ext cx="575056" cy="574294"/>
            </a:xfrm>
            <a:custGeom>
              <a:avLst/>
              <a:gdLst/>
              <a:ahLst/>
              <a:cxnLst/>
              <a:rect l="l" t="t" r="r" b="b"/>
              <a:pathLst>
                <a:path w="575056" h="574294">
                  <a:moveTo>
                    <a:pt x="287528" y="0"/>
                  </a:moveTo>
                  <a:cubicBezTo>
                    <a:pt x="128778" y="0"/>
                    <a:pt x="0" y="128016"/>
                    <a:pt x="0" y="286766"/>
                  </a:cubicBezTo>
                  <a:cubicBezTo>
                    <a:pt x="0" y="445516"/>
                    <a:pt x="128778" y="574294"/>
                    <a:pt x="287528" y="574294"/>
                  </a:cubicBezTo>
                  <a:cubicBezTo>
                    <a:pt x="446278" y="574294"/>
                    <a:pt x="575056" y="445516"/>
                    <a:pt x="575056" y="286766"/>
                  </a:cubicBezTo>
                  <a:cubicBezTo>
                    <a:pt x="575056" y="128016"/>
                    <a:pt x="446278" y="0"/>
                    <a:pt x="287528" y="0"/>
                  </a:cubicBezTo>
                  <a:close/>
                </a:path>
              </a:pathLst>
            </a:custGeom>
            <a:solidFill>
              <a:srgbClr val="FFFFFF"/>
            </a:solidFill>
          </p:spPr>
        </p:sp>
      </p:grpSp>
      <p:sp>
        <p:nvSpPr>
          <p:cNvPr id="22" name="Freeform 22"/>
          <p:cNvSpPr/>
          <p:nvPr/>
        </p:nvSpPr>
        <p:spPr>
          <a:xfrm>
            <a:off x="2822447" y="3445705"/>
            <a:ext cx="440800" cy="440246"/>
          </a:xfrm>
          <a:custGeom>
            <a:avLst/>
            <a:gdLst/>
            <a:ahLst/>
            <a:cxnLst/>
            <a:rect l="l" t="t" r="r" b="b"/>
            <a:pathLst>
              <a:path w="440800" h="440246">
                <a:moveTo>
                  <a:pt x="0" y="0"/>
                </a:moveTo>
                <a:lnTo>
                  <a:pt x="440800" y="0"/>
                </a:lnTo>
                <a:lnTo>
                  <a:pt x="440800" y="440246"/>
                </a:lnTo>
                <a:lnTo>
                  <a:pt x="0" y="440246"/>
                </a:lnTo>
                <a:lnTo>
                  <a:pt x="0" y="0"/>
                </a:lnTo>
                <a:close/>
              </a:path>
            </a:pathLst>
          </a:custGeom>
          <a:blipFill>
            <a:blip r:embed="rId19">
              <a:extLst>
                <a:ext uri="{96DAC541-7B7A-43D3-8B79-37D633B846F1}">
                  <asvg:svgBlip xmlns:asvg="http://schemas.microsoft.com/office/drawing/2016/SVG/main" r:embed="rId20"/>
                </a:ext>
              </a:extLst>
            </a:blip>
            <a:stretch>
              <a:fillRect/>
            </a:stretch>
          </a:blipFill>
        </p:spPr>
      </p:sp>
      <p:grpSp>
        <p:nvGrpSpPr>
          <p:cNvPr id="23" name="Group 23"/>
          <p:cNvGrpSpPr/>
          <p:nvPr/>
        </p:nvGrpSpPr>
        <p:grpSpPr>
          <a:xfrm rot="5400000">
            <a:off x="2906678" y="3529364"/>
            <a:ext cx="272354" cy="272354"/>
            <a:chOff x="0" y="0"/>
            <a:chExt cx="363139" cy="363139"/>
          </a:xfrm>
        </p:grpSpPr>
        <p:sp>
          <p:nvSpPr>
            <p:cNvPr id="24" name="Freeform 24"/>
            <p:cNvSpPr/>
            <p:nvPr/>
          </p:nvSpPr>
          <p:spPr>
            <a:xfrm>
              <a:off x="0" y="0"/>
              <a:ext cx="363093" cy="363220"/>
            </a:xfrm>
            <a:custGeom>
              <a:avLst/>
              <a:gdLst/>
              <a:ahLst/>
              <a:cxnLst/>
              <a:rect l="l" t="t" r="r" b="b"/>
              <a:pathLst>
                <a:path w="363093" h="363220">
                  <a:moveTo>
                    <a:pt x="181991" y="0"/>
                  </a:moveTo>
                  <a:cubicBezTo>
                    <a:pt x="81661" y="0"/>
                    <a:pt x="0" y="81661"/>
                    <a:pt x="0" y="181229"/>
                  </a:cubicBezTo>
                  <a:cubicBezTo>
                    <a:pt x="0" y="281559"/>
                    <a:pt x="81534" y="363220"/>
                    <a:pt x="181864" y="363220"/>
                  </a:cubicBezTo>
                  <a:cubicBezTo>
                    <a:pt x="282194" y="363220"/>
                    <a:pt x="363093" y="281559"/>
                    <a:pt x="363093" y="181229"/>
                  </a:cubicBezTo>
                  <a:cubicBezTo>
                    <a:pt x="363093" y="81661"/>
                    <a:pt x="282321" y="0"/>
                    <a:pt x="181991" y="0"/>
                  </a:cubicBezTo>
                  <a:close/>
                </a:path>
              </a:pathLst>
            </a:custGeom>
            <a:solidFill>
              <a:srgbClr val="77C6FC"/>
            </a:solidFill>
          </p:spPr>
        </p:sp>
      </p:grpSp>
      <p:sp>
        <p:nvSpPr>
          <p:cNvPr id="25" name="Freeform 25"/>
          <p:cNvSpPr/>
          <p:nvPr/>
        </p:nvSpPr>
        <p:spPr>
          <a:xfrm>
            <a:off x="2902169" y="3524881"/>
            <a:ext cx="281348" cy="281902"/>
          </a:xfrm>
          <a:custGeom>
            <a:avLst/>
            <a:gdLst/>
            <a:ahLst/>
            <a:cxnLst/>
            <a:rect l="l" t="t" r="r" b="b"/>
            <a:pathLst>
              <a:path w="281348" h="281902">
                <a:moveTo>
                  <a:pt x="0" y="0"/>
                </a:moveTo>
                <a:lnTo>
                  <a:pt x="281348" y="0"/>
                </a:lnTo>
                <a:lnTo>
                  <a:pt x="281348" y="281902"/>
                </a:lnTo>
                <a:lnTo>
                  <a:pt x="0" y="281902"/>
                </a:lnTo>
                <a:lnTo>
                  <a:pt x="0" y="0"/>
                </a:lnTo>
                <a:close/>
              </a:path>
            </a:pathLst>
          </a:custGeom>
          <a:blipFill>
            <a:blip r:embed="rId21">
              <a:extLst>
                <a:ext uri="{96DAC541-7B7A-43D3-8B79-37D633B846F1}">
                  <asvg:svgBlip xmlns:asvg="http://schemas.microsoft.com/office/drawing/2016/SVG/main" r:embed="rId22"/>
                </a:ext>
              </a:extLst>
            </a:blip>
            <a:stretch>
              <a:fillRect/>
            </a:stretch>
          </a:blipFill>
        </p:spPr>
      </p:sp>
      <p:sp>
        <p:nvSpPr>
          <p:cNvPr id="26" name="Freeform 26"/>
          <p:cNvSpPr/>
          <p:nvPr/>
        </p:nvSpPr>
        <p:spPr>
          <a:xfrm>
            <a:off x="3550251" y="2882749"/>
            <a:ext cx="54000" cy="350026"/>
          </a:xfrm>
          <a:custGeom>
            <a:avLst/>
            <a:gdLst/>
            <a:ahLst/>
            <a:cxnLst/>
            <a:rect l="l" t="t" r="r" b="b"/>
            <a:pathLst>
              <a:path w="54000" h="350026">
                <a:moveTo>
                  <a:pt x="0" y="0"/>
                </a:moveTo>
                <a:lnTo>
                  <a:pt x="54000" y="0"/>
                </a:lnTo>
                <a:lnTo>
                  <a:pt x="54000" y="350026"/>
                </a:lnTo>
                <a:lnTo>
                  <a:pt x="0" y="350026"/>
                </a:lnTo>
                <a:lnTo>
                  <a:pt x="0" y="0"/>
                </a:lnTo>
                <a:close/>
              </a:path>
            </a:pathLst>
          </a:custGeom>
          <a:blipFill>
            <a:blip r:embed="rId23">
              <a:extLst>
                <a:ext uri="{96DAC541-7B7A-43D3-8B79-37D633B846F1}">
                  <asvg:svgBlip xmlns:asvg="http://schemas.microsoft.com/office/drawing/2016/SVG/main" r:embed="rId24"/>
                </a:ext>
              </a:extLst>
            </a:blip>
            <a:stretch>
              <a:fillRect/>
            </a:stretch>
          </a:blipFill>
        </p:spPr>
      </p:sp>
      <p:sp>
        <p:nvSpPr>
          <p:cNvPr id="27" name="Freeform 27"/>
          <p:cNvSpPr/>
          <p:nvPr/>
        </p:nvSpPr>
        <p:spPr>
          <a:xfrm>
            <a:off x="3787051" y="8976149"/>
            <a:ext cx="54000" cy="350026"/>
          </a:xfrm>
          <a:custGeom>
            <a:avLst/>
            <a:gdLst/>
            <a:ahLst/>
            <a:cxnLst/>
            <a:rect l="l" t="t" r="r" b="b"/>
            <a:pathLst>
              <a:path w="54000" h="350026">
                <a:moveTo>
                  <a:pt x="0" y="0"/>
                </a:moveTo>
                <a:lnTo>
                  <a:pt x="54000" y="0"/>
                </a:lnTo>
                <a:lnTo>
                  <a:pt x="54000" y="350026"/>
                </a:lnTo>
                <a:lnTo>
                  <a:pt x="0" y="350026"/>
                </a:lnTo>
                <a:lnTo>
                  <a:pt x="0" y="0"/>
                </a:lnTo>
                <a:close/>
              </a:path>
            </a:pathLst>
          </a:custGeom>
          <a:blipFill>
            <a:blip r:embed="rId23">
              <a:extLst>
                <a:ext uri="{96DAC541-7B7A-43D3-8B79-37D633B846F1}">
                  <asvg:svgBlip xmlns:asvg="http://schemas.microsoft.com/office/drawing/2016/SVG/main" r:embed="rId24"/>
                </a:ext>
              </a:extLst>
            </a:blip>
            <a:stretch>
              <a:fillRect/>
            </a:stretch>
          </a:blipFill>
        </p:spPr>
      </p:sp>
      <p:sp>
        <p:nvSpPr>
          <p:cNvPr id="28" name="Freeform 28"/>
          <p:cNvSpPr/>
          <p:nvPr/>
        </p:nvSpPr>
        <p:spPr>
          <a:xfrm>
            <a:off x="965201" y="8133549"/>
            <a:ext cx="54000" cy="350026"/>
          </a:xfrm>
          <a:custGeom>
            <a:avLst/>
            <a:gdLst/>
            <a:ahLst/>
            <a:cxnLst/>
            <a:rect l="l" t="t" r="r" b="b"/>
            <a:pathLst>
              <a:path w="54000" h="350026">
                <a:moveTo>
                  <a:pt x="0" y="0"/>
                </a:moveTo>
                <a:lnTo>
                  <a:pt x="54000" y="0"/>
                </a:lnTo>
                <a:lnTo>
                  <a:pt x="54000" y="350026"/>
                </a:lnTo>
                <a:lnTo>
                  <a:pt x="0" y="350026"/>
                </a:lnTo>
                <a:lnTo>
                  <a:pt x="0" y="0"/>
                </a:lnTo>
                <a:close/>
              </a:path>
            </a:pathLst>
          </a:custGeom>
          <a:blipFill>
            <a:blip r:embed="rId25">
              <a:extLst>
                <a:ext uri="{96DAC541-7B7A-43D3-8B79-37D633B846F1}">
                  <asvg:svgBlip xmlns:asvg="http://schemas.microsoft.com/office/drawing/2016/SVG/main" r:embed="rId26"/>
                </a:ext>
              </a:extLst>
            </a:blip>
            <a:stretch>
              <a:fillRect/>
            </a:stretch>
          </a:blipFill>
        </p:spPr>
      </p:sp>
      <p:sp>
        <p:nvSpPr>
          <p:cNvPr id="29" name="TextBox 29"/>
          <p:cNvSpPr txBox="1"/>
          <p:nvPr/>
        </p:nvSpPr>
        <p:spPr>
          <a:xfrm>
            <a:off x="4297725" y="3833816"/>
            <a:ext cx="9692550" cy="2022975"/>
          </a:xfrm>
          <a:prstGeom prst="rect">
            <a:avLst/>
          </a:prstGeom>
        </p:spPr>
        <p:txBody>
          <a:bodyPr lIns="0" tIns="0" rIns="0" bIns="0" rtlCol="0" anchor="t">
            <a:spAutoFit/>
          </a:bodyPr>
          <a:lstStyle/>
          <a:p>
            <a:pPr algn="ctr">
              <a:lnSpc>
                <a:spcPts val="17280"/>
              </a:lnSpc>
            </a:pPr>
            <a:r>
              <a:rPr lang="en-US" sz="14400">
                <a:solidFill>
                  <a:srgbClr val="494949"/>
                </a:solidFill>
                <a:latin typeface="Arimo" panose="020B0604020202020204"/>
              </a:rPr>
              <a:t>Thanks!</a:t>
            </a:r>
            <a:endParaRPr lang="en-US" sz="14400">
              <a:solidFill>
                <a:srgbClr val="494949"/>
              </a:solidFill>
              <a:latin typeface="Arimo" panose="020B0604020202020204"/>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9483</Words>
  <Application>WPS Presentation</Application>
  <PresentationFormat>Custom</PresentationFormat>
  <Paragraphs>331</Paragraphs>
  <Slides>49</Slides>
  <Notes>47</Notes>
  <HiddenSlides>0</HiddenSlides>
  <MMClips>0</MMClips>
  <ScaleCrop>false</ScaleCrop>
  <HeadingPairs>
    <vt:vector size="6" baseType="variant">
      <vt:variant>
        <vt:lpstr>已用的字体</vt:lpstr>
      </vt:variant>
      <vt:variant>
        <vt:i4>22</vt:i4>
      </vt:variant>
      <vt:variant>
        <vt:lpstr>主题</vt:lpstr>
      </vt:variant>
      <vt:variant>
        <vt:i4>1</vt:i4>
      </vt:variant>
      <vt:variant>
        <vt:lpstr>幻灯片标题</vt:lpstr>
      </vt:variant>
      <vt:variant>
        <vt:i4>49</vt:i4>
      </vt:variant>
    </vt:vector>
  </HeadingPairs>
  <TitlesOfParts>
    <vt:vector size="72" baseType="lpstr">
      <vt:lpstr>Arial</vt:lpstr>
      <vt:lpstr>SimSun</vt:lpstr>
      <vt:lpstr>Wingdings</vt:lpstr>
      <vt:lpstr>Baloo Thambi</vt:lpstr>
      <vt:lpstr>Faustina Italics</vt:lpstr>
      <vt:lpstr>Arimo Bold</vt:lpstr>
      <vt:lpstr>Noto Sans Bold</vt:lpstr>
      <vt:lpstr>Faustina</vt:lpstr>
      <vt:lpstr>Arial</vt:lpstr>
      <vt:lpstr>Arimo</vt:lpstr>
      <vt:lpstr>Arimo Medium</vt:lpstr>
      <vt:lpstr>Segoe Print</vt:lpstr>
      <vt:lpstr>Prompt</vt:lpstr>
      <vt:lpstr>Prompt Bold</vt:lpstr>
      <vt:lpstr>Microsoft YaHei</vt:lpstr>
      <vt:lpstr>Arial Unicode MS</vt:lpstr>
      <vt:lpstr>Calibri</vt:lpstr>
      <vt:lpstr>Faustina Bold</vt:lpstr>
      <vt:lpstr>Times New Roman</vt:lpstr>
      <vt:lpstr>Parchment</vt:lpstr>
      <vt:lpstr>Garamond</vt:lpstr>
      <vt:lpstr>Times New Roman</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Bản sao của Technology Consulting _ by Slidesgo.pptx</dc:title>
  <dc:creator/>
  <cp:lastModifiedBy>HP</cp:lastModifiedBy>
  <cp:revision>4</cp:revision>
  <dcterms:created xsi:type="dcterms:W3CDTF">2006-08-16T00:00:00Z</dcterms:created>
  <dcterms:modified xsi:type="dcterms:W3CDTF">2024-11-14T05:01:04Z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BBC8FF251D6E4AD89C90CCE6F4991151_12</vt:lpwstr>
  </property>
  <property fmtid="{D5CDD505-2E9C-101B-9397-08002B2CF9AE}" pid="3" name="KSOProductBuildVer">
    <vt:lpwstr>1033-12.2.0.18607</vt:lpwstr>
  </property>
</Properties>
</file>